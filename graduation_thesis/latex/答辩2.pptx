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1" r:id="rId2"/>
    <p:sldMasterId id="2147483684" r:id="rId3"/>
  </p:sldMasterIdLst>
  <p:notesMasterIdLst>
    <p:notesMasterId r:id="rId28"/>
  </p:notesMasterIdLst>
  <p:sldIdLst>
    <p:sldId id="289" r:id="rId4"/>
    <p:sldId id="257" r:id="rId5"/>
    <p:sldId id="290" r:id="rId6"/>
    <p:sldId id="4753" r:id="rId7"/>
    <p:sldId id="4752" r:id="rId8"/>
    <p:sldId id="4755" r:id="rId9"/>
    <p:sldId id="4756" r:id="rId10"/>
    <p:sldId id="4757" r:id="rId11"/>
    <p:sldId id="4746" r:id="rId12"/>
    <p:sldId id="4758" r:id="rId13"/>
    <p:sldId id="4759" r:id="rId14"/>
    <p:sldId id="4760" r:id="rId15"/>
    <p:sldId id="4761" r:id="rId16"/>
    <p:sldId id="4748" r:id="rId17"/>
    <p:sldId id="4762" r:id="rId18"/>
    <p:sldId id="4763" r:id="rId19"/>
    <p:sldId id="4764" r:id="rId20"/>
    <p:sldId id="4749" r:id="rId21"/>
    <p:sldId id="4765" r:id="rId22"/>
    <p:sldId id="4766" r:id="rId23"/>
    <p:sldId id="4767" r:id="rId24"/>
    <p:sldId id="4750" r:id="rId25"/>
    <p:sldId id="4768" r:id="rId26"/>
    <p:sldId id="4769"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7FC"/>
    <a:srgbClr val="005DA2"/>
    <a:srgbClr val="0070C0"/>
    <a:srgbClr val="00467A"/>
    <a:srgbClr val="E6E6E6"/>
    <a:srgbClr val="F15F24"/>
    <a:srgbClr val="E62D1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4" d="100"/>
          <a:sy n="54" d="100"/>
        </p:scale>
        <p:origin x="918"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C74421-7DCD-4C8D-83B1-2DD55EC59F2E}" type="datetimeFigureOut">
              <a:rPr lang="zh-CN" altLang="en-US" smtClean="0"/>
              <a:t>2019/7/30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499AD4-E722-484B-9751-AA89CAA54D82}" type="slidenum">
              <a:rPr lang="zh-CN" altLang="en-US" smtClean="0"/>
              <a:t>‹#›</a:t>
            </a:fld>
            <a:endParaRPr lang="zh-CN" altLang="en-US"/>
          </a:p>
        </p:txBody>
      </p:sp>
    </p:spTree>
    <p:extLst>
      <p:ext uri="{BB962C8B-B14F-4D97-AF65-F5344CB8AC3E}">
        <p14:creationId xmlns:p14="http://schemas.microsoft.com/office/powerpoint/2010/main" val="4266506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a:t>
            </a:fld>
            <a:endParaRPr lang="zh-CN" altLang="en-US"/>
          </a:p>
        </p:txBody>
      </p:sp>
    </p:spTree>
    <p:extLst>
      <p:ext uri="{BB962C8B-B14F-4D97-AF65-F5344CB8AC3E}">
        <p14:creationId xmlns:p14="http://schemas.microsoft.com/office/powerpoint/2010/main" val="31103731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7AD8B01-7A3C-40BC-ACCB-ED9631AA4F22}" type="slidenum">
              <a:rPr lang="zh-CN" altLang="en-US" smtClean="0"/>
              <a:t>2</a:t>
            </a:fld>
            <a:endParaRPr lang="zh-CN" altLang="en-US"/>
          </a:p>
        </p:txBody>
      </p:sp>
    </p:spTree>
    <p:extLst>
      <p:ext uri="{BB962C8B-B14F-4D97-AF65-F5344CB8AC3E}">
        <p14:creationId xmlns:p14="http://schemas.microsoft.com/office/powerpoint/2010/main" val="1624428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99681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4</a:t>
            </a:fld>
            <a:endParaRPr lang="zh-CN" altLang="en-US"/>
          </a:p>
        </p:txBody>
      </p:sp>
    </p:spTree>
    <p:extLst>
      <p:ext uri="{BB962C8B-B14F-4D97-AF65-F5344CB8AC3E}">
        <p14:creationId xmlns:p14="http://schemas.microsoft.com/office/powerpoint/2010/main" val="4134013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5</a:t>
            </a:fld>
            <a:endParaRPr lang="zh-CN" altLang="en-US"/>
          </a:p>
        </p:txBody>
      </p:sp>
    </p:spTree>
    <p:extLst>
      <p:ext uri="{BB962C8B-B14F-4D97-AF65-F5344CB8AC3E}">
        <p14:creationId xmlns:p14="http://schemas.microsoft.com/office/powerpoint/2010/main" val="19259435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6</a:t>
            </a:fld>
            <a:endParaRPr lang="zh-CN" altLang="en-US"/>
          </a:p>
        </p:txBody>
      </p:sp>
    </p:spTree>
    <p:extLst>
      <p:ext uri="{BB962C8B-B14F-4D97-AF65-F5344CB8AC3E}">
        <p14:creationId xmlns:p14="http://schemas.microsoft.com/office/powerpoint/2010/main" val="3513694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7</a:t>
            </a:fld>
            <a:endParaRPr lang="zh-CN" altLang="en-US"/>
          </a:p>
        </p:txBody>
      </p:sp>
    </p:spTree>
    <p:extLst>
      <p:ext uri="{BB962C8B-B14F-4D97-AF65-F5344CB8AC3E}">
        <p14:creationId xmlns:p14="http://schemas.microsoft.com/office/powerpoint/2010/main" val="12048294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8</a:t>
            </a:fld>
            <a:endParaRPr lang="zh-CN" altLang="en-US"/>
          </a:p>
        </p:txBody>
      </p:sp>
    </p:spTree>
    <p:extLst>
      <p:ext uri="{BB962C8B-B14F-4D97-AF65-F5344CB8AC3E}">
        <p14:creationId xmlns:p14="http://schemas.microsoft.com/office/powerpoint/2010/main" val="699207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7957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10</a:t>
            </a:fld>
            <a:endParaRPr lang="zh-CN" altLang="en-US"/>
          </a:p>
        </p:txBody>
      </p:sp>
    </p:spTree>
    <p:extLst>
      <p:ext uri="{BB962C8B-B14F-4D97-AF65-F5344CB8AC3E}">
        <p14:creationId xmlns:p14="http://schemas.microsoft.com/office/powerpoint/2010/main" val="4978756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11</a:t>
            </a:fld>
            <a:endParaRPr lang="zh-CN" altLang="en-US"/>
          </a:p>
        </p:txBody>
      </p:sp>
    </p:spTree>
    <p:extLst>
      <p:ext uri="{BB962C8B-B14F-4D97-AF65-F5344CB8AC3E}">
        <p14:creationId xmlns:p14="http://schemas.microsoft.com/office/powerpoint/2010/main" val="42847554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12</a:t>
            </a:fld>
            <a:endParaRPr lang="zh-CN" altLang="en-US"/>
          </a:p>
        </p:txBody>
      </p:sp>
    </p:spTree>
    <p:extLst>
      <p:ext uri="{BB962C8B-B14F-4D97-AF65-F5344CB8AC3E}">
        <p14:creationId xmlns:p14="http://schemas.microsoft.com/office/powerpoint/2010/main" val="2387803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13</a:t>
            </a:fld>
            <a:endParaRPr lang="zh-CN" altLang="en-US"/>
          </a:p>
        </p:txBody>
      </p:sp>
    </p:spTree>
    <p:extLst>
      <p:ext uri="{BB962C8B-B14F-4D97-AF65-F5344CB8AC3E}">
        <p14:creationId xmlns:p14="http://schemas.microsoft.com/office/powerpoint/2010/main" val="30473793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3579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15</a:t>
            </a:fld>
            <a:endParaRPr lang="zh-CN" altLang="en-US"/>
          </a:p>
        </p:txBody>
      </p:sp>
    </p:spTree>
    <p:extLst>
      <p:ext uri="{BB962C8B-B14F-4D97-AF65-F5344CB8AC3E}">
        <p14:creationId xmlns:p14="http://schemas.microsoft.com/office/powerpoint/2010/main" val="22217049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16</a:t>
            </a:fld>
            <a:endParaRPr lang="zh-CN" altLang="en-US"/>
          </a:p>
        </p:txBody>
      </p:sp>
    </p:spTree>
    <p:extLst>
      <p:ext uri="{BB962C8B-B14F-4D97-AF65-F5344CB8AC3E}">
        <p14:creationId xmlns:p14="http://schemas.microsoft.com/office/powerpoint/2010/main" val="28243410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17</a:t>
            </a:fld>
            <a:endParaRPr lang="zh-CN" altLang="en-US"/>
          </a:p>
        </p:txBody>
      </p:sp>
    </p:spTree>
    <p:extLst>
      <p:ext uri="{BB962C8B-B14F-4D97-AF65-F5344CB8AC3E}">
        <p14:creationId xmlns:p14="http://schemas.microsoft.com/office/powerpoint/2010/main" val="19363836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909319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19</a:t>
            </a:fld>
            <a:endParaRPr lang="zh-CN" altLang="en-US"/>
          </a:p>
        </p:txBody>
      </p:sp>
    </p:spTree>
    <p:extLst>
      <p:ext uri="{BB962C8B-B14F-4D97-AF65-F5344CB8AC3E}">
        <p14:creationId xmlns:p14="http://schemas.microsoft.com/office/powerpoint/2010/main" val="4017143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20</a:t>
            </a:fld>
            <a:endParaRPr lang="zh-CN" altLang="en-US"/>
          </a:p>
        </p:txBody>
      </p:sp>
    </p:spTree>
    <p:extLst>
      <p:ext uri="{BB962C8B-B14F-4D97-AF65-F5344CB8AC3E}">
        <p14:creationId xmlns:p14="http://schemas.microsoft.com/office/powerpoint/2010/main" val="22625841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21</a:t>
            </a:fld>
            <a:endParaRPr lang="zh-CN" altLang="en-US"/>
          </a:p>
        </p:txBody>
      </p:sp>
    </p:spTree>
    <p:extLst>
      <p:ext uri="{BB962C8B-B14F-4D97-AF65-F5344CB8AC3E}">
        <p14:creationId xmlns:p14="http://schemas.microsoft.com/office/powerpoint/2010/main" val="1896603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8DB0-55DC-4221-A99C-988BCD133BF3}" type="slidenum">
              <a:rPr kumimoji="0" lang="en-US" altLang="zh-CN"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altLang="zh-CN" sz="12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4511833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23</a:t>
            </a:fld>
            <a:endParaRPr lang="zh-CN" altLang="en-US"/>
          </a:p>
        </p:txBody>
      </p:sp>
    </p:spTree>
    <p:extLst>
      <p:ext uri="{BB962C8B-B14F-4D97-AF65-F5344CB8AC3E}">
        <p14:creationId xmlns:p14="http://schemas.microsoft.com/office/powerpoint/2010/main" val="11486743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1499AD4-E722-484B-9751-AA89CAA54D82}" type="slidenum">
              <a:rPr lang="zh-CN" altLang="en-US" smtClean="0"/>
              <a:t>24</a:t>
            </a:fld>
            <a:endParaRPr lang="zh-CN" altLang="en-US"/>
          </a:p>
        </p:txBody>
      </p:sp>
    </p:spTree>
    <p:extLst>
      <p:ext uri="{BB962C8B-B14F-4D97-AF65-F5344CB8AC3E}">
        <p14:creationId xmlns:p14="http://schemas.microsoft.com/office/powerpoint/2010/main" val="1836662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33644C56-F4BD-4C5C-A7E8-742C07626DA7}" type="datetimeFigureOut">
              <a:rPr lang="zh-CN" altLang="en-US" smtClean="0"/>
              <a:t>2019/7/30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E27A4E-68D6-44C8-89A5-DB6B15B95636}" type="slidenum">
              <a:rPr lang="zh-CN" altLang="en-US" smtClean="0"/>
              <a:t>‹#›</a:t>
            </a:fld>
            <a:endParaRPr lang="zh-CN" altLang="en-US"/>
          </a:p>
        </p:txBody>
      </p:sp>
    </p:spTree>
    <p:extLst>
      <p:ext uri="{BB962C8B-B14F-4D97-AF65-F5344CB8AC3E}">
        <p14:creationId xmlns:p14="http://schemas.microsoft.com/office/powerpoint/2010/main" val="4130126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33644C56-F4BD-4C5C-A7E8-742C07626DA7}" type="datetimeFigureOut">
              <a:rPr lang="zh-CN" altLang="en-US" smtClean="0"/>
              <a:t>2019/7/30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7E27A4E-68D6-44C8-89A5-DB6B15B95636}" type="slidenum">
              <a:rPr lang="zh-CN" altLang="en-US" smtClean="0"/>
              <a:t>‹#›</a:t>
            </a:fld>
            <a:endParaRPr lang="zh-CN" altLang="en-US"/>
          </a:p>
        </p:txBody>
      </p:sp>
    </p:spTree>
    <p:extLst>
      <p:ext uri="{BB962C8B-B14F-4D97-AF65-F5344CB8AC3E}">
        <p14:creationId xmlns:p14="http://schemas.microsoft.com/office/powerpoint/2010/main" val="673004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3644C56-F4BD-4C5C-A7E8-742C07626DA7}" type="datetimeFigureOut">
              <a:rPr lang="zh-CN" altLang="en-US" smtClean="0"/>
              <a:t>2019/7/30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7E27A4E-68D6-44C8-89A5-DB6B15B95636}" type="slidenum">
              <a:rPr lang="zh-CN" altLang="en-US" smtClean="0"/>
              <a:t>‹#›</a:t>
            </a:fld>
            <a:endParaRPr lang="zh-CN" altLang="en-US"/>
          </a:p>
        </p:txBody>
      </p:sp>
    </p:spTree>
    <p:extLst>
      <p:ext uri="{BB962C8B-B14F-4D97-AF65-F5344CB8AC3E}">
        <p14:creationId xmlns:p14="http://schemas.microsoft.com/office/powerpoint/2010/main" val="331853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0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6886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5" name="日期占位符 4"/>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80C882-A448-4391-8676-F5947BC890DB}" type="datetimeFigureOut">
              <a:rPr lang="zh-CN" altLang="en-US" smtClean="0"/>
              <a:t>2019/7/30</a:t>
            </a:fld>
            <a:endParaRPr lang="zh-CN" altLang="en-US"/>
          </a:p>
        </p:txBody>
      </p:sp>
      <p:sp>
        <p:nvSpPr>
          <p:cNvPr id="6" name="页脚占位符 5"/>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7" name="灯片编号占位符 6"/>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9DB73F-1E62-4448-A8B4-8FF89C1E1911}" type="slidenum">
              <a:rPr lang="zh-CN" altLang="en-US" smtClean="0"/>
              <a:t>‹#›</a:t>
            </a:fld>
            <a:endParaRPr lang="zh-CN" altLang="en-US"/>
          </a:p>
        </p:txBody>
      </p:sp>
    </p:spTree>
    <p:extLst>
      <p:ext uri="{BB962C8B-B14F-4D97-AF65-F5344CB8AC3E}">
        <p14:creationId xmlns:p14="http://schemas.microsoft.com/office/powerpoint/2010/main" val="511741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89779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C956058-4C31-4722-9848-558E1B9724C9}"/>
              </a:ext>
            </a:extLst>
          </p:cNvPr>
          <p:cNvPicPr>
            <a:picLocks noChangeAspect="1"/>
          </p:cNvPicPr>
          <p:nvPr userDrawn="1"/>
        </p:nvPicPr>
        <p:blipFill rotWithShape="1">
          <a:blip r:embed="rId2"/>
          <a:srcRect l="1557" t="31222" r="1557"/>
          <a:stretch/>
        </p:blipFill>
        <p:spPr>
          <a:xfrm>
            <a:off x="0" y="0"/>
            <a:ext cx="12192000" cy="6858000"/>
          </a:xfrm>
          <a:prstGeom prst="rect">
            <a:avLst/>
          </a:prstGeom>
        </p:spPr>
      </p:pic>
    </p:spTree>
    <p:extLst>
      <p:ext uri="{BB962C8B-B14F-4D97-AF65-F5344CB8AC3E}">
        <p14:creationId xmlns:p14="http://schemas.microsoft.com/office/powerpoint/2010/main" val="2317130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4C956058-4C31-4722-9848-558E1B9724C9}"/>
              </a:ext>
            </a:extLst>
          </p:cNvPr>
          <p:cNvPicPr>
            <a:picLocks noChangeAspect="1"/>
          </p:cNvPicPr>
          <p:nvPr userDrawn="1"/>
        </p:nvPicPr>
        <p:blipFill rotWithShape="1">
          <a:blip r:embed="rId2"/>
          <a:srcRect l="1557" t="31222" r="1557"/>
          <a:stretch/>
        </p:blipFill>
        <p:spPr>
          <a:xfrm>
            <a:off x="0" y="0"/>
            <a:ext cx="12192000" cy="6858000"/>
          </a:xfrm>
          <a:prstGeom prst="rect">
            <a:avLst/>
          </a:prstGeom>
        </p:spPr>
      </p:pic>
    </p:spTree>
    <p:extLst>
      <p:ext uri="{BB962C8B-B14F-4D97-AF65-F5344CB8AC3E}">
        <p14:creationId xmlns:p14="http://schemas.microsoft.com/office/powerpoint/2010/main" val="147017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96785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3251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499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3726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2297DE-0161-442E-9719-5225005BBB4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33376E0-9DC4-46AA-886A-D042237E782D}"/>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4" name="页脚占位符 3">
            <a:extLst>
              <a:ext uri="{FF2B5EF4-FFF2-40B4-BE49-F238E27FC236}">
                <a16:creationId xmlns:a16="http://schemas.microsoft.com/office/drawing/2014/main" id="{EA20DD99-FD4A-478C-AE50-436DB468F56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A93EDC9B-A7C0-4AEA-B621-CCB4447ABCD8}"/>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646995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2272E77-5537-4E16-AE50-E44B32A4C6CA}"/>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3" name="页脚占位符 2">
            <a:extLst>
              <a:ext uri="{FF2B5EF4-FFF2-40B4-BE49-F238E27FC236}">
                <a16:creationId xmlns:a16="http://schemas.microsoft.com/office/drawing/2014/main" id="{EF88A5A5-1360-44BE-95F3-3A041C2907DB}"/>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E90E2E38-C6FF-4E08-BD24-ED6EFE53FAB2}"/>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20354382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DEF0B5-FF62-4B36-B621-1E0904F10E5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8ED425E-8846-4555-A383-1D244E9270A5}"/>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09F04F31-BC4E-4849-A0ED-594995839E6B}"/>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0EBB1DAE-F85F-42FE-8D02-E5812D227DF9}"/>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6" name="页脚占位符 5">
            <a:extLst>
              <a:ext uri="{FF2B5EF4-FFF2-40B4-BE49-F238E27FC236}">
                <a16:creationId xmlns:a16="http://schemas.microsoft.com/office/drawing/2014/main" id="{AD7F2FE4-BFF7-4AE6-97DB-456E7AC443D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F55FEF33-A37A-4DC6-BD34-9EB63E0EE525}"/>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1184997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A9E5D-56D7-433E-8082-73035F3CD1B7}"/>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48A8DA7-F533-4124-8EA4-4B9672482B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A58C16D-35A7-4BE7-B3FC-2D332488A031}"/>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ED67BEAB-48D5-40C0-AE83-4492D8BB0870}"/>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6" name="页脚占位符 5">
            <a:extLst>
              <a:ext uri="{FF2B5EF4-FFF2-40B4-BE49-F238E27FC236}">
                <a16:creationId xmlns:a16="http://schemas.microsoft.com/office/drawing/2014/main" id="{0A646F3E-3FEC-47B1-8156-76A48EA9229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4D236E9-9C92-4392-A12F-0B85A2ED54CD}"/>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21381382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CC2D75-D780-4849-B23E-D7DD8A7CCFC0}"/>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0F16C55-43DB-413B-936A-DB4E81EE2286}"/>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47E0FE1-51F3-4052-AC4E-094E51DD0D33}"/>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5" name="页脚占位符 4">
            <a:extLst>
              <a:ext uri="{FF2B5EF4-FFF2-40B4-BE49-F238E27FC236}">
                <a16:creationId xmlns:a16="http://schemas.microsoft.com/office/drawing/2014/main" id="{B041CF2D-AE48-4F4B-B231-D8B49776235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8C25C0E4-71A2-47CE-9F45-080EEA73AA3F}"/>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1527289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9082E37-A5C2-407F-A326-6686D11EE6F4}"/>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50BD393-D7AA-4EE2-B242-0CD930BE36C8}"/>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820915CC-E286-427D-897E-C798C258ACC1}"/>
              </a:ext>
            </a:extLst>
          </p:cNvPr>
          <p:cNvSpPr>
            <a:spLocks noGrp="1"/>
          </p:cNvSpPr>
          <p:nvPr>
            <p:ph type="dt" sz="half" idx="10"/>
          </p:nvPr>
        </p:nvSpPr>
        <p:spPr>
          <a:xfrm>
            <a:off x="838200" y="6356350"/>
            <a:ext cx="2743200" cy="365125"/>
          </a:xfrm>
          <a:prstGeom prst="rect">
            <a:avLst/>
          </a:prstGeom>
        </p:spPr>
        <p:txBody>
          <a:bodyPr/>
          <a:lstStyle/>
          <a:p>
            <a:fld id="{7AF8029C-151A-48BC-B67C-8922ECF5D488}" type="datetimeFigureOut">
              <a:rPr lang="zh-CN" altLang="en-US" smtClean="0"/>
              <a:t>2019/7/30</a:t>
            </a:fld>
            <a:endParaRPr lang="zh-CN" altLang="en-US"/>
          </a:p>
        </p:txBody>
      </p:sp>
      <p:sp>
        <p:nvSpPr>
          <p:cNvPr id="5" name="页脚占位符 4">
            <a:extLst>
              <a:ext uri="{FF2B5EF4-FFF2-40B4-BE49-F238E27FC236}">
                <a16:creationId xmlns:a16="http://schemas.microsoft.com/office/drawing/2014/main" id="{EFB97957-082F-43DE-8D1D-1CB8A757A2A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E9FE4778-39AD-4798-9C4F-3F148D12E995}"/>
              </a:ext>
            </a:extLst>
          </p:cNvPr>
          <p:cNvSpPr>
            <a:spLocks noGrp="1"/>
          </p:cNvSpPr>
          <p:nvPr>
            <p:ph type="sldNum" sz="quarter" idx="12"/>
          </p:nvPr>
        </p:nvSpPr>
        <p:spPr>
          <a:xfrm>
            <a:off x="8610600" y="6356350"/>
            <a:ext cx="2743200" cy="365125"/>
          </a:xfrm>
          <a:prstGeom prst="rect">
            <a:avLst/>
          </a:prstGeom>
        </p:spPr>
        <p:txBody>
          <a:bodyPr/>
          <a:lstStyle/>
          <a:p>
            <a:fld id="{5D3DF67D-0B83-4C59-AD06-564CAA773C04}" type="slidenum">
              <a:rPr lang="zh-CN" altLang="en-US" smtClean="0"/>
              <a:t>‹#›</a:t>
            </a:fld>
            <a:endParaRPr lang="zh-CN" altLang="en-US"/>
          </a:p>
        </p:txBody>
      </p:sp>
    </p:spTree>
    <p:extLst>
      <p:ext uri="{BB962C8B-B14F-4D97-AF65-F5344CB8AC3E}">
        <p14:creationId xmlns:p14="http://schemas.microsoft.com/office/powerpoint/2010/main" val="30016906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07A775F-4E7C-4FCD-A6F2-7AA01A5C9965}" type="datetimeFigureOut">
              <a:rPr lang="zh-CN" altLang="en-US" smtClean="0"/>
              <a:t>2019/7/30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641FDC4-C78D-40ED-9A94-247FD0F6722D}" type="slidenum">
              <a:rPr lang="zh-CN" altLang="en-US" smtClean="0"/>
              <a:t>‹#›</a:t>
            </a:fld>
            <a:endParaRPr lang="zh-CN" altLang="en-US"/>
          </a:p>
        </p:txBody>
      </p:sp>
    </p:spTree>
    <p:extLst>
      <p:ext uri="{BB962C8B-B14F-4D97-AF65-F5344CB8AC3E}">
        <p14:creationId xmlns:p14="http://schemas.microsoft.com/office/powerpoint/2010/main" val="5969465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pPr/>
              <a:t>2019/7/30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pPr/>
              <a:t>‹#›</a:t>
            </a:fld>
            <a:endParaRPr lang="zh-CN" altLang="en-US"/>
          </a:p>
        </p:txBody>
      </p:sp>
      <p:sp>
        <p:nvSpPr>
          <p:cNvPr id="5" name="文本框 32"/>
          <p:cNvSpPr txBox="1"/>
          <p:nvPr userDrawn="1"/>
        </p:nvSpPr>
        <p:spPr>
          <a:xfrm>
            <a:off x="353633" y="343462"/>
            <a:ext cx="2573094" cy="379441"/>
          </a:xfrm>
          <a:prstGeom prst="rect">
            <a:avLst/>
          </a:prstGeom>
          <a:noFill/>
        </p:spPr>
        <p:txBody>
          <a:bodyPr wrap="none" lIns="91417" tIns="45709" rIns="91417" bIns="45709" rtlCol="0">
            <a:spAutoFit/>
          </a:bodyPr>
          <a:lstStyle/>
          <a:p>
            <a:pPr defTabSz="914096"/>
            <a:r>
              <a:rPr lang="zh-CN" altLang="en-US" sz="1866" dirty="0">
                <a:solidFill>
                  <a:schemeClr val="tx1">
                    <a:lumMod val="50000"/>
                    <a:lumOff val="50000"/>
                  </a:schemeClr>
                </a:solidFill>
                <a:latin typeface="微软雅黑" panose="020B0503020204020204" pitchFamily="34" charset="-122"/>
                <a:ea typeface="微软雅黑" panose="020B0503020204020204" pitchFamily="34" charset="-122"/>
                <a:cs typeface="+mn-ea"/>
                <a:sym typeface="+mn-lt"/>
              </a:rPr>
              <a:t>点击添加相关标题文字</a:t>
            </a:r>
          </a:p>
        </p:txBody>
      </p:sp>
      <p:sp>
        <p:nvSpPr>
          <p:cNvPr id="6" name="文本框 33"/>
          <p:cNvSpPr txBox="1"/>
          <p:nvPr userDrawn="1"/>
        </p:nvSpPr>
        <p:spPr>
          <a:xfrm>
            <a:off x="353634" y="621032"/>
            <a:ext cx="2125087" cy="297432"/>
          </a:xfrm>
          <a:prstGeom prst="rect">
            <a:avLst/>
          </a:prstGeom>
          <a:noFill/>
        </p:spPr>
        <p:txBody>
          <a:bodyPr wrap="none" lIns="91417" tIns="45709" rIns="91417" bIns="45709" rtlCol="0">
            <a:spAutoFit/>
          </a:bodyPr>
          <a:lstStyle/>
          <a:p>
            <a:pPr defTabSz="914096"/>
            <a:r>
              <a:rPr lang="en-US" altLang="zh-CN" sz="1333" dirty="0">
                <a:solidFill>
                  <a:schemeClr val="tx1">
                    <a:lumMod val="50000"/>
                    <a:lumOff val="50000"/>
                  </a:schemeClr>
                </a:solidFill>
                <a:cs typeface="+mn-ea"/>
                <a:sym typeface="+mn-lt"/>
              </a:rPr>
              <a:t>ADD RELATED TITLE WORDS</a:t>
            </a:r>
            <a:endParaRPr lang="zh-CN" altLang="en-US" sz="1333"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35118191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2BF82D2-7A68-459D-A996-9BDDA2518FA4}" type="datetimeFigureOut">
              <a:rPr lang="zh-CN" altLang="en-US" smtClean="0"/>
              <a:pPr/>
              <a:t>2019/7/30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24050846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3644C56-F4BD-4C5C-A7E8-742C07626DA7}" type="datetimeFigureOut">
              <a:rPr lang="zh-CN" altLang="en-US" smtClean="0"/>
              <a:t>2019/7/30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E27A4E-68D6-44C8-89A5-DB6B15B95636}" type="slidenum">
              <a:rPr lang="zh-CN" altLang="en-US" smtClean="0"/>
              <a:t>‹#›</a:t>
            </a:fld>
            <a:endParaRPr lang="zh-CN" altLang="en-US"/>
          </a:p>
        </p:txBody>
      </p:sp>
    </p:spTree>
    <p:extLst>
      <p:ext uri="{BB962C8B-B14F-4D97-AF65-F5344CB8AC3E}">
        <p14:creationId xmlns:p14="http://schemas.microsoft.com/office/powerpoint/2010/main" val="277042038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87"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7920816"/>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390" y="365781"/>
            <a:ext cx="10515223" cy="1324635"/>
          </a:xfrm>
          <a:prstGeom prst="rect">
            <a:avLst/>
          </a:prstGeom>
        </p:spPr>
        <p:txBody>
          <a:bodyPr vert="horz" lIns="65032" tIns="32516" rIns="65032" bIns="32516" rtlCol="0" anchor="ctr">
            <a:normAutofit/>
          </a:bodyPr>
          <a:lstStyle/>
          <a:p>
            <a:r>
              <a:rPr lang="zh-CN" altLang="en-US"/>
              <a:t>单击此处编辑母版标题样式</a:t>
            </a:r>
          </a:p>
        </p:txBody>
      </p:sp>
      <p:sp>
        <p:nvSpPr>
          <p:cNvPr id="3" name="文本占位符 2"/>
          <p:cNvSpPr>
            <a:spLocks noGrp="1"/>
          </p:cNvSpPr>
          <p:nvPr>
            <p:ph type="body" idx="1"/>
          </p:nvPr>
        </p:nvSpPr>
        <p:spPr>
          <a:xfrm>
            <a:off x="838390" y="1825891"/>
            <a:ext cx="10515223" cy="4351728"/>
          </a:xfrm>
          <a:prstGeom prst="rect">
            <a:avLst/>
          </a:prstGeom>
        </p:spPr>
        <p:txBody>
          <a:bodyPr vert="horz" lIns="65032" tIns="32516" rIns="65032" bIns="32516"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390" y="6356747"/>
            <a:ext cx="2742448" cy="364274"/>
          </a:xfrm>
          <a:prstGeom prst="rect">
            <a:avLst/>
          </a:prstGeom>
        </p:spPr>
        <p:txBody>
          <a:bodyPr vert="horz" lIns="65032" tIns="32516" rIns="65032" bIns="32516" rtlCol="0" anchor="ctr"/>
          <a:lstStyle>
            <a:lvl1pPr algn="l">
              <a:defRPr sz="1200">
                <a:solidFill>
                  <a:schemeClr val="tx1">
                    <a:tint val="75000"/>
                  </a:schemeClr>
                </a:solidFill>
              </a:defRPr>
            </a:lvl1pPr>
          </a:lstStyle>
          <a:p>
            <a:fld id="{32BF82D2-7A68-459D-A996-9BDDA2518FA4}" type="datetimeFigureOut">
              <a:rPr lang="zh-CN" altLang="en-US" smtClean="0"/>
              <a:pPr/>
              <a:t>2019/7/30</a:t>
            </a:fld>
            <a:endParaRPr lang="zh-CN" altLang="en-US"/>
          </a:p>
        </p:txBody>
      </p:sp>
      <p:sp>
        <p:nvSpPr>
          <p:cNvPr id="5" name="页脚占位符 4"/>
          <p:cNvSpPr>
            <a:spLocks noGrp="1"/>
          </p:cNvSpPr>
          <p:nvPr>
            <p:ph type="ftr" sz="quarter" idx="3"/>
          </p:nvPr>
        </p:nvSpPr>
        <p:spPr>
          <a:xfrm>
            <a:off x="4038413" y="6356747"/>
            <a:ext cx="4115176" cy="364274"/>
          </a:xfrm>
          <a:prstGeom prst="rect">
            <a:avLst/>
          </a:prstGeom>
        </p:spPr>
        <p:txBody>
          <a:bodyPr vert="horz" lIns="65032" tIns="32516" rIns="65032" bIns="32516"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1166" y="6356747"/>
            <a:ext cx="2742448" cy="364274"/>
          </a:xfrm>
          <a:prstGeom prst="rect">
            <a:avLst/>
          </a:prstGeom>
        </p:spPr>
        <p:txBody>
          <a:bodyPr vert="horz" lIns="65032" tIns="32516" rIns="65032" bIns="32516" rtlCol="0" anchor="ctr"/>
          <a:lstStyle>
            <a:lvl1pPr algn="r">
              <a:defRPr sz="1200">
                <a:solidFill>
                  <a:schemeClr val="tx1">
                    <a:tint val="75000"/>
                  </a:schemeClr>
                </a:solidFill>
              </a:defRPr>
            </a:lvl1pPr>
          </a:lstStyle>
          <a:p>
            <a:fld id="{3E01EE5D-26FB-46D5-A381-ECFB35BF1D34}" type="slidenum">
              <a:rPr lang="zh-CN" altLang="en-US" smtClean="0"/>
              <a:pPr/>
              <a:t>‹#›</a:t>
            </a:fld>
            <a:endParaRPr lang="zh-CN" altLang="en-US"/>
          </a:p>
        </p:txBody>
      </p:sp>
    </p:spTree>
    <p:extLst>
      <p:ext uri="{BB962C8B-B14F-4D97-AF65-F5344CB8AC3E}">
        <p14:creationId xmlns:p14="http://schemas.microsoft.com/office/powerpoint/2010/main" val="498853950"/>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866813" rtl="0" eaLnBrk="1" latinLnBrk="0" hangingPunct="1">
        <a:lnSpc>
          <a:spcPct val="90000"/>
        </a:lnSpc>
        <a:spcBef>
          <a:spcPct val="0"/>
        </a:spcBef>
        <a:buNone/>
        <a:defRPr sz="4132" kern="1200">
          <a:solidFill>
            <a:schemeClr val="tx1"/>
          </a:solidFill>
          <a:latin typeface="+mj-lt"/>
          <a:ea typeface="+mj-ea"/>
          <a:cs typeface="+mj-cs"/>
        </a:defRPr>
      </a:lvl1pPr>
    </p:titleStyle>
    <p:bodyStyle>
      <a:lvl1pPr marL="216703" indent="-216703" algn="l" defTabSz="866813" rtl="0" eaLnBrk="1" latinLnBrk="0" hangingPunct="1">
        <a:lnSpc>
          <a:spcPct val="90000"/>
        </a:lnSpc>
        <a:spcBef>
          <a:spcPts val="948"/>
        </a:spcBef>
        <a:buFont typeface="Arial" panose="020B0604020202020204" pitchFamily="34" charset="0"/>
        <a:buChar char="•"/>
        <a:defRPr sz="2666" kern="1200">
          <a:solidFill>
            <a:schemeClr val="tx1"/>
          </a:solidFill>
          <a:latin typeface="+mn-lt"/>
          <a:ea typeface="+mn-ea"/>
          <a:cs typeface="+mn-cs"/>
        </a:defRPr>
      </a:lvl1pPr>
      <a:lvl2pPr marL="650110" indent="-216703" algn="l" defTabSz="866813" rtl="0" eaLnBrk="1" latinLnBrk="0" hangingPunct="1">
        <a:lnSpc>
          <a:spcPct val="90000"/>
        </a:lnSpc>
        <a:spcBef>
          <a:spcPts val="475"/>
        </a:spcBef>
        <a:buFont typeface="Arial" panose="020B0604020202020204" pitchFamily="34" charset="0"/>
        <a:buChar char="•"/>
        <a:defRPr sz="2266" kern="1200">
          <a:solidFill>
            <a:schemeClr val="tx1"/>
          </a:solidFill>
          <a:latin typeface="+mn-lt"/>
          <a:ea typeface="+mn-ea"/>
          <a:cs typeface="+mn-cs"/>
        </a:defRPr>
      </a:lvl2pPr>
      <a:lvl3pPr marL="1083517" indent="-216703" algn="l" defTabSz="866813" rtl="0" eaLnBrk="1" latinLnBrk="0" hangingPunct="1">
        <a:lnSpc>
          <a:spcPct val="90000"/>
        </a:lnSpc>
        <a:spcBef>
          <a:spcPts val="475"/>
        </a:spcBef>
        <a:buFont typeface="Arial" panose="020B0604020202020204" pitchFamily="34" charset="0"/>
        <a:buChar char="•"/>
        <a:defRPr sz="1866" kern="1200">
          <a:solidFill>
            <a:schemeClr val="tx1"/>
          </a:solidFill>
          <a:latin typeface="+mn-lt"/>
          <a:ea typeface="+mn-ea"/>
          <a:cs typeface="+mn-cs"/>
        </a:defRPr>
      </a:lvl3pPr>
      <a:lvl4pPr marL="1516923"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4pPr>
      <a:lvl5pPr marL="1950330"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5pPr>
      <a:lvl6pPr marL="2383737"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6pPr>
      <a:lvl7pPr marL="2817143"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7pPr>
      <a:lvl8pPr marL="3250550"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8pPr>
      <a:lvl9pPr marL="3683956" indent="-216703" algn="l" defTabSz="866813" rtl="0" eaLnBrk="1" latinLnBrk="0" hangingPunct="1">
        <a:lnSpc>
          <a:spcPct val="90000"/>
        </a:lnSpc>
        <a:spcBef>
          <a:spcPts val="475"/>
        </a:spcBef>
        <a:buFont typeface="Arial" panose="020B0604020202020204" pitchFamily="34" charset="0"/>
        <a:buChar char="•"/>
        <a:defRPr sz="1733" kern="1200">
          <a:solidFill>
            <a:schemeClr val="tx1"/>
          </a:solidFill>
          <a:latin typeface="+mn-lt"/>
          <a:ea typeface="+mn-ea"/>
          <a:cs typeface="+mn-cs"/>
        </a:defRPr>
      </a:lvl9pPr>
    </p:bodyStyle>
    <p:otherStyle>
      <a:defPPr>
        <a:defRPr lang="zh-CN"/>
      </a:defPPr>
      <a:lvl1pPr marL="0" algn="l" defTabSz="866813" rtl="0" eaLnBrk="1" latinLnBrk="0" hangingPunct="1">
        <a:defRPr sz="1733" kern="1200">
          <a:solidFill>
            <a:schemeClr val="tx1"/>
          </a:solidFill>
          <a:latin typeface="+mn-lt"/>
          <a:ea typeface="+mn-ea"/>
          <a:cs typeface="+mn-cs"/>
        </a:defRPr>
      </a:lvl1pPr>
      <a:lvl2pPr marL="433407" algn="l" defTabSz="866813" rtl="0" eaLnBrk="1" latinLnBrk="0" hangingPunct="1">
        <a:defRPr sz="1733" kern="1200">
          <a:solidFill>
            <a:schemeClr val="tx1"/>
          </a:solidFill>
          <a:latin typeface="+mn-lt"/>
          <a:ea typeface="+mn-ea"/>
          <a:cs typeface="+mn-cs"/>
        </a:defRPr>
      </a:lvl2pPr>
      <a:lvl3pPr marL="866813" algn="l" defTabSz="866813" rtl="0" eaLnBrk="1" latinLnBrk="0" hangingPunct="1">
        <a:defRPr sz="1733" kern="1200">
          <a:solidFill>
            <a:schemeClr val="tx1"/>
          </a:solidFill>
          <a:latin typeface="+mn-lt"/>
          <a:ea typeface="+mn-ea"/>
          <a:cs typeface="+mn-cs"/>
        </a:defRPr>
      </a:lvl3pPr>
      <a:lvl4pPr marL="1300220" algn="l" defTabSz="866813" rtl="0" eaLnBrk="1" latinLnBrk="0" hangingPunct="1">
        <a:defRPr sz="1733" kern="1200">
          <a:solidFill>
            <a:schemeClr val="tx1"/>
          </a:solidFill>
          <a:latin typeface="+mn-lt"/>
          <a:ea typeface="+mn-ea"/>
          <a:cs typeface="+mn-cs"/>
        </a:defRPr>
      </a:lvl4pPr>
      <a:lvl5pPr marL="1733627" algn="l" defTabSz="866813" rtl="0" eaLnBrk="1" latinLnBrk="0" hangingPunct="1">
        <a:defRPr sz="1733" kern="1200">
          <a:solidFill>
            <a:schemeClr val="tx1"/>
          </a:solidFill>
          <a:latin typeface="+mn-lt"/>
          <a:ea typeface="+mn-ea"/>
          <a:cs typeface="+mn-cs"/>
        </a:defRPr>
      </a:lvl5pPr>
      <a:lvl6pPr marL="2167033" algn="l" defTabSz="866813" rtl="0" eaLnBrk="1" latinLnBrk="0" hangingPunct="1">
        <a:defRPr sz="1733" kern="1200">
          <a:solidFill>
            <a:schemeClr val="tx1"/>
          </a:solidFill>
          <a:latin typeface="+mn-lt"/>
          <a:ea typeface="+mn-ea"/>
          <a:cs typeface="+mn-cs"/>
        </a:defRPr>
      </a:lvl6pPr>
      <a:lvl7pPr marL="2600440" algn="l" defTabSz="866813" rtl="0" eaLnBrk="1" latinLnBrk="0" hangingPunct="1">
        <a:defRPr sz="1733" kern="1200">
          <a:solidFill>
            <a:schemeClr val="tx1"/>
          </a:solidFill>
          <a:latin typeface="+mn-lt"/>
          <a:ea typeface="+mn-ea"/>
          <a:cs typeface="+mn-cs"/>
        </a:defRPr>
      </a:lvl7pPr>
      <a:lvl8pPr marL="3033846" algn="l" defTabSz="866813" rtl="0" eaLnBrk="1" latinLnBrk="0" hangingPunct="1">
        <a:defRPr sz="1733" kern="1200">
          <a:solidFill>
            <a:schemeClr val="tx1"/>
          </a:solidFill>
          <a:latin typeface="+mn-lt"/>
          <a:ea typeface="+mn-ea"/>
          <a:cs typeface="+mn-cs"/>
        </a:defRPr>
      </a:lvl8pPr>
      <a:lvl9pPr marL="3467253" algn="l" defTabSz="866813" rtl="0" eaLnBrk="1" latinLnBrk="0" hangingPunct="1">
        <a:defRPr sz="173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0">
            <a:extLst>
              <a:ext uri="{FF2B5EF4-FFF2-40B4-BE49-F238E27FC236}">
                <a16:creationId xmlns:a16="http://schemas.microsoft.com/office/drawing/2014/main" id="{2A64A3DD-D0F3-49A4-B08B-2EF8CD7DB80E}"/>
              </a:ext>
            </a:extLst>
          </p:cNvPr>
          <p:cNvSpPr txBox="1"/>
          <p:nvPr/>
        </p:nvSpPr>
        <p:spPr>
          <a:xfrm>
            <a:off x="2805366" y="2308383"/>
            <a:ext cx="6882173" cy="1015663"/>
          </a:xfrm>
          <a:prstGeom prst="rect">
            <a:avLst/>
          </a:prstGeom>
          <a:noFill/>
        </p:spPr>
        <p:txBody>
          <a:bodyPr wrap="square" rtlCol="0">
            <a:spAutoFit/>
          </a:bodyPr>
          <a:lstStyle/>
          <a:p>
            <a:pPr algn="dist"/>
            <a:r>
              <a:rPr lang="zh-CN" altLang="en-US"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天津大学</a:t>
            </a:r>
            <a:r>
              <a:rPr lang="en-US" altLang="zh-CN"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PPT</a:t>
            </a:r>
            <a:r>
              <a:rPr lang="zh-CN" altLang="en-US"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模板</a:t>
            </a:r>
          </a:p>
        </p:txBody>
      </p:sp>
      <p:sp>
        <p:nvSpPr>
          <p:cNvPr id="9" name="student-graduation-cap-shape_52041">
            <a:extLst>
              <a:ext uri="{FF2B5EF4-FFF2-40B4-BE49-F238E27FC236}">
                <a16:creationId xmlns:a16="http://schemas.microsoft.com/office/drawing/2014/main" id="{6CB7E297-D964-48E8-B8CC-DD4BE3CF474E}"/>
              </a:ext>
            </a:extLst>
          </p:cNvPr>
          <p:cNvSpPr>
            <a:spLocks noChangeAspect="1"/>
          </p:cNvSpPr>
          <p:nvPr/>
        </p:nvSpPr>
        <p:spPr bwMode="auto">
          <a:xfrm>
            <a:off x="4213653" y="4445425"/>
            <a:ext cx="332015" cy="350126"/>
          </a:xfrm>
          <a:custGeom>
            <a:avLst/>
            <a:gdLst>
              <a:gd name="connsiteX0" fmla="*/ 329990 w 574402"/>
              <a:gd name="connsiteY0" fmla="*/ 329823 h 605734"/>
              <a:gd name="connsiteX1" fmla="*/ 574402 w 574402"/>
              <a:gd name="connsiteY1" fmla="*/ 573910 h 605734"/>
              <a:gd name="connsiteX2" fmla="*/ 542536 w 574402"/>
              <a:gd name="connsiteY2" fmla="*/ 605734 h 605734"/>
              <a:gd name="connsiteX3" fmla="*/ 117603 w 574402"/>
              <a:gd name="connsiteY3" fmla="*/ 605734 h 605734"/>
              <a:gd name="connsiteX4" fmla="*/ 85737 w 574402"/>
              <a:gd name="connsiteY4" fmla="*/ 573910 h 605734"/>
              <a:gd name="connsiteX5" fmla="*/ 101192 w 574402"/>
              <a:gd name="connsiteY5" fmla="*/ 488782 h 605734"/>
              <a:gd name="connsiteX6" fmla="*/ 276614 w 574402"/>
              <a:gd name="connsiteY6" fmla="*/ 335710 h 605734"/>
              <a:gd name="connsiteX7" fmla="*/ 329990 w 574402"/>
              <a:gd name="connsiteY7" fmla="*/ 329823 h 605734"/>
              <a:gd name="connsiteX8" fmla="*/ 164945 w 574402"/>
              <a:gd name="connsiteY8" fmla="*/ 292282 h 605734"/>
              <a:gd name="connsiteX9" fmla="*/ 198571 w 574402"/>
              <a:gd name="connsiteY9" fmla="*/ 295781 h 605734"/>
              <a:gd name="connsiteX10" fmla="*/ 34104 w 574402"/>
              <a:gd name="connsiteY10" fmla="*/ 488736 h 605734"/>
              <a:gd name="connsiteX11" fmla="*/ 31873 w 574402"/>
              <a:gd name="connsiteY11" fmla="*/ 488736 h 605734"/>
              <a:gd name="connsiteX12" fmla="*/ 0 w 574402"/>
              <a:gd name="connsiteY12" fmla="*/ 456922 h 605734"/>
              <a:gd name="connsiteX13" fmla="*/ 164945 w 574402"/>
              <a:gd name="connsiteY13" fmla="*/ 292282 h 605734"/>
              <a:gd name="connsiteX14" fmla="*/ 157572 w 574402"/>
              <a:gd name="connsiteY14" fmla="*/ 38035 h 605734"/>
              <a:gd name="connsiteX15" fmla="*/ 133033 w 574402"/>
              <a:gd name="connsiteY15" fmla="*/ 133157 h 605734"/>
              <a:gd name="connsiteX16" fmla="*/ 157572 w 574402"/>
              <a:gd name="connsiteY16" fmla="*/ 228280 h 605734"/>
              <a:gd name="connsiteX17" fmla="*/ 69295 w 574402"/>
              <a:gd name="connsiteY17" fmla="*/ 133157 h 605734"/>
              <a:gd name="connsiteX18" fmla="*/ 157572 w 574402"/>
              <a:gd name="connsiteY18" fmla="*/ 38035 h 605734"/>
              <a:gd name="connsiteX19" fmla="*/ 329990 w 574402"/>
              <a:gd name="connsiteY19" fmla="*/ 0 h 605734"/>
              <a:gd name="connsiteX20" fmla="*/ 463332 w 574402"/>
              <a:gd name="connsiteY20" fmla="*/ 133166 h 605734"/>
              <a:gd name="connsiteX21" fmla="*/ 329990 w 574402"/>
              <a:gd name="connsiteY21" fmla="*/ 266173 h 605734"/>
              <a:gd name="connsiteX22" fmla="*/ 221341 w 574402"/>
              <a:gd name="connsiteY22" fmla="*/ 210011 h 605734"/>
              <a:gd name="connsiteX23" fmla="*/ 196807 w 574402"/>
              <a:gd name="connsiteY23" fmla="*/ 133166 h 605734"/>
              <a:gd name="connsiteX24" fmla="*/ 221341 w 574402"/>
              <a:gd name="connsiteY24" fmla="*/ 56162 h 605734"/>
              <a:gd name="connsiteX25" fmla="*/ 329990 w 574402"/>
              <a:gd name="connsiteY25" fmla="*/ 0 h 60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4402" h="605734">
                <a:moveTo>
                  <a:pt x="329990" y="329823"/>
                </a:moveTo>
                <a:cubicBezTo>
                  <a:pt x="464783" y="329823"/>
                  <a:pt x="574402" y="439296"/>
                  <a:pt x="574402" y="573910"/>
                </a:cubicBezTo>
                <a:cubicBezTo>
                  <a:pt x="574402" y="591413"/>
                  <a:pt x="560062" y="605734"/>
                  <a:pt x="542536" y="605734"/>
                </a:cubicBezTo>
                <a:lnTo>
                  <a:pt x="117603" y="605734"/>
                </a:lnTo>
                <a:cubicBezTo>
                  <a:pt x="100077" y="605734"/>
                  <a:pt x="85737" y="591413"/>
                  <a:pt x="85737" y="573910"/>
                </a:cubicBezTo>
                <a:cubicBezTo>
                  <a:pt x="85737" y="543996"/>
                  <a:pt x="91154" y="515196"/>
                  <a:pt x="101192" y="488782"/>
                </a:cubicBezTo>
                <a:cubicBezTo>
                  <a:pt x="129712" y="412246"/>
                  <a:pt x="195675" y="353850"/>
                  <a:pt x="276614" y="335710"/>
                </a:cubicBezTo>
                <a:cubicBezTo>
                  <a:pt x="293822" y="331892"/>
                  <a:pt x="311667" y="329823"/>
                  <a:pt x="329990" y="329823"/>
                </a:cubicBezTo>
                <a:close/>
                <a:moveTo>
                  <a:pt x="164945" y="292282"/>
                </a:moveTo>
                <a:cubicBezTo>
                  <a:pt x="176419" y="292282"/>
                  <a:pt x="187575" y="293395"/>
                  <a:pt x="198571" y="295781"/>
                </a:cubicBezTo>
                <a:cubicBezTo>
                  <a:pt x="119366" y="333164"/>
                  <a:pt x="58647" y="403314"/>
                  <a:pt x="34104" y="488736"/>
                </a:cubicBezTo>
                <a:lnTo>
                  <a:pt x="31873" y="488736"/>
                </a:lnTo>
                <a:cubicBezTo>
                  <a:pt x="14184" y="488736"/>
                  <a:pt x="0" y="474420"/>
                  <a:pt x="0" y="456922"/>
                </a:cubicBezTo>
                <a:cubicBezTo>
                  <a:pt x="0" y="366092"/>
                  <a:pt x="73946" y="292282"/>
                  <a:pt x="164945" y="292282"/>
                </a:cubicBezTo>
                <a:close/>
                <a:moveTo>
                  <a:pt x="157572" y="38035"/>
                </a:moveTo>
                <a:cubicBezTo>
                  <a:pt x="141956" y="66190"/>
                  <a:pt x="133033" y="98640"/>
                  <a:pt x="133033" y="133157"/>
                </a:cubicBezTo>
                <a:cubicBezTo>
                  <a:pt x="133033" y="167516"/>
                  <a:pt x="141956" y="199966"/>
                  <a:pt x="157572" y="228280"/>
                </a:cubicBezTo>
                <a:cubicBezTo>
                  <a:pt x="108335" y="224462"/>
                  <a:pt x="69295" y="183264"/>
                  <a:pt x="69295" y="133157"/>
                </a:cubicBezTo>
                <a:cubicBezTo>
                  <a:pt x="69295" y="82892"/>
                  <a:pt x="108335" y="41693"/>
                  <a:pt x="157572" y="38035"/>
                </a:cubicBezTo>
                <a:close/>
                <a:moveTo>
                  <a:pt x="329990" y="0"/>
                </a:moveTo>
                <a:cubicBezTo>
                  <a:pt x="403591" y="0"/>
                  <a:pt x="463332" y="59662"/>
                  <a:pt x="463332" y="133166"/>
                </a:cubicBezTo>
                <a:cubicBezTo>
                  <a:pt x="463332" y="206511"/>
                  <a:pt x="403591" y="266173"/>
                  <a:pt x="329990" y="266173"/>
                </a:cubicBezTo>
                <a:cubicBezTo>
                  <a:pt x="285224" y="266173"/>
                  <a:pt x="245556" y="244058"/>
                  <a:pt x="221341" y="210011"/>
                </a:cubicBezTo>
                <a:cubicBezTo>
                  <a:pt x="205888" y="188373"/>
                  <a:pt x="196807" y="161804"/>
                  <a:pt x="196807" y="133166"/>
                </a:cubicBezTo>
                <a:cubicBezTo>
                  <a:pt x="196807" y="104528"/>
                  <a:pt x="205888" y="77958"/>
                  <a:pt x="221341" y="56162"/>
                </a:cubicBezTo>
                <a:cubicBezTo>
                  <a:pt x="245556" y="22274"/>
                  <a:pt x="285224" y="0"/>
                  <a:pt x="329990" y="0"/>
                </a:cubicBezTo>
                <a:close/>
              </a:path>
            </a:pathLst>
          </a:custGeom>
          <a:solidFill>
            <a:srgbClr val="005DA2"/>
          </a:solidFill>
          <a:ln w="25400" cap="flat" cmpd="sng" algn="ctr">
            <a:noFill/>
            <a:prstDash val="solid"/>
          </a:ln>
          <a:effectLst/>
          <a:ex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BDDACAB6-F130-48D1-8533-3D83683CD7BB}"/>
              </a:ext>
            </a:extLst>
          </p:cNvPr>
          <p:cNvSpPr txBox="1"/>
          <p:nvPr/>
        </p:nvSpPr>
        <p:spPr>
          <a:xfrm>
            <a:off x="4691362" y="4445424"/>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endParaRPr kumimoji="0" lang="zh-CN" altLang="en-US" sz="1600" u="none" strike="noStrike" kern="1200" cap="none" spc="0" normalizeH="0" baseline="0" noProof="0" dirty="0">
              <a:ln>
                <a:noFill/>
              </a:ln>
              <a:solidFill>
                <a:schemeClr val="tx1">
                  <a:lumMod val="75000"/>
                  <a:lumOff val="25000"/>
                </a:schemeClr>
              </a:solidFill>
              <a:effectLst/>
              <a:uLnTx/>
              <a:uFillTx/>
              <a:latin typeface="方正正粗黑简体" panose="02000000000000000000" pitchFamily="2" charset="-122"/>
              <a:ea typeface="方正正粗黑简体" panose="02000000000000000000" pitchFamily="2" charset="-122"/>
            </a:endParaRPr>
          </a:p>
        </p:txBody>
      </p:sp>
      <p:sp>
        <p:nvSpPr>
          <p:cNvPr id="11" name="student-graduation-cap-shape_52041">
            <a:extLst>
              <a:ext uri="{FF2B5EF4-FFF2-40B4-BE49-F238E27FC236}">
                <a16:creationId xmlns:a16="http://schemas.microsoft.com/office/drawing/2014/main" id="{33AFA85B-C269-4183-A16C-03669C2C838B}"/>
              </a:ext>
            </a:extLst>
          </p:cNvPr>
          <p:cNvSpPr>
            <a:spLocks noChangeAspect="1"/>
          </p:cNvSpPr>
          <p:nvPr/>
        </p:nvSpPr>
        <p:spPr bwMode="auto">
          <a:xfrm>
            <a:off x="4204596" y="5117659"/>
            <a:ext cx="350128" cy="309162"/>
          </a:xfrm>
          <a:custGeom>
            <a:avLst/>
            <a:gdLst>
              <a:gd name="connsiteX0" fmla="*/ 198438 w 331788"/>
              <a:gd name="connsiteY0" fmla="*/ 207244 h 292969"/>
              <a:gd name="connsiteX1" fmla="*/ 301626 w 331788"/>
              <a:gd name="connsiteY1" fmla="*/ 207244 h 292969"/>
              <a:gd name="connsiteX2" fmla="*/ 301626 w 331788"/>
              <a:gd name="connsiteY2" fmla="*/ 215182 h 292969"/>
              <a:gd name="connsiteX3" fmla="*/ 198438 w 331788"/>
              <a:gd name="connsiteY3" fmla="*/ 215182 h 292969"/>
              <a:gd name="connsiteX4" fmla="*/ 198438 w 331788"/>
              <a:gd name="connsiteY4" fmla="*/ 178669 h 292969"/>
              <a:gd name="connsiteX5" fmla="*/ 301626 w 331788"/>
              <a:gd name="connsiteY5" fmla="*/ 178669 h 292969"/>
              <a:gd name="connsiteX6" fmla="*/ 301626 w 331788"/>
              <a:gd name="connsiteY6" fmla="*/ 185019 h 292969"/>
              <a:gd name="connsiteX7" fmla="*/ 198438 w 331788"/>
              <a:gd name="connsiteY7" fmla="*/ 185019 h 292969"/>
              <a:gd name="connsiteX8" fmla="*/ 50800 w 331788"/>
              <a:gd name="connsiteY8" fmla="*/ 172319 h 292969"/>
              <a:gd name="connsiteX9" fmla="*/ 139700 w 331788"/>
              <a:gd name="connsiteY9" fmla="*/ 199306 h 292969"/>
              <a:gd name="connsiteX10" fmla="*/ 139700 w 331788"/>
              <a:gd name="connsiteY10" fmla="*/ 207244 h 292969"/>
              <a:gd name="connsiteX11" fmla="*/ 50800 w 331788"/>
              <a:gd name="connsiteY11" fmla="*/ 180256 h 292969"/>
              <a:gd name="connsiteX12" fmla="*/ 198438 w 331788"/>
              <a:gd name="connsiteY12" fmla="*/ 148506 h 292969"/>
              <a:gd name="connsiteX13" fmla="*/ 301626 w 331788"/>
              <a:gd name="connsiteY13" fmla="*/ 148506 h 292969"/>
              <a:gd name="connsiteX14" fmla="*/ 301626 w 331788"/>
              <a:gd name="connsiteY14" fmla="*/ 156444 h 292969"/>
              <a:gd name="connsiteX15" fmla="*/ 198438 w 331788"/>
              <a:gd name="connsiteY15" fmla="*/ 156444 h 292969"/>
              <a:gd name="connsiteX16" fmla="*/ 50800 w 331788"/>
              <a:gd name="connsiteY16" fmla="*/ 142156 h 292969"/>
              <a:gd name="connsiteX17" fmla="*/ 139700 w 331788"/>
              <a:gd name="connsiteY17" fmla="*/ 169143 h 292969"/>
              <a:gd name="connsiteX18" fmla="*/ 139700 w 331788"/>
              <a:gd name="connsiteY18" fmla="*/ 177081 h 292969"/>
              <a:gd name="connsiteX19" fmla="*/ 50800 w 331788"/>
              <a:gd name="connsiteY19" fmla="*/ 150093 h 292969"/>
              <a:gd name="connsiteX20" fmla="*/ 196850 w 331788"/>
              <a:gd name="connsiteY20" fmla="*/ 118344 h 292969"/>
              <a:gd name="connsiteX21" fmla="*/ 301625 w 331788"/>
              <a:gd name="connsiteY21" fmla="*/ 118344 h 292969"/>
              <a:gd name="connsiteX22" fmla="*/ 301625 w 331788"/>
              <a:gd name="connsiteY22" fmla="*/ 126282 h 292969"/>
              <a:gd name="connsiteX23" fmla="*/ 196850 w 331788"/>
              <a:gd name="connsiteY23" fmla="*/ 126282 h 292969"/>
              <a:gd name="connsiteX24" fmla="*/ 50800 w 331788"/>
              <a:gd name="connsiteY24" fmla="*/ 113581 h 292969"/>
              <a:gd name="connsiteX25" fmla="*/ 139700 w 331788"/>
              <a:gd name="connsiteY25" fmla="*/ 140568 h 292969"/>
              <a:gd name="connsiteX26" fmla="*/ 139700 w 331788"/>
              <a:gd name="connsiteY26" fmla="*/ 148506 h 292969"/>
              <a:gd name="connsiteX27" fmla="*/ 50800 w 331788"/>
              <a:gd name="connsiteY27" fmla="*/ 121518 h 292969"/>
              <a:gd name="connsiteX28" fmla="*/ 95250 w 331788"/>
              <a:gd name="connsiteY28" fmla="*/ 97706 h 292969"/>
              <a:gd name="connsiteX29" fmla="*/ 139700 w 331788"/>
              <a:gd name="connsiteY29" fmla="*/ 110406 h 292969"/>
              <a:gd name="connsiteX30" fmla="*/ 139700 w 331788"/>
              <a:gd name="connsiteY30" fmla="*/ 118344 h 292969"/>
              <a:gd name="connsiteX31" fmla="*/ 95250 w 331788"/>
              <a:gd name="connsiteY31" fmla="*/ 105643 h 292969"/>
              <a:gd name="connsiteX32" fmla="*/ 196850 w 331788"/>
              <a:gd name="connsiteY32" fmla="*/ 89769 h 292969"/>
              <a:gd name="connsiteX33" fmla="*/ 301625 w 331788"/>
              <a:gd name="connsiteY33" fmla="*/ 89769 h 292969"/>
              <a:gd name="connsiteX34" fmla="*/ 301625 w 331788"/>
              <a:gd name="connsiteY34" fmla="*/ 97707 h 292969"/>
              <a:gd name="connsiteX35" fmla="*/ 196850 w 331788"/>
              <a:gd name="connsiteY35" fmla="*/ 97707 h 292969"/>
              <a:gd name="connsiteX36" fmla="*/ 95250 w 331788"/>
              <a:gd name="connsiteY36" fmla="*/ 67544 h 292969"/>
              <a:gd name="connsiteX37" fmla="*/ 139700 w 331788"/>
              <a:gd name="connsiteY37" fmla="*/ 81831 h 292969"/>
              <a:gd name="connsiteX38" fmla="*/ 139700 w 331788"/>
              <a:gd name="connsiteY38" fmla="*/ 89769 h 292969"/>
              <a:gd name="connsiteX39" fmla="*/ 95250 w 331788"/>
              <a:gd name="connsiteY39" fmla="*/ 75481 h 292969"/>
              <a:gd name="connsiteX40" fmla="*/ 68263 w 331788"/>
              <a:gd name="connsiteY40" fmla="*/ 67544 h 292969"/>
              <a:gd name="connsiteX41" fmla="*/ 61913 w 331788"/>
              <a:gd name="connsiteY41" fmla="*/ 81832 h 292969"/>
              <a:gd name="connsiteX42" fmla="*/ 71438 w 331788"/>
              <a:gd name="connsiteY42" fmla="*/ 85007 h 292969"/>
              <a:gd name="connsiteX43" fmla="*/ 61913 w 331788"/>
              <a:gd name="connsiteY43" fmla="*/ 56431 h 292969"/>
              <a:gd name="connsiteX44" fmla="*/ 71438 w 331788"/>
              <a:gd name="connsiteY44" fmla="*/ 59606 h 292969"/>
              <a:gd name="connsiteX45" fmla="*/ 84138 w 331788"/>
              <a:gd name="connsiteY45" fmla="*/ 104056 h 292969"/>
              <a:gd name="connsiteX46" fmla="*/ 76200 w 331788"/>
              <a:gd name="connsiteY46" fmla="*/ 102468 h 292969"/>
              <a:gd name="connsiteX47" fmla="*/ 74613 w 331788"/>
              <a:gd name="connsiteY47" fmla="*/ 92943 h 292969"/>
              <a:gd name="connsiteX48" fmla="*/ 60325 w 331788"/>
              <a:gd name="connsiteY48" fmla="*/ 89768 h 292969"/>
              <a:gd name="connsiteX49" fmla="*/ 58737 w 331788"/>
              <a:gd name="connsiteY49" fmla="*/ 96118 h 292969"/>
              <a:gd name="connsiteX50" fmla="*/ 53975 w 331788"/>
              <a:gd name="connsiteY50" fmla="*/ 96118 h 292969"/>
              <a:gd name="connsiteX51" fmla="*/ 50800 w 331788"/>
              <a:gd name="connsiteY51" fmla="*/ 94531 h 292969"/>
              <a:gd name="connsiteX52" fmla="*/ 171450 w 331788"/>
              <a:gd name="connsiteY52" fmla="*/ 54844 h 292969"/>
              <a:gd name="connsiteX53" fmla="*/ 171450 w 331788"/>
              <a:gd name="connsiteY53" fmla="*/ 248519 h 292969"/>
              <a:gd name="connsiteX54" fmla="*/ 320675 w 331788"/>
              <a:gd name="connsiteY54" fmla="*/ 248519 h 292969"/>
              <a:gd name="connsiteX55" fmla="*/ 320675 w 331788"/>
              <a:gd name="connsiteY55" fmla="*/ 54844 h 292969"/>
              <a:gd name="connsiteX56" fmla="*/ 215900 w 331788"/>
              <a:gd name="connsiteY56" fmla="*/ 54844 h 292969"/>
              <a:gd name="connsiteX57" fmla="*/ 215900 w 331788"/>
              <a:gd name="connsiteY57" fmla="*/ 75481 h 292969"/>
              <a:gd name="connsiteX58" fmla="*/ 206375 w 331788"/>
              <a:gd name="connsiteY58" fmla="*/ 67544 h 292969"/>
              <a:gd name="connsiteX59" fmla="*/ 195262 w 331788"/>
              <a:gd name="connsiteY59" fmla="*/ 75481 h 292969"/>
              <a:gd name="connsiteX60" fmla="*/ 195262 w 331788"/>
              <a:gd name="connsiteY60" fmla="*/ 54844 h 292969"/>
              <a:gd name="connsiteX61" fmla="*/ 33338 w 331788"/>
              <a:gd name="connsiteY61" fmla="*/ 13569 h 292969"/>
              <a:gd name="connsiteX62" fmla="*/ 33338 w 331788"/>
              <a:gd name="connsiteY62" fmla="*/ 42144 h 292969"/>
              <a:gd name="connsiteX63" fmla="*/ 33338 w 331788"/>
              <a:gd name="connsiteY63" fmla="*/ 207244 h 292969"/>
              <a:gd name="connsiteX64" fmla="*/ 160338 w 331788"/>
              <a:gd name="connsiteY64" fmla="*/ 245344 h 292969"/>
              <a:gd name="connsiteX65" fmla="*/ 160338 w 331788"/>
              <a:gd name="connsiteY65" fmla="*/ 53256 h 292969"/>
              <a:gd name="connsiteX66" fmla="*/ 146050 w 331788"/>
              <a:gd name="connsiteY66" fmla="*/ 48494 h 292969"/>
              <a:gd name="connsiteX67" fmla="*/ 128588 w 331788"/>
              <a:gd name="connsiteY67" fmla="*/ 42144 h 292969"/>
              <a:gd name="connsiteX68" fmla="*/ 23329 w 331788"/>
              <a:gd name="connsiteY68" fmla="*/ 575 h 292969"/>
              <a:gd name="connsiteX69" fmla="*/ 28513 w 331788"/>
              <a:gd name="connsiteY69" fmla="*/ 575 h 292969"/>
              <a:gd name="connsiteX70" fmla="*/ 167190 w 331788"/>
              <a:gd name="connsiteY70" fmla="*/ 41975 h 292969"/>
              <a:gd name="connsiteX71" fmla="*/ 326604 w 331788"/>
              <a:gd name="connsiteY71" fmla="*/ 41975 h 292969"/>
              <a:gd name="connsiteX72" fmla="*/ 331788 w 331788"/>
              <a:gd name="connsiteY72" fmla="*/ 48444 h 292969"/>
              <a:gd name="connsiteX73" fmla="*/ 331788 w 331788"/>
              <a:gd name="connsiteY73" fmla="*/ 252862 h 292969"/>
              <a:gd name="connsiteX74" fmla="*/ 326604 w 331788"/>
              <a:gd name="connsiteY74" fmla="*/ 258037 h 292969"/>
              <a:gd name="connsiteX75" fmla="*/ 206072 w 331788"/>
              <a:gd name="connsiteY75" fmla="*/ 258037 h 292969"/>
              <a:gd name="connsiteX76" fmla="*/ 206072 w 331788"/>
              <a:gd name="connsiteY76" fmla="*/ 281325 h 292969"/>
              <a:gd name="connsiteX77" fmla="*/ 228104 w 331788"/>
              <a:gd name="connsiteY77" fmla="*/ 281325 h 292969"/>
              <a:gd name="connsiteX78" fmla="*/ 228104 w 331788"/>
              <a:gd name="connsiteY78" fmla="*/ 292969 h 292969"/>
              <a:gd name="connsiteX79" fmla="*/ 103684 w 331788"/>
              <a:gd name="connsiteY79" fmla="*/ 292969 h 292969"/>
              <a:gd name="connsiteX80" fmla="*/ 103684 w 331788"/>
              <a:gd name="connsiteY80" fmla="*/ 281325 h 292969"/>
              <a:gd name="connsiteX81" fmla="*/ 125716 w 331788"/>
              <a:gd name="connsiteY81" fmla="*/ 281325 h 292969"/>
              <a:gd name="connsiteX82" fmla="*/ 125716 w 331788"/>
              <a:gd name="connsiteY82" fmla="*/ 258037 h 292969"/>
              <a:gd name="connsiteX83" fmla="*/ 5184 w 331788"/>
              <a:gd name="connsiteY83" fmla="*/ 258037 h 292969"/>
              <a:gd name="connsiteX84" fmla="*/ 0 w 331788"/>
              <a:gd name="connsiteY84" fmla="*/ 252862 h 292969"/>
              <a:gd name="connsiteX85" fmla="*/ 0 w 331788"/>
              <a:gd name="connsiteY85" fmla="*/ 48444 h 292969"/>
              <a:gd name="connsiteX86" fmla="*/ 5184 w 331788"/>
              <a:gd name="connsiteY86" fmla="*/ 41975 h 292969"/>
              <a:gd name="connsiteX87" fmla="*/ 20737 w 331788"/>
              <a:gd name="connsiteY87" fmla="*/ 41975 h 292969"/>
              <a:gd name="connsiteX88" fmla="*/ 20737 w 331788"/>
              <a:gd name="connsiteY88" fmla="*/ 5750 h 292969"/>
              <a:gd name="connsiteX89" fmla="*/ 23329 w 331788"/>
              <a:gd name="connsiteY89" fmla="*/ 575 h 29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31788" h="292969">
                <a:moveTo>
                  <a:pt x="198438" y="207244"/>
                </a:moveTo>
                <a:lnTo>
                  <a:pt x="301626" y="207244"/>
                </a:lnTo>
                <a:lnTo>
                  <a:pt x="301626" y="215182"/>
                </a:lnTo>
                <a:lnTo>
                  <a:pt x="198438" y="215182"/>
                </a:lnTo>
                <a:close/>
                <a:moveTo>
                  <a:pt x="198438" y="178669"/>
                </a:moveTo>
                <a:lnTo>
                  <a:pt x="301626" y="178669"/>
                </a:lnTo>
                <a:lnTo>
                  <a:pt x="301626" y="185019"/>
                </a:lnTo>
                <a:lnTo>
                  <a:pt x="198438" y="185019"/>
                </a:lnTo>
                <a:close/>
                <a:moveTo>
                  <a:pt x="50800" y="172319"/>
                </a:moveTo>
                <a:lnTo>
                  <a:pt x="139700" y="199306"/>
                </a:lnTo>
                <a:lnTo>
                  <a:pt x="139700" y="207244"/>
                </a:lnTo>
                <a:lnTo>
                  <a:pt x="50800" y="180256"/>
                </a:lnTo>
                <a:close/>
                <a:moveTo>
                  <a:pt x="198438" y="148506"/>
                </a:moveTo>
                <a:lnTo>
                  <a:pt x="301626" y="148506"/>
                </a:lnTo>
                <a:lnTo>
                  <a:pt x="301626" y="156444"/>
                </a:lnTo>
                <a:lnTo>
                  <a:pt x="198438" y="156444"/>
                </a:lnTo>
                <a:close/>
                <a:moveTo>
                  <a:pt x="50800" y="142156"/>
                </a:moveTo>
                <a:lnTo>
                  <a:pt x="139700" y="169143"/>
                </a:lnTo>
                <a:lnTo>
                  <a:pt x="139700" y="177081"/>
                </a:lnTo>
                <a:lnTo>
                  <a:pt x="50800" y="150093"/>
                </a:lnTo>
                <a:close/>
                <a:moveTo>
                  <a:pt x="196850" y="118344"/>
                </a:moveTo>
                <a:lnTo>
                  <a:pt x="301625" y="118344"/>
                </a:lnTo>
                <a:lnTo>
                  <a:pt x="301625" y="126282"/>
                </a:lnTo>
                <a:lnTo>
                  <a:pt x="196850" y="126282"/>
                </a:lnTo>
                <a:close/>
                <a:moveTo>
                  <a:pt x="50800" y="113581"/>
                </a:moveTo>
                <a:lnTo>
                  <a:pt x="139700" y="140568"/>
                </a:lnTo>
                <a:lnTo>
                  <a:pt x="139700" y="148506"/>
                </a:lnTo>
                <a:lnTo>
                  <a:pt x="50800" y="121518"/>
                </a:lnTo>
                <a:close/>
                <a:moveTo>
                  <a:pt x="95250" y="97706"/>
                </a:moveTo>
                <a:lnTo>
                  <a:pt x="139700" y="110406"/>
                </a:lnTo>
                <a:lnTo>
                  <a:pt x="139700" y="118344"/>
                </a:lnTo>
                <a:lnTo>
                  <a:pt x="95250" y="105643"/>
                </a:lnTo>
                <a:close/>
                <a:moveTo>
                  <a:pt x="196850" y="89769"/>
                </a:moveTo>
                <a:lnTo>
                  <a:pt x="301625" y="89769"/>
                </a:lnTo>
                <a:lnTo>
                  <a:pt x="301625" y="97707"/>
                </a:lnTo>
                <a:lnTo>
                  <a:pt x="196850" y="97707"/>
                </a:lnTo>
                <a:close/>
                <a:moveTo>
                  <a:pt x="95250" y="67544"/>
                </a:moveTo>
                <a:lnTo>
                  <a:pt x="139700" y="81831"/>
                </a:lnTo>
                <a:lnTo>
                  <a:pt x="139700" y="89769"/>
                </a:lnTo>
                <a:lnTo>
                  <a:pt x="95250" y="75481"/>
                </a:lnTo>
                <a:close/>
                <a:moveTo>
                  <a:pt x="68263" y="67544"/>
                </a:moveTo>
                <a:lnTo>
                  <a:pt x="61913" y="81832"/>
                </a:lnTo>
                <a:lnTo>
                  <a:pt x="71438" y="85007"/>
                </a:lnTo>
                <a:close/>
                <a:moveTo>
                  <a:pt x="61913" y="56431"/>
                </a:moveTo>
                <a:lnTo>
                  <a:pt x="71438" y="59606"/>
                </a:lnTo>
                <a:lnTo>
                  <a:pt x="84138" y="104056"/>
                </a:lnTo>
                <a:lnTo>
                  <a:pt x="76200" y="102468"/>
                </a:lnTo>
                <a:lnTo>
                  <a:pt x="74613" y="92943"/>
                </a:lnTo>
                <a:lnTo>
                  <a:pt x="60325" y="89768"/>
                </a:lnTo>
                <a:lnTo>
                  <a:pt x="58737" y="96118"/>
                </a:lnTo>
                <a:lnTo>
                  <a:pt x="53975" y="96118"/>
                </a:lnTo>
                <a:lnTo>
                  <a:pt x="50800" y="94531"/>
                </a:lnTo>
                <a:close/>
                <a:moveTo>
                  <a:pt x="171450" y="54844"/>
                </a:moveTo>
                <a:lnTo>
                  <a:pt x="171450" y="248519"/>
                </a:lnTo>
                <a:lnTo>
                  <a:pt x="320675" y="248519"/>
                </a:lnTo>
                <a:lnTo>
                  <a:pt x="320675" y="54844"/>
                </a:lnTo>
                <a:lnTo>
                  <a:pt x="215900" y="54844"/>
                </a:lnTo>
                <a:lnTo>
                  <a:pt x="215900" y="75481"/>
                </a:lnTo>
                <a:lnTo>
                  <a:pt x="206375" y="67544"/>
                </a:lnTo>
                <a:lnTo>
                  <a:pt x="195262" y="75481"/>
                </a:lnTo>
                <a:lnTo>
                  <a:pt x="195262" y="54844"/>
                </a:lnTo>
                <a:close/>
                <a:moveTo>
                  <a:pt x="33338" y="13569"/>
                </a:moveTo>
                <a:lnTo>
                  <a:pt x="33338" y="42144"/>
                </a:lnTo>
                <a:lnTo>
                  <a:pt x="33338" y="207244"/>
                </a:lnTo>
                <a:lnTo>
                  <a:pt x="160338" y="245344"/>
                </a:lnTo>
                <a:lnTo>
                  <a:pt x="160338" y="53256"/>
                </a:lnTo>
                <a:lnTo>
                  <a:pt x="146050" y="48494"/>
                </a:lnTo>
                <a:lnTo>
                  <a:pt x="128588" y="42144"/>
                </a:lnTo>
                <a:close/>
                <a:moveTo>
                  <a:pt x="23329" y="575"/>
                </a:moveTo>
                <a:cubicBezTo>
                  <a:pt x="24625" y="575"/>
                  <a:pt x="27217" y="-719"/>
                  <a:pt x="28513" y="575"/>
                </a:cubicBezTo>
                <a:cubicBezTo>
                  <a:pt x="28513" y="575"/>
                  <a:pt x="28513" y="575"/>
                  <a:pt x="167190" y="41975"/>
                </a:cubicBezTo>
                <a:cubicBezTo>
                  <a:pt x="167190" y="41975"/>
                  <a:pt x="167190" y="41975"/>
                  <a:pt x="326604" y="41975"/>
                </a:cubicBezTo>
                <a:cubicBezTo>
                  <a:pt x="329196" y="41975"/>
                  <a:pt x="331788" y="44563"/>
                  <a:pt x="331788" y="48444"/>
                </a:cubicBezTo>
                <a:cubicBezTo>
                  <a:pt x="331788" y="48444"/>
                  <a:pt x="331788" y="48444"/>
                  <a:pt x="331788" y="252862"/>
                </a:cubicBezTo>
                <a:cubicBezTo>
                  <a:pt x="331788" y="255450"/>
                  <a:pt x="329196" y="258037"/>
                  <a:pt x="326604" y="258037"/>
                </a:cubicBezTo>
                <a:cubicBezTo>
                  <a:pt x="326604" y="258037"/>
                  <a:pt x="326604" y="258037"/>
                  <a:pt x="206072" y="258037"/>
                </a:cubicBezTo>
                <a:cubicBezTo>
                  <a:pt x="206072" y="258037"/>
                  <a:pt x="206072" y="258037"/>
                  <a:pt x="206072" y="281325"/>
                </a:cubicBezTo>
                <a:cubicBezTo>
                  <a:pt x="206072" y="281325"/>
                  <a:pt x="206072" y="281325"/>
                  <a:pt x="228104" y="281325"/>
                </a:cubicBezTo>
                <a:cubicBezTo>
                  <a:pt x="228104" y="281325"/>
                  <a:pt x="228104" y="281325"/>
                  <a:pt x="228104" y="292969"/>
                </a:cubicBezTo>
                <a:cubicBezTo>
                  <a:pt x="228104" y="292969"/>
                  <a:pt x="228104" y="292969"/>
                  <a:pt x="103684" y="292969"/>
                </a:cubicBezTo>
                <a:cubicBezTo>
                  <a:pt x="103684" y="292969"/>
                  <a:pt x="103684" y="292969"/>
                  <a:pt x="103684" y="281325"/>
                </a:cubicBezTo>
                <a:cubicBezTo>
                  <a:pt x="103684" y="281325"/>
                  <a:pt x="103684" y="281325"/>
                  <a:pt x="125716" y="281325"/>
                </a:cubicBezTo>
                <a:cubicBezTo>
                  <a:pt x="125716" y="281325"/>
                  <a:pt x="125716" y="281325"/>
                  <a:pt x="125716" y="258037"/>
                </a:cubicBezTo>
                <a:cubicBezTo>
                  <a:pt x="125716" y="258037"/>
                  <a:pt x="125716" y="258037"/>
                  <a:pt x="5184" y="258037"/>
                </a:cubicBezTo>
                <a:cubicBezTo>
                  <a:pt x="2592" y="258037"/>
                  <a:pt x="0" y="255450"/>
                  <a:pt x="0" y="252862"/>
                </a:cubicBezTo>
                <a:cubicBezTo>
                  <a:pt x="0" y="252862"/>
                  <a:pt x="0" y="252862"/>
                  <a:pt x="0" y="48444"/>
                </a:cubicBezTo>
                <a:cubicBezTo>
                  <a:pt x="0" y="44563"/>
                  <a:pt x="2592" y="41975"/>
                  <a:pt x="5184" y="41975"/>
                </a:cubicBezTo>
                <a:cubicBezTo>
                  <a:pt x="5184" y="41975"/>
                  <a:pt x="5184" y="41975"/>
                  <a:pt x="20737" y="41975"/>
                </a:cubicBezTo>
                <a:cubicBezTo>
                  <a:pt x="20737" y="41975"/>
                  <a:pt x="20737" y="41975"/>
                  <a:pt x="20737" y="5750"/>
                </a:cubicBezTo>
                <a:cubicBezTo>
                  <a:pt x="20737" y="4456"/>
                  <a:pt x="22033" y="1868"/>
                  <a:pt x="23329" y="575"/>
                </a:cubicBez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itchFamily="34" charset="-122"/>
              <a:ea typeface="微软雅黑" pitchFamily="34" charset="-122"/>
            </a:endParaRPr>
          </a:p>
        </p:txBody>
      </p:sp>
      <p:sp>
        <p:nvSpPr>
          <p:cNvPr id="12" name="文本框 11">
            <a:extLst>
              <a:ext uri="{FF2B5EF4-FFF2-40B4-BE49-F238E27FC236}">
                <a16:creationId xmlns:a16="http://schemas.microsoft.com/office/drawing/2014/main" id="{C3F554EE-D71B-4C15-B423-57C5B145D898}"/>
              </a:ext>
            </a:extLst>
          </p:cNvPr>
          <p:cNvSpPr txBox="1"/>
          <p:nvPr/>
        </p:nvSpPr>
        <p:spPr>
          <a:xfrm>
            <a:off x="4691362" y="5097177"/>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sp>
        <p:nvSpPr>
          <p:cNvPr id="13" name="student-graduation-cap-shape_52041">
            <a:extLst>
              <a:ext uri="{FF2B5EF4-FFF2-40B4-BE49-F238E27FC236}">
                <a16:creationId xmlns:a16="http://schemas.microsoft.com/office/drawing/2014/main" id="{215AECE4-95F0-4769-B89D-DD2A58B1D24E}"/>
              </a:ext>
            </a:extLst>
          </p:cNvPr>
          <p:cNvSpPr>
            <a:spLocks noChangeAspect="1"/>
          </p:cNvSpPr>
          <p:nvPr/>
        </p:nvSpPr>
        <p:spPr bwMode="auto">
          <a:xfrm>
            <a:off x="6789346" y="4445651"/>
            <a:ext cx="276839" cy="350126"/>
          </a:xfrm>
          <a:custGeom>
            <a:avLst/>
            <a:gdLst>
              <a:gd name="connsiteX0" fmla="*/ 147390 w 478363"/>
              <a:gd name="connsiteY0" fmla="*/ 384975 h 604998"/>
              <a:gd name="connsiteX1" fmla="*/ 120362 w 478363"/>
              <a:gd name="connsiteY1" fmla="*/ 463235 h 604998"/>
              <a:gd name="connsiteX2" fmla="*/ 157397 w 478363"/>
              <a:gd name="connsiteY2" fmla="*/ 460340 h 604998"/>
              <a:gd name="connsiteX3" fmla="*/ 239173 w 478363"/>
              <a:gd name="connsiteY3" fmla="*/ 560851 h 604998"/>
              <a:gd name="connsiteX4" fmla="*/ 239188 w 478363"/>
              <a:gd name="connsiteY4" fmla="*/ 560895 h 604998"/>
              <a:gd name="connsiteX5" fmla="*/ 239194 w 478363"/>
              <a:gd name="connsiteY5" fmla="*/ 560877 h 604998"/>
              <a:gd name="connsiteX6" fmla="*/ 239228 w 478363"/>
              <a:gd name="connsiteY6" fmla="*/ 560919 h 604998"/>
              <a:gd name="connsiteX7" fmla="*/ 320966 w 478363"/>
              <a:gd name="connsiteY7" fmla="*/ 460433 h 604998"/>
              <a:gd name="connsiteX8" fmla="*/ 358001 w 478363"/>
              <a:gd name="connsiteY8" fmla="*/ 463328 h 604998"/>
              <a:gd name="connsiteX9" fmla="*/ 331441 w 478363"/>
              <a:gd name="connsiteY9" fmla="*/ 385162 h 604998"/>
              <a:gd name="connsiteX10" fmla="*/ 345843 w 478363"/>
              <a:gd name="connsiteY10" fmla="*/ 392726 h 604998"/>
              <a:gd name="connsiteX11" fmla="*/ 430012 w 478363"/>
              <a:gd name="connsiteY11" fmla="*/ 434191 h 604998"/>
              <a:gd name="connsiteX12" fmla="*/ 471910 w 478363"/>
              <a:gd name="connsiteY12" fmla="*/ 489570 h 604998"/>
              <a:gd name="connsiteX13" fmla="*/ 478363 w 478363"/>
              <a:gd name="connsiteY13" fmla="*/ 525338 h 604998"/>
              <a:gd name="connsiteX14" fmla="*/ 239228 w 478363"/>
              <a:gd name="connsiteY14" fmla="*/ 604998 h 604998"/>
              <a:gd name="connsiteX15" fmla="*/ 0 w 478363"/>
              <a:gd name="connsiteY15" fmla="*/ 525338 h 604998"/>
              <a:gd name="connsiteX16" fmla="*/ 6547 w 478363"/>
              <a:gd name="connsiteY16" fmla="*/ 489570 h 604998"/>
              <a:gd name="connsiteX17" fmla="*/ 48444 w 478363"/>
              <a:gd name="connsiteY17" fmla="*/ 434191 h 604998"/>
              <a:gd name="connsiteX18" fmla="*/ 130556 w 478363"/>
              <a:gd name="connsiteY18" fmla="*/ 393567 h 604998"/>
              <a:gd name="connsiteX19" fmla="*/ 229992 w 478363"/>
              <a:gd name="connsiteY19" fmla="*/ 14 h 604998"/>
              <a:gd name="connsiteX20" fmla="*/ 286137 w 478363"/>
              <a:gd name="connsiteY20" fmla="*/ 23255 h 604998"/>
              <a:gd name="connsiteX21" fmla="*/ 374985 w 478363"/>
              <a:gd name="connsiteY21" fmla="*/ 195621 h 604998"/>
              <a:gd name="connsiteX22" fmla="*/ 418100 w 478363"/>
              <a:gd name="connsiteY22" fmla="*/ 306081 h 604998"/>
              <a:gd name="connsiteX23" fmla="*/ 305777 w 478363"/>
              <a:gd name="connsiteY23" fmla="*/ 340535 h 604998"/>
              <a:gd name="connsiteX24" fmla="*/ 305777 w 478363"/>
              <a:gd name="connsiteY24" fmla="*/ 364625 h 604998"/>
              <a:gd name="connsiteX25" fmla="*/ 305871 w 478363"/>
              <a:gd name="connsiteY25" fmla="*/ 366306 h 604998"/>
              <a:gd name="connsiteX26" fmla="*/ 239194 w 478363"/>
              <a:gd name="connsiteY26" fmla="*/ 560877 h 604998"/>
              <a:gd name="connsiteX27" fmla="*/ 239173 w 478363"/>
              <a:gd name="connsiteY27" fmla="*/ 560851 h 604998"/>
              <a:gd name="connsiteX28" fmla="*/ 172318 w 478363"/>
              <a:gd name="connsiteY28" fmla="*/ 365933 h 604998"/>
              <a:gd name="connsiteX29" fmla="*/ 172318 w 478363"/>
              <a:gd name="connsiteY29" fmla="*/ 341282 h 604998"/>
              <a:gd name="connsiteX30" fmla="*/ 58499 w 478363"/>
              <a:gd name="connsiteY30" fmla="*/ 304493 h 604998"/>
              <a:gd name="connsiteX31" fmla="*/ 105635 w 478363"/>
              <a:gd name="connsiteY31" fmla="*/ 171251 h 604998"/>
              <a:gd name="connsiteX32" fmla="*/ 186440 w 478363"/>
              <a:gd name="connsiteY32" fmla="*/ 8315 h 604998"/>
              <a:gd name="connsiteX33" fmla="*/ 229992 w 478363"/>
              <a:gd name="connsiteY33" fmla="*/ 14 h 6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8363" h="604998">
                <a:moveTo>
                  <a:pt x="147390" y="384975"/>
                </a:moveTo>
                <a:lnTo>
                  <a:pt x="120362" y="463235"/>
                </a:lnTo>
                <a:lnTo>
                  <a:pt x="157397" y="460340"/>
                </a:lnTo>
                <a:lnTo>
                  <a:pt x="239173" y="560851"/>
                </a:lnTo>
                <a:lnTo>
                  <a:pt x="239188" y="560895"/>
                </a:lnTo>
                <a:lnTo>
                  <a:pt x="239194" y="560877"/>
                </a:lnTo>
                <a:lnTo>
                  <a:pt x="239228" y="560919"/>
                </a:lnTo>
                <a:lnTo>
                  <a:pt x="320966" y="460433"/>
                </a:lnTo>
                <a:lnTo>
                  <a:pt x="358001" y="463328"/>
                </a:lnTo>
                <a:lnTo>
                  <a:pt x="331441" y="385162"/>
                </a:lnTo>
                <a:cubicBezTo>
                  <a:pt x="336210" y="387777"/>
                  <a:pt x="340980" y="390392"/>
                  <a:pt x="345843" y="392726"/>
                </a:cubicBezTo>
                <a:lnTo>
                  <a:pt x="430012" y="434191"/>
                </a:lnTo>
                <a:cubicBezTo>
                  <a:pt x="451896" y="445024"/>
                  <a:pt x="467514" y="465569"/>
                  <a:pt x="471910" y="489570"/>
                </a:cubicBezTo>
                <a:lnTo>
                  <a:pt x="478363" y="525338"/>
                </a:lnTo>
                <a:cubicBezTo>
                  <a:pt x="416265" y="574647"/>
                  <a:pt x="332002" y="604998"/>
                  <a:pt x="239228" y="604998"/>
                </a:cubicBezTo>
                <a:cubicBezTo>
                  <a:pt x="146455" y="604998"/>
                  <a:pt x="62098" y="574647"/>
                  <a:pt x="0" y="525338"/>
                </a:cubicBezTo>
                <a:lnTo>
                  <a:pt x="6547" y="489570"/>
                </a:lnTo>
                <a:cubicBezTo>
                  <a:pt x="10849" y="465569"/>
                  <a:pt x="26467" y="445024"/>
                  <a:pt x="48444" y="434191"/>
                </a:cubicBezTo>
                <a:lnTo>
                  <a:pt x="130556" y="393567"/>
                </a:lnTo>
                <a:close/>
                <a:moveTo>
                  <a:pt x="229992" y="14"/>
                </a:moveTo>
                <a:cubicBezTo>
                  <a:pt x="267356" y="670"/>
                  <a:pt x="286137" y="23255"/>
                  <a:pt x="286137" y="23255"/>
                </a:cubicBezTo>
                <a:cubicBezTo>
                  <a:pt x="363108" y="16159"/>
                  <a:pt x="384431" y="100007"/>
                  <a:pt x="374985" y="195621"/>
                </a:cubicBezTo>
                <a:cubicBezTo>
                  <a:pt x="365446" y="291141"/>
                  <a:pt x="418100" y="306081"/>
                  <a:pt x="418100" y="306081"/>
                </a:cubicBezTo>
                <a:cubicBezTo>
                  <a:pt x="381906" y="342963"/>
                  <a:pt x="305777" y="340535"/>
                  <a:pt x="305777" y="340535"/>
                </a:cubicBezTo>
                <a:lnTo>
                  <a:pt x="305777" y="364625"/>
                </a:lnTo>
                <a:lnTo>
                  <a:pt x="305871" y="366306"/>
                </a:lnTo>
                <a:lnTo>
                  <a:pt x="239194" y="560877"/>
                </a:lnTo>
                <a:lnTo>
                  <a:pt x="239173" y="560851"/>
                </a:lnTo>
                <a:lnTo>
                  <a:pt x="172318" y="365933"/>
                </a:lnTo>
                <a:lnTo>
                  <a:pt x="172318" y="341282"/>
                </a:lnTo>
                <a:cubicBezTo>
                  <a:pt x="84405" y="342029"/>
                  <a:pt x="58499" y="304493"/>
                  <a:pt x="58499" y="304493"/>
                </a:cubicBezTo>
                <a:cubicBezTo>
                  <a:pt x="58499" y="304493"/>
                  <a:pt x="108722" y="303746"/>
                  <a:pt x="105635" y="171251"/>
                </a:cubicBezTo>
                <a:cubicBezTo>
                  <a:pt x="102455" y="38755"/>
                  <a:pt x="163620" y="16999"/>
                  <a:pt x="186440" y="8315"/>
                </a:cubicBezTo>
                <a:cubicBezTo>
                  <a:pt x="203017" y="2013"/>
                  <a:pt x="217537" y="-205"/>
                  <a:pt x="229992" y="14"/>
                </a:cubicBezTo>
                <a:close/>
              </a:path>
            </a:pathLst>
          </a:custGeom>
          <a:solidFill>
            <a:srgbClr val="005DA2"/>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16337"/>
            <a:endParaRPr lang="zh-CN" altLang="en-US" sz="1600" kern="0">
              <a:solidFill>
                <a:schemeClr val="tx1">
                  <a:lumMod val="75000"/>
                  <a:lumOff val="25000"/>
                </a:schemeClr>
              </a:solidFill>
            </a:endParaRPr>
          </a:p>
        </p:txBody>
      </p:sp>
      <p:sp>
        <p:nvSpPr>
          <p:cNvPr id="14" name="文本框 13">
            <a:extLst>
              <a:ext uri="{FF2B5EF4-FFF2-40B4-BE49-F238E27FC236}">
                <a16:creationId xmlns:a16="http://schemas.microsoft.com/office/drawing/2014/main" id="{8024DA27-9431-4155-BA0D-3F60B297C267}"/>
              </a:ext>
            </a:extLst>
          </p:cNvPr>
          <p:cNvSpPr txBox="1"/>
          <p:nvPr/>
        </p:nvSpPr>
        <p:spPr>
          <a:xfrm>
            <a:off x="7239468" y="4445650"/>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sp>
        <p:nvSpPr>
          <p:cNvPr id="15" name="student-graduation-cap-shape_52041">
            <a:extLst>
              <a:ext uri="{FF2B5EF4-FFF2-40B4-BE49-F238E27FC236}">
                <a16:creationId xmlns:a16="http://schemas.microsoft.com/office/drawing/2014/main" id="{2A8C1FB2-1C27-469B-802F-E021A9E552FB}"/>
              </a:ext>
            </a:extLst>
          </p:cNvPr>
          <p:cNvSpPr>
            <a:spLocks noChangeAspect="1"/>
          </p:cNvSpPr>
          <p:nvPr/>
        </p:nvSpPr>
        <p:spPr bwMode="auto">
          <a:xfrm>
            <a:off x="6752703" y="5099049"/>
            <a:ext cx="350126" cy="346838"/>
          </a:xfrm>
          <a:custGeom>
            <a:avLst/>
            <a:gdLst>
              <a:gd name="connsiteX0" fmla="*/ 248024 w 338138"/>
              <a:gd name="connsiteY0" fmla="*/ 246062 h 334963"/>
              <a:gd name="connsiteX1" fmla="*/ 266327 w 338138"/>
              <a:gd name="connsiteY1" fmla="*/ 246062 h 334963"/>
              <a:gd name="connsiteX2" fmla="*/ 279400 w 338138"/>
              <a:gd name="connsiteY2" fmla="*/ 260350 h 334963"/>
              <a:gd name="connsiteX3" fmla="*/ 266327 w 338138"/>
              <a:gd name="connsiteY3" fmla="*/ 274637 h 334963"/>
              <a:gd name="connsiteX4" fmla="*/ 248024 w 338138"/>
              <a:gd name="connsiteY4" fmla="*/ 274637 h 334963"/>
              <a:gd name="connsiteX5" fmla="*/ 234950 w 338138"/>
              <a:gd name="connsiteY5" fmla="*/ 260350 h 334963"/>
              <a:gd name="connsiteX6" fmla="*/ 248024 w 338138"/>
              <a:gd name="connsiteY6" fmla="*/ 246062 h 334963"/>
              <a:gd name="connsiteX7" fmla="*/ 160519 w 338138"/>
              <a:gd name="connsiteY7" fmla="*/ 246062 h 334963"/>
              <a:gd name="connsiteX8" fmla="*/ 177619 w 338138"/>
              <a:gd name="connsiteY8" fmla="*/ 246062 h 334963"/>
              <a:gd name="connsiteX9" fmla="*/ 192088 w 338138"/>
              <a:gd name="connsiteY9" fmla="*/ 260350 h 334963"/>
              <a:gd name="connsiteX10" fmla="*/ 177619 w 338138"/>
              <a:gd name="connsiteY10" fmla="*/ 274637 h 334963"/>
              <a:gd name="connsiteX11" fmla="*/ 160519 w 338138"/>
              <a:gd name="connsiteY11" fmla="*/ 274637 h 334963"/>
              <a:gd name="connsiteX12" fmla="*/ 146050 w 338138"/>
              <a:gd name="connsiteY12" fmla="*/ 260350 h 334963"/>
              <a:gd name="connsiteX13" fmla="*/ 160519 w 338138"/>
              <a:gd name="connsiteY13" fmla="*/ 246062 h 334963"/>
              <a:gd name="connsiteX14" fmla="*/ 71811 w 338138"/>
              <a:gd name="connsiteY14" fmla="*/ 246062 h 334963"/>
              <a:gd name="connsiteX15" fmla="*/ 90114 w 338138"/>
              <a:gd name="connsiteY15" fmla="*/ 246062 h 334963"/>
              <a:gd name="connsiteX16" fmla="*/ 103188 w 338138"/>
              <a:gd name="connsiteY16" fmla="*/ 260350 h 334963"/>
              <a:gd name="connsiteX17" fmla="*/ 90114 w 338138"/>
              <a:gd name="connsiteY17" fmla="*/ 274637 h 334963"/>
              <a:gd name="connsiteX18" fmla="*/ 71811 w 338138"/>
              <a:gd name="connsiteY18" fmla="*/ 274637 h 334963"/>
              <a:gd name="connsiteX19" fmla="*/ 58738 w 338138"/>
              <a:gd name="connsiteY19" fmla="*/ 260350 h 334963"/>
              <a:gd name="connsiteX20" fmla="*/ 71811 w 338138"/>
              <a:gd name="connsiteY20" fmla="*/ 246062 h 334963"/>
              <a:gd name="connsiteX21" fmla="*/ 248024 w 338138"/>
              <a:gd name="connsiteY21" fmla="*/ 185737 h 334963"/>
              <a:gd name="connsiteX22" fmla="*/ 266327 w 338138"/>
              <a:gd name="connsiteY22" fmla="*/ 185737 h 334963"/>
              <a:gd name="connsiteX23" fmla="*/ 279400 w 338138"/>
              <a:gd name="connsiteY23" fmla="*/ 200024 h 334963"/>
              <a:gd name="connsiteX24" fmla="*/ 266327 w 338138"/>
              <a:gd name="connsiteY24" fmla="*/ 214312 h 334963"/>
              <a:gd name="connsiteX25" fmla="*/ 248024 w 338138"/>
              <a:gd name="connsiteY25" fmla="*/ 214312 h 334963"/>
              <a:gd name="connsiteX26" fmla="*/ 234950 w 338138"/>
              <a:gd name="connsiteY26" fmla="*/ 200024 h 334963"/>
              <a:gd name="connsiteX27" fmla="*/ 248024 w 338138"/>
              <a:gd name="connsiteY27" fmla="*/ 185737 h 334963"/>
              <a:gd name="connsiteX28" fmla="*/ 160519 w 338138"/>
              <a:gd name="connsiteY28" fmla="*/ 185737 h 334963"/>
              <a:gd name="connsiteX29" fmla="*/ 177619 w 338138"/>
              <a:gd name="connsiteY29" fmla="*/ 185737 h 334963"/>
              <a:gd name="connsiteX30" fmla="*/ 192088 w 338138"/>
              <a:gd name="connsiteY30" fmla="*/ 200024 h 334963"/>
              <a:gd name="connsiteX31" fmla="*/ 177619 w 338138"/>
              <a:gd name="connsiteY31" fmla="*/ 214312 h 334963"/>
              <a:gd name="connsiteX32" fmla="*/ 160519 w 338138"/>
              <a:gd name="connsiteY32" fmla="*/ 214312 h 334963"/>
              <a:gd name="connsiteX33" fmla="*/ 146050 w 338138"/>
              <a:gd name="connsiteY33" fmla="*/ 200024 h 334963"/>
              <a:gd name="connsiteX34" fmla="*/ 160519 w 338138"/>
              <a:gd name="connsiteY34" fmla="*/ 185737 h 334963"/>
              <a:gd name="connsiteX35" fmla="*/ 71811 w 338138"/>
              <a:gd name="connsiteY35" fmla="*/ 185737 h 334963"/>
              <a:gd name="connsiteX36" fmla="*/ 90114 w 338138"/>
              <a:gd name="connsiteY36" fmla="*/ 185737 h 334963"/>
              <a:gd name="connsiteX37" fmla="*/ 103188 w 338138"/>
              <a:gd name="connsiteY37" fmla="*/ 200024 h 334963"/>
              <a:gd name="connsiteX38" fmla="*/ 90114 w 338138"/>
              <a:gd name="connsiteY38" fmla="*/ 214312 h 334963"/>
              <a:gd name="connsiteX39" fmla="*/ 71811 w 338138"/>
              <a:gd name="connsiteY39" fmla="*/ 214312 h 334963"/>
              <a:gd name="connsiteX40" fmla="*/ 58738 w 338138"/>
              <a:gd name="connsiteY40" fmla="*/ 200024 h 334963"/>
              <a:gd name="connsiteX41" fmla="*/ 71811 w 338138"/>
              <a:gd name="connsiteY41" fmla="*/ 185737 h 334963"/>
              <a:gd name="connsiteX42" fmla="*/ 248024 w 338138"/>
              <a:gd name="connsiteY42" fmla="*/ 125412 h 334963"/>
              <a:gd name="connsiteX43" fmla="*/ 266327 w 338138"/>
              <a:gd name="connsiteY43" fmla="*/ 125412 h 334963"/>
              <a:gd name="connsiteX44" fmla="*/ 279400 w 338138"/>
              <a:gd name="connsiteY44" fmla="*/ 139699 h 334963"/>
              <a:gd name="connsiteX45" fmla="*/ 266327 w 338138"/>
              <a:gd name="connsiteY45" fmla="*/ 153987 h 334963"/>
              <a:gd name="connsiteX46" fmla="*/ 248024 w 338138"/>
              <a:gd name="connsiteY46" fmla="*/ 153987 h 334963"/>
              <a:gd name="connsiteX47" fmla="*/ 234950 w 338138"/>
              <a:gd name="connsiteY47" fmla="*/ 139699 h 334963"/>
              <a:gd name="connsiteX48" fmla="*/ 248024 w 338138"/>
              <a:gd name="connsiteY48" fmla="*/ 125412 h 334963"/>
              <a:gd name="connsiteX49" fmla="*/ 160519 w 338138"/>
              <a:gd name="connsiteY49" fmla="*/ 125412 h 334963"/>
              <a:gd name="connsiteX50" fmla="*/ 177619 w 338138"/>
              <a:gd name="connsiteY50" fmla="*/ 125412 h 334963"/>
              <a:gd name="connsiteX51" fmla="*/ 192088 w 338138"/>
              <a:gd name="connsiteY51" fmla="*/ 139699 h 334963"/>
              <a:gd name="connsiteX52" fmla="*/ 177619 w 338138"/>
              <a:gd name="connsiteY52" fmla="*/ 153987 h 334963"/>
              <a:gd name="connsiteX53" fmla="*/ 160519 w 338138"/>
              <a:gd name="connsiteY53" fmla="*/ 153987 h 334963"/>
              <a:gd name="connsiteX54" fmla="*/ 146050 w 338138"/>
              <a:gd name="connsiteY54" fmla="*/ 139699 h 334963"/>
              <a:gd name="connsiteX55" fmla="*/ 160519 w 338138"/>
              <a:gd name="connsiteY55" fmla="*/ 125412 h 334963"/>
              <a:gd name="connsiteX56" fmla="*/ 71811 w 338138"/>
              <a:gd name="connsiteY56" fmla="*/ 125412 h 334963"/>
              <a:gd name="connsiteX57" fmla="*/ 90114 w 338138"/>
              <a:gd name="connsiteY57" fmla="*/ 125412 h 334963"/>
              <a:gd name="connsiteX58" fmla="*/ 103188 w 338138"/>
              <a:gd name="connsiteY58" fmla="*/ 139699 h 334963"/>
              <a:gd name="connsiteX59" fmla="*/ 90114 w 338138"/>
              <a:gd name="connsiteY59" fmla="*/ 153987 h 334963"/>
              <a:gd name="connsiteX60" fmla="*/ 71811 w 338138"/>
              <a:gd name="connsiteY60" fmla="*/ 153987 h 334963"/>
              <a:gd name="connsiteX61" fmla="*/ 58738 w 338138"/>
              <a:gd name="connsiteY61" fmla="*/ 139699 h 334963"/>
              <a:gd name="connsiteX62" fmla="*/ 71811 w 338138"/>
              <a:gd name="connsiteY62" fmla="*/ 125412 h 334963"/>
              <a:gd name="connsiteX63" fmla="*/ 51107 w 338138"/>
              <a:gd name="connsiteY63" fmla="*/ 52387 h 334963"/>
              <a:gd name="connsiteX64" fmla="*/ 28575 w 338138"/>
              <a:gd name="connsiteY64" fmla="*/ 73466 h 334963"/>
              <a:gd name="connsiteX65" fmla="*/ 28575 w 338138"/>
              <a:gd name="connsiteY65" fmla="*/ 285578 h 334963"/>
              <a:gd name="connsiteX66" fmla="*/ 51107 w 338138"/>
              <a:gd name="connsiteY66" fmla="*/ 307975 h 334963"/>
              <a:gd name="connsiteX67" fmla="*/ 287031 w 338138"/>
              <a:gd name="connsiteY67" fmla="*/ 307975 h 334963"/>
              <a:gd name="connsiteX68" fmla="*/ 309563 w 338138"/>
              <a:gd name="connsiteY68" fmla="*/ 285578 h 334963"/>
              <a:gd name="connsiteX69" fmla="*/ 309563 w 338138"/>
              <a:gd name="connsiteY69" fmla="*/ 74784 h 334963"/>
              <a:gd name="connsiteX70" fmla="*/ 287031 w 338138"/>
              <a:gd name="connsiteY70" fmla="*/ 52387 h 334963"/>
              <a:gd name="connsiteX71" fmla="*/ 264499 w 338138"/>
              <a:gd name="connsiteY71" fmla="*/ 52387 h 334963"/>
              <a:gd name="connsiteX72" fmla="*/ 264499 w 338138"/>
              <a:gd name="connsiteY72" fmla="*/ 61609 h 334963"/>
              <a:gd name="connsiteX73" fmla="*/ 249919 w 338138"/>
              <a:gd name="connsiteY73" fmla="*/ 74784 h 334963"/>
              <a:gd name="connsiteX74" fmla="*/ 235340 w 338138"/>
              <a:gd name="connsiteY74" fmla="*/ 61609 h 334963"/>
              <a:gd name="connsiteX75" fmla="*/ 235340 w 338138"/>
              <a:gd name="connsiteY75" fmla="*/ 52387 h 334963"/>
              <a:gd name="connsiteX76" fmla="*/ 101473 w 338138"/>
              <a:gd name="connsiteY76" fmla="*/ 52387 h 334963"/>
              <a:gd name="connsiteX77" fmla="*/ 101473 w 338138"/>
              <a:gd name="connsiteY77" fmla="*/ 61609 h 334963"/>
              <a:gd name="connsiteX78" fmla="*/ 86893 w 338138"/>
              <a:gd name="connsiteY78" fmla="*/ 74784 h 334963"/>
              <a:gd name="connsiteX79" fmla="*/ 73639 w 338138"/>
              <a:gd name="connsiteY79" fmla="*/ 61609 h 334963"/>
              <a:gd name="connsiteX80" fmla="*/ 73639 w 338138"/>
              <a:gd name="connsiteY80" fmla="*/ 52387 h 334963"/>
              <a:gd name="connsiteX81" fmla="*/ 51107 w 338138"/>
              <a:gd name="connsiteY81" fmla="*/ 52387 h 334963"/>
              <a:gd name="connsiteX82" fmla="*/ 87176 w 338138"/>
              <a:gd name="connsiteY82" fmla="*/ 0 h 334963"/>
              <a:gd name="connsiteX83" fmla="*/ 101706 w 338138"/>
              <a:gd name="connsiteY83" fmla="*/ 14449 h 334963"/>
              <a:gd name="connsiteX84" fmla="*/ 101706 w 338138"/>
              <a:gd name="connsiteY84" fmla="*/ 23644 h 334963"/>
              <a:gd name="connsiteX85" fmla="*/ 235112 w 338138"/>
              <a:gd name="connsiteY85" fmla="*/ 23644 h 334963"/>
              <a:gd name="connsiteX86" fmla="*/ 235112 w 338138"/>
              <a:gd name="connsiteY86" fmla="*/ 14449 h 334963"/>
              <a:gd name="connsiteX87" fmla="*/ 249641 w 338138"/>
              <a:gd name="connsiteY87" fmla="*/ 0 h 334963"/>
              <a:gd name="connsiteX88" fmla="*/ 264170 w 338138"/>
              <a:gd name="connsiteY88" fmla="*/ 14449 h 334963"/>
              <a:gd name="connsiteX89" fmla="*/ 264170 w 338138"/>
              <a:gd name="connsiteY89" fmla="*/ 23644 h 334963"/>
              <a:gd name="connsiteX90" fmla="*/ 286625 w 338138"/>
              <a:gd name="connsiteY90" fmla="*/ 23644 h 334963"/>
              <a:gd name="connsiteX91" fmla="*/ 338138 w 338138"/>
              <a:gd name="connsiteY91" fmla="*/ 74874 h 334963"/>
              <a:gd name="connsiteX92" fmla="*/ 338138 w 338138"/>
              <a:gd name="connsiteY92" fmla="*/ 285047 h 334963"/>
              <a:gd name="connsiteX93" fmla="*/ 286625 w 338138"/>
              <a:gd name="connsiteY93" fmla="*/ 334963 h 334963"/>
              <a:gd name="connsiteX94" fmla="*/ 51513 w 338138"/>
              <a:gd name="connsiteY94" fmla="*/ 334963 h 334963"/>
              <a:gd name="connsiteX95" fmla="*/ 0 w 338138"/>
              <a:gd name="connsiteY95" fmla="*/ 285047 h 334963"/>
              <a:gd name="connsiteX96" fmla="*/ 0 w 338138"/>
              <a:gd name="connsiteY96" fmla="*/ 74874 h 334963"/>
              <a:gd name="connsiteX97" fmla="*/ 51513 w 338138"/>
              <a:gd name="connsiteY97" fmla="*/ 23644 h 334963"/>
              <a:gd name="connsiteX98" fmla="*/ 73968 w 338138"/>
              <a:gd name="connsiteY98" fmla="*/ 23644 h 334963"/>
              <a:gd name="connsiteX99" fmla="*/ 73968 w 338138"/>
              <a:gd name="connsiteY99" fmla="*/ 14449 h 334963"/>
              <a:gd name="connsiteX100" fmla="*/ 87176 w 338138"/>
              <a:gd name="connsiteY100" fmla="*/ 0 h 33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38138" h="334963">
                <a:moveTo>
                  <a:pt x="248024" y="246062"/>
                </a:moveTo>
                <a:cubicBezTo>
                  <a:pt x="248024" y="246062"/>
                  <a:pt x="248024" y="246062"/>
                  <a:pt x="266327" y="246062"/>
                </a:cubicBezTo>
                <a:cubicBezTo>
                  <a:pt x="272863" y="246062"/>
                  <a:pt x="279400" y="252557"/>
                  <a:pt x="279400" y="260350"/>
                </a:cubicBezTo>
                <a:cubicBezTo>
                  <a:pt x="279400" y="268143"/>
                  <a:pt x="272863" y="274637"/>
                  <a:pt x="266327" y="274637"/>
                </a:cubicBezTo>
                <a:cubicBezTo>
                  <a:pt x="266327" y="274637"/>
                  <a:pt x="266327" y="274637"/>
                  <a:pt x="248024" y="274637"/>
                </a:cubicBezTo>
                <a:cubicBezTo>
                  <a:pt x="241487" y="274637"/>
                  <a:pt x="234950" y="268143"/>
                  <a:pt x="234950" y="260350"/>
                </a:cubicBezTo>
                <a:cubicBezTo>
                  <a:pt x="234950" y="252557"/>
                  <a:pt x="241487" y="246062"/>
                  <a:pt x="248024" y="246062"/>
                </a:cubicBezTo>
                <a:close/>
                <a:moveTo>
                  <a:pt x="160519" y="246062"/>
                </a:moveTo>
                <a:cubicBezTo>
                  <a:pt x="160519" y="246062"/>
                  <a:pt x="160519" y="246062"/>
                  <a:pt x="177619" y="246062"/>
                </a:cubicBezTo>
                <a:cubicBezTo>
                  <a:pt x="185511" y="246062"/>
                  <a:pt x="192088" y="252557"/>
                  <a:pt x="192088" y="260350"/>
                </a:cubicBezTo>
                <a:cubicBezTo>
                  <a:pt x="192088" y="268143"/>
                  <a:pt x="185511" y="274637"/>
                  <a:pt x="177619" y="274637"/>
                </a:cubicBezTo>
                <a:cubicBezTo>
                  <a:pt x="177619" y="274637"/>
                  <a:pt x="177619" y="274637"/>
                  <a:pt x="160519" y="274637"/>
                </a:cubicBezTo>
                <a:cubicBezTo>
                  <a:pt x="152627" y="274637"/>
                  <a:pt x="146050" y="268143"/>
                  <a:pt x="146050" y="260350"/>
                </a:cubicBezTo>
                <a:cubicBezTo>
                  <a:pt x="146050" y="252557"/>
                  <a:pt x="152627" y="246062"/>
                  <a:pt x="160519" y="246062"/>
                </a:cubicBezTo>
                <a:close/>
                <a:moveTo>
                  <a:pt x="71811" y="246062"/>
                </a:moveTo>
                <a:cubicBezTo>
                  <a:pt x="71811" y="246062"/>
                  <a:pt x="71811" y="246062"/>
                  <a:pt x="90114" y="246062"/>
                </a:cubicBezTo>
                <a:cubicBezTo>
                  <a:pt x="96651" y="246062"/>
                  <a:pt x="103188" y="252557"/>
                  <a:pt x="103188" y="260350"/>
                </a:cubicBezTo>
                <a:cubicBezTo>
                  <a:pt x="103188" y="268143"/>
                  <a:pt x="96651" y="274637"/>
                  <a:pt x="90114" y="274637"/>
                </a:cubicBezTo>
                <a:cubicBezTo>
                  <a:pt x="90114" y="274637"/>
                  <a:pt x="90114" y="274637"/>
                  <a:pt x="71811" y="274637"/>
                </a:cubicBezTo>
                <a:cubicBezTo>
                  <a:pt x="65275" y="274637"/>
                  <a:pt x="58738" y="268143"/>
                  <a:pt x="58738" y="260350"/>
                </a:cubicBezTo>
                <a:cubicBezTo>
                  <a:pt x="58738" y="252557"/>
                  <a:pt x="65275" y="246062"/>
                  <a:pt x="71811" y="246062"/>
                </a:cubicBezTo>
                <a:close/>
                <a:moveTo>
                  <a:pt x="248024" y="185737"/>
                </a:moveTo>
                <a:cubicBezTo>
                  <a:pt x="248024" y="185737"/>
                  <a:pt x="248024" y="185737"/>
                  <a:pt x="266327" y="185737"/>
                </a:cubicBezTo>
                <a:cubicBezTo>
                  <a:pt x="272863" y="185737"/>
                  <a:pt x="279400" y="192231"/>
                  <a:pt x="279400" y="200024"/>
                </a:cubicBezTo>
                <a:cubicBezTo>
                  <a:pt x="279400" y="209116"/>
                  <a:pt x="272863" y="214312"/>
                  <a:pt x="266327" y="214312"/>
                </a:cubicBezTo>
                <a:cubicBezTo>
                  <a:pt x="266327" y="214312"/>
                  <a:pt x="266327" y="214312"/>
                  <a:pt x="248024" y="214312"/>
                </a:cubicBezTo>
                <a:cubicBezTo>
                  <a:pt x="241487" y="214312"/>
                  <a:pt x="234950" y="207817"/>
                  <a:pt x="234950" y="200024"/>
                </a:cubicBezTo>
                <a:cubicBezTo>
                  <a:pt x="234950" y="192231"/>
                  <a:pt x="241487" y="185737"/>
                  <a:pt x="248024" y="185737"/>
                </a:cubicBezTo>
                <a:close/>
                <a:moveTo>
                  <a:pt x="160519" y="185737"/>
                </a:moveTo>
                <a:cubicBezTo>
                  <a:pt x="160519" y="185737"/>
                  <a:pt x="160519" y="185737"/>
                  <a:pt x="177619" y="185737"/>
                </a:cubicBezTo>
                <a:cubicBezTo>
                  <a:pt x="185511" y="185737"/>
                  <a:pt x="192088" y="192231"/>
                  <a:pt x="192088" y="200024"/>
                </a:cubicBezTo>
                <a:cubicBezTo>
                  <a:pt x="192088" y="209116"/>
                  <a:pt x="185511" y="214312"/>
                  <a:pt x="177619" y="214312"/>
                </a:cubicBezTo>
                <a:cubicBezTo>
                  <a:pt x="177619" y="214312"/>
                  <a:pt x="177619" y="214312"/>
                  <a:pt x="160519" y="214312"/>
                </a:cubicBezTo>
                <a:cubicBezTo>
                  <a:pt x="152627" y="214312"/>
                  <a:pt x="146050" y="207817"/>
                  <a:pt x="146050" y="200024"/>
                </a:cubicBezTo>
                <a:cubicBezTo>
                  <a:pt x="146050" y="192231"/>
                  <a:pt x="152627" y="185737"/>
                  <a:pt x="160519" y="185737"/>
                </a:cubicBezTo>
                <a:close/>
                <a:moveTo>
                  <a:pt x="71811" y="185737"/>
                </a:moveTo>
                <a:cubicBezTo>
                  <a:pt x="71811" y="185737"/>
                  <a:pt x="71811" y="185737"/>
                  <a:pt x="90114" y="185737"/>
                </a:cubicBezTo>
                <a:cubicBezTo>
                  <a:pt x="96651" y="185737"/>
                  <a:pt x="103188" y="192231"/>
                  <a:pt x="103188" y="200024"/>
                </a:cubicBezTo>
                <a:cubicBezTo>
                  <a:pt x="103188" y="209116"/>
                  <a:pt x="96651" y="214312"/>
                  <a:pt x="90114" y="214312"/>
                </a:cubicBezTo>
                <a:cubicBezTo>
                  <a:pt x="90114" y="214312"/>
                  <a:pt x="90114" y="214312"/>
                  <a:pt x="71811" y="214312"/>
                </a:cubicBezTo>
                <a:cubicBezTo>
                  <a:pt x="65275" y="214312"/>
                  <a:pt x="58738" y="207817"/>
                  <a:pt x="58738" y="200024"/>
                </a:cubicBezTo>
                <a:cubicBezTo>
                  <a:pt x="58738" y="192231"/>
                  <a:pt x="65275" y="185737"/>
                  <a:pt x="71811" y="185737"/>
                </a:cubicBezTo>
                <a:close/>
                <a:moveTo>
                  <a:pt x="248024" y="125412"/>
                </a:moveTo>
                <a:cubicBezTo>
                  <a:pt x="248024" y="125412"/>
                  <a:pt x="248024" y="125412"/>
                  <a:pt x="266327" y="125412"/>
                </a:cubicBezTo>
                <a:cubicBezTo>
                  <a:pt x="272863" y="125412"/>
                  <a:pt x="279400" y="131906"/>
                  <a:pt x="279400" y="139699"/>
                </a:cubicBezTo>
                <a:cubicBezTo>
                  <a:pt x="279400" y="147492"/>
                  <a:pt x="272863" y="153987"/>
                  <a:pt x="266327" y="153987"/>
                </a:cubicBezTo>
                <a:cubicBezTo>
                  <a:pt x="266327" y="153987"/>
                  <a:pt x="266327" y="153987"/>
                  <a:pt x="248024" y="153987"/>
                </a:cubicBezTo>
                <a:cubicBezTo>
                  <a:pt x="241487" y="153987"/>
                  <a:pt x="234950" y="147492"/>
                  <a:pt x="234950" y="139699"/>
                </a:cubicBezTo>
                <a:cubicBezTo>
                  <a:pt x="234950" y="131906"/>
                  <a:pt x="241487" y="125412"/>
                  <a:pt x="248024" y="125412"/>
                </a:cubicBezTo>
                <a:close/>
                <a:moveTo>
                  <a:pt x="160519" y="125412"/>
                </a:moveTo>
                <a:cubicBezTo>
                  <a:pt x="160519" y="125412"/>
                  <a:pt x="160519" y="125412"/>
                  <a:pt x="177619" y="125412"/>
                </a:cubicBezTo>
                <a:cubicBezTo>
                  <a:pt x="185511" y="125412"/>
                  <a:pt x="192088" y="131906"/>
                  <a:pt x="192088" y="139699"/>
                </a:cubicBezTo>
                <a:cubicBezTo>
                  <a:pt x="192088" y="147492"/>
                  <a:pt x="185511" y="153987"/>
                  <a:pt x="177619" y="153987"/>
                </a:cubicBezTo>
                <a:cubicBezTo>
                  <a:pt x="177619" y="153987"/>
                  <a:pt x="177619" y="153987"/>
                  <a:pt x="160519" y="153987"/>
                </a:cubicBezTo>
                <a:cubicBezTo>
                  <a:pt x="152627" y="153987"/>
                  <a:pt x="146050" y="147492"/>
                  <a:pt x="146050" y="139699"/>
                </a:cubicBezTo>
                <a:cubicBezTo>
                  <a:pt x="146050" y="131906"/>
                  <a:pt x="152627" y="125412"/>
                  <a:pt x="160519" y="125412"/>
                </a:cubicBezTo>
                <a:close/>
                <a:moveTo>
                  <a:pt x="71811" y="125412"/>
                </a:moveTo>
                <a:cubicBezTo>
                  <a:pt x="71811" y="125412"/>
                  <a:pt x="71811" y="125412"/>
                  <a:pt x="90114" y="125412"/>
                </a:cubicBezTo>
                <a:cubicBezTo>
                  <a:pt x="96651" y="125412"/>
                  <a:pt x="103188" y="131906"/>
                  <a:pt x="103188" y="139699"/>
                </a:cubicBezTo>
                <a:cubicBezTo>
                  <a:pt x="103188" y="147492"/>
                  <a:pt x="96651" y="153987"/>
                  <a:pt x="90114" y="153987"/>
                </a:cubicBezTo>
                <a:cubicBezTo>
                  <a:pt x="90114" y="153987"/>
                  <a:pt x="90114" y="153987"/>
                  <a:pt x="71811" y="153987"/>
                </a:cubicBezTo>
                <a:cubicBezTo>
                  <a:pt x="65275" y="153987"/>
                  <a:pt x="58738" y="147492"/>
                  <a:pt x="58738" y="139699"/>
                </a:cubicBezTo>
                <a:cubicBezTo>
                  <a:pt x="58738" y="131906"/>
                  <a:pt x="65275" y="125412"/>
                  <a:pt x="71811" y="125412"/>
                </a:cubicBezTo>
                <a:close/>
                <a:moveTo>
                  <a:pt x="51107" y="52387"/>
                </a:moveTo>
                <a:cubicBezTo>
                  <a:pt x="39178" y="52387"/>
                  <a:pt x="28575" y="61609"/>
                  <a:pt x="28575" y="73466"/>
                </a:cubicBezTo>
                <a:cubicBezTo>
                  <a:pt x="28575" y="73466"/>
                  <a:pt x="28575" y="73466"/>
                  <a:pt x="28575" y="285578"/>
                </a:cubicBezTo>
                <a:cubicBezTo>
                  <a:pt x="28575" y="297436"/>
                  <a:pt x="39178" y="307975"/>
                  <a:pt x="51107" y="307975"/>
                </a:cubicBezTo>
                <a:cubicBezTo>
                  <a:pt x="51107" y="307975"/>
                  <a:pt x="51107" y="307975"/>
                  <a:pt x="287031" y="307975"/>
                </a:cubicBezTo>
                <a:cubicBezTo>
                  <a:pt x="298960" y="307975"/>
                  <a:pt x="309563" y="297436"/>
                  <a:pt x="309563" y="285578"/>
                </a:cubicBezTo>
                <a:cubicBezTo>
                  <a:pt x="309563" y="285578"/>
                  <a:pt x="309563" y="285578"/>
                  <a:pt x="309563" y="74784"/>
                </a:cubicBezTo>
                <a:cubicBezTo>
                  <a:pt x="309563" y="62926"/>
                  <a:pt x="298960" y="52387"/>
                  <a:pt x="287031" y="52387"/>
                </a:cubicBezTo>
                <a:cubicBezTo>
                  <a:pt x="287031" y="52387"/>
                  <a:pt x="287031" y="52387"/>
                  <a:pt x="264499" y="52387"/>
                </a:cubicBezTo>
                <a:cubicBezTo>
                  <a:pt x="264499" y="52387"/>
                  <a:pt x="264499" y="52387"/>
                  <a:pt x="264499" y="61609"/>
                </a:cubicBezTo>
                <a:cubicBezTo>
                  <a:pt x="263174" y="69514"/>
                  <a:pt x="256546" y="74784"/>
                  <a:pt x="249919" y="74784"/>
                </a:cubicBezTo>
                <a:cubicBezTo>
                  <a:pt x="241967" y="74784"/>
                  <a:pt x="235340" y="69514"/>
                  <a:pt x="235340" y="61609"/>
                </a:cubicBezTo>
                <a:cubicBezTo>
                  <a:pt x="235340" y="61609"/>
                  <a:pt x="235340" y="61609"/>
                  <a:pt x="235340" y="52387"/>
                </a:cubicBezTo>
                <a:cubicBezTo>
                  <a:pt x="235340" y="52387"/>
                  <a:pt x="235340" y="52387"/>
                  <a:pt x="101473" y="52387"/>
                </a:cubicBezTo>
                <a:cubicBezTo>
                  <a:pt x="101473" y="52387"/>
                  <a:pt x="101473" y="52387"/>
                  <a:pt x="101473" y="61609"/>
                </a:cubicBezTo>
                <a:cubicBezTo>
                  <a:pt x="101473" y="69514"/>
                  <a:pt x="94846" y="74784"/>
                  <a:pt x="86893" y="74784"/>
                </a:cubicBezTo>
                <a:cubicBezTo>
                  <a:pt x="80266" y="74784"/>
                  <a:pt x="73639" y="68196"/>
                  <a:pt x="73639" y="61609"/>
                </a:cubicBezTo>
                <a:cubicBezTo>
                  <a:pt x="73639" y="61609"/>
                  <a:pt x="73639" y="61609"/>
                  <a:pt x="73639" y="52387"/>
                </a:cubicBezTo>
                <a:cubicBezTo>
                  <a:pt x="73639" y="52387"/>
                  <a:pt x="73639" y="52387"/>
                  <a:pt x="51107" y="52387"/>
                </a:cubicBezTo>
                <a:close/>
                <a:moveTo>
                  <a:pt x="87176" y="0"/>
                </a:moveTo>
                <a:cubicBezTo>
                  <a:pt x="95101" y="0"/>
                  <a:pt x="101706" y="6568"/>
                  <a:pt x="101706" y="14449"/>
                </a:cubicBezTo>
                <a:cubicBezTo>
                  <a:pt x="101706" y="14449"/>
                  <a:pt x="101706" y="14449"/>
                  <a:pt x="101706" y="23644"/>
                </a:cubicBezTo>
                <a:cubicBezTo>
                  <a:pt x="101706" y="23644"/>
                  <a:pt x="101706" y="23644"/>
                  <a:pt x="235112" y="23644"/>
                </a:cubicBezTo>
                <a:cubicBezTo>
                  <a:pt x="235112" y="23644"/>
                  <a:pt x="235112" y="23644"/>
                  <a:pt x="235112" y="14449"/>
                </a:cubicBezTo>
                <a:cubicBezTo>
                  <a:pt x="235112" y="6568"/>
                  <a:pt x="241716" y="0"/>
                  <a:pt x="249641" y="0"/>
                </a:cubicBezTo>
                <a:cubicBezTo>
                  <a:pt x="257566" y="0"/>
                  <a:pt x="264170" y="6568"/>
                  <a:pt x="264170" y="14449"/>
                </a:cubicBezTo>
                <a:cubicBezTo>
                  <a:pt x="264170" y="14449"/>
                  <a:pt x="264170" y="14449"/>
                  <a:pt x="264170" y="23644"/>
                </a:cubicBezTo>
                <a:cubicBezTo>
                  <a:pt x="264170" y="23644"/>
                  <a:pt x="264170" y="23644"/>
                  <a:pt x="286625" y="23644"/>
                </a:cubicBezTo>
                <a:cubicBezTo>
                  <a:pt x="314363" y="23644"/>
                  <a:pt x="338138" y="47289"/>
                  <a:pt x="338138" y="74874"/>
                </a:cubicBezTo>
                <a:cubicBezTo>
                  <a:pt x="338138" y="74874"/>
                  <a:pt x="338138" y="74874"/>
                  <a:pt x="338138" y="285047"/>
                </a:cubicBezTo>
                <a:cubicBezTo>
                  <a:pt x="336817" y="312632"/>
                  <a:pt x="314363" y="334963"/>
                  <a:pt x="286625" y="334963"/>
                </a:cubicBezTo>
                <a:cubicBezTo>
                  <a:pt x="286625" y="334963"/>
                  <a:pt x="286625" y="334963"/>
                  <a:pt x="51513" y="334963"/>
                </a:cubicBezTo>
                <a:cubicBezTo>
                  <a:pt x="23775" y="334963"/>
                  <a:pt x="0" y="312632"/>
                  <a:pt x="0" y="285047"/>
                </a:cubicBezTo>
                <a:cubicBezTo>
                  <a:pt x="0" y="285047"/>
                  <a:pt x="0" y="285047"/>
                  <a:pt x="0" y="74874"/>
                </a:cubicBezTo>
                <a:cubicBezTo>
                  <a:pt x="0" y="47289"/>
                  <a:pt x="23775" y="23644"/>
                  <a:pt x="51513" y="23644"/>
                </a:cubicBezTo>
                <a:cubicBezTo>
                  <a:pt x="51513" y="23644"/>
                  <a:pt x="51513" y="23644"/>
                  <a:pt x="73968" y="23644"/>
                </a:cubicBezTo>
                <a:cubicBezTo>
                  <a:pt x="73968" y="23644"/>
                  <a:pt x="73968" y="23644"/>
                  <a:pt x="73968" y="14449"/>
                </a:cubicBezTo>
                <a:cubicBezTo>
                  <a:pt x="73968" y="6568"/>
                  <a:pt x="79251" y="0"/>
                  <a:pt x="87176" y="0"/>
                </a:cubicBezTo>
                <a:close/>
              </a:path>
            </a:pathLst>
          </a:custGeom>
          <a:solidFill>
            <a:srgbClr val="005DA2"/>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9C06C6B5-A2EC-45FD-905F-0A31FC0F49E8}"/>
              </a:ext>
            </a:extLst>
          </p:cNvPr>
          <p:cNvSpPr txBox="1"/>
          <p:nvPr/>
        </p:nvSpPr>
        <p:spPr>
          <a:xfrm>
            <a:off x="7239468" y="5097403"/>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7472" y="535252"/>
            <a:ext cx="1528713" cy="1531265"/>
          </a:xfrm>
          <a:prstGeom prst="rect">
            <a:avLst/>
          </a:prstGeom>
        </p:spPr>
      </p:pic>
    </p:spTree>
    <p:extLst>
      <p:ext uri="{BB962C8B-B14F-4D97-AF65-F5344CB8AC3E}">
        <p14:creationId xmlns:p14="http://schemas.microsoft.com/office/powerpoint/2010/main" val="342540185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iterate type="lt">
                                    <p:tmPct val="15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ppt_x</p:attrName>
                                        </p:attrNameLst>
                                      </p:cBhvr>
                                      <p:tavLst>
                                        <p:tav tm="0">
                                          <p:val>
                                            <p:fltVal val="0.5"/>
                                          </p:val>
                                        </p:tav>
                                        <p:tav tm="100000">
                                          <p:val>
                                            <p:strVal val="#ppt_x"/>
                                          </p:val>
                                        </p:tav>
                                      </p:tavLst>
                                    </p:anim>
                                    <p:anim calcmode="lin" valueType="num">
                                      <p:cBhvr>
                                        <p:cTn id="10" dur="500" fill="hold"/>
                                        <p:tgtEl>
                                          <p:spTgt spid="8"/>
                                        </p:tgtEl>
                                        <p:attrNameLst>
                                          <p:attrName>ppt_y</p:attrName>
                                        </p:attrNameLst>
                                      </p:cBhvr>
                                      <p:tavLst>
                                        <p:tav tm="0">
                                          <p:val>
                                            <p:fltVal val="0.5"/>
                                          </p:val>
                                        </p:tav>
                                        <p:tav tm="100000">
                                          <p:val>
                                            <p:strVal val="#ppt_y"/>
                                          </p:val>
                                        </p:tav>
                                      </p:tavLst>
                                    </p:anim>
                                  </p:childTnLst>
                                </p:cTn>
                              </p:par>
                            </p:childTnLst>
                          </p:cTn>
                        </p:par>
                        <p:par>
                          <p:cTn id="11" fill="hold">
                            <p:stCondLst>
                              <p:cond delay="110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par>
                          <p:cTn id="17" fill="hold">
                            <p:stCondLst>
                              <p:cond delay="1600"/>
                            </p:stCondLst>
                            <p:childTnLst>
                              <p:par>
                                <p:cTn id="18" presetID="22" presetClass="entr" presetSubtype="8"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2100"/>
                            </p:stCondLst>
                            <p:childTnLst>
                              <p:par>
                                <p:cTn id="22" presetID="53" presetClass="entr" presetSubtype="16"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par>
                          <p:cTn id="27" fill="hold">
                            <p:stCondLst>
                              <p:cond delay="2600"/>
                            </p:stCondLst>
                            <p:childTnLst>
                              <p:par>
                                <p:cTn id="28" presetID="22" presetClass="entr" presetSubtype="8"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par>
                          <p:cTn id="31" fill="hold">
                            <p:stCondLst>
                              <p:cond delay="3100"/>
                            </p:stCondLst>
                            <p:childTnLst>
                              <p:par>
                                <p:cTn id="32" presetID="53" presetClass="entr" presetSubtype="16"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childTnLst>
                          </p:cTn>
                        </p:par>
                        <p:par>
                          <p:cTn id="37" fill="hold">
                            <p:stCondLst>
                              <p:cond delay="3600"/>
                            </p:stCondLst>
                            <p:childTnLst>
                              <p:par>
                                <p:cTn id="38" presetID="22" presetClass="entr" presetSubtype="8"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par>
                          <p:cTn id="41" fill="hold">
                            <p:stCondLst>
                              <p:cond delay="4100"/>
                            </p:stCondLst>
                            <p:childTnLst>
                              <p:par>
                                <p:cTn id="42" presetID="53" presetClass="entr" presetSubtype="16"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4600"/>
                            </p:stCondLst>
                            <p:childTnLst>
                              <p:par>
                                <p:cTn id="48" presetID="22" presetClass="entr" presetSubtype="8"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animBg="1"/>
      <p:bldP spid="14" grpId="0"/>
      <p:bldP spid="15" grpId="0" animBg="1"/>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6"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a:spLocks/>
          </p:cNvSpPr>
          <p:nvPr/>
        </p:nvSpPr>
        <p:spPr bwMode="auto">
          <a:xfrm rot="16200000">
            <a:off x="4456096" y="-766297"/>
            <a:ext cx="3329182" cy="12292885"/>
          </a:xfrm>
          <a:custGeom>
            <a:avLst/>
            <a:gdLst>
              <a:gd name="T0" fmla="*/ 606 w 606"/>
              <a:gd name="T1" fmla="*/ 335 h 697"/>
              <a:gd name="T2" fmla="*/ 464 w 606"/>
              <a:gd name="T3" fmla="*/ 0 h 697"/>
              <a:gd name="T4" fmla="*/ 0 w 606"/>
              <a:gd name="T5" fmla="*/ 0 h 697"/>
              <a:gd name="T6" fmla="*/ 0 w 606"/>
              <a:gd name="T7" fmla="*/ 697 h 697"/>
              <a:gd name="T8" fmla="*/ 432 w 606"/>
              <a:gd name="T9" fmla="*/ 697 h 697"/>
              <a:gd name="T10" fmla="*/ 606 w 606"/>
              <a:gd name="T11" fmla="*/ 335 h 697"/>
              <a:gd name="connsiteX0" fmla="*/ 18141 w 18141"/>
              <a:gd name="connsiteY0" fmla="*/ 4806 h 10000"/>
              <a:gd name="connsiteX1" fmla="*/ 15798 w 18141"/>
              <a:gd name="connsiteY1" fmla="*/ 0 h 10000"/>
              <a:gd name="connsiteX2" fmla="*/ 0 w 18141"/>
              <a:gd name="connsiteY2" fmla="*/ 0 h 10000"/>
              <a:gd name="connsiteX3" fmla="*/ 8141 w 18141"/>
              <a:gd name="connsiteY3" fmla="*/ 10000 h 10000"/>
              <a:gd name="connsiteX4" fmla="*/ 15270 w 18141"/>
              <a:gd name="connsiteY4" fmla="*/ 10000 h 10000"/>
              <a:gd name="connsiteX5" fmla="*/ 18141 w 18141"/>
              <a:gd name="connsiteY5" fmla="*/ 4806 h 10000"/>
              <a:gd name="connsiteX0" fmla="*/ 19334 w 19334"/>
              <a:gd name="connsiteY0" fmla="*/ 5546 h 10740"/>
              <a:gd name="connsiteX1" fmla="*/ 16991 w 19334"/>
              <a:gd name="connsiteY1" fmla="*/ 740 h 10740"/>
              <a:gd name="connsiteX2" fmla="*/ 1193 w 19334"/>
              <a:gd name="connsiteY2" fmla="*/ 740 h 10740"/>
              <a:gd name="connsiteX3" fmla="*/ 1125 w 19334"/>
              <a:gd name="connsiteY3" fmla="*/ 10740 h 10740"/>
              <a:gd name="connsiteX4" fmla="*/ 16463 w 19334"/>
              <a:gd name="connsiteY4" fmla="*/ 10740 h 10740"/>
              <a:gd name="connsiteX5" fmla="*/ 19334 w 19334"/>
              <a:gd name="connsiteY5" fmla="*/ 5546 h 10740"/>
              <a:gd name="connsiteX0" fmla="*/ 19434 w 19434"/>
              <a:gd name="connsiteY0" fmla="*/ 4806 h 10000"/>
              <a:gd name="connsiteX1" fmla="*/ 17091 w 19434"/>
              <a:gd name="connsiteY1" fmla="*/ 0 h 10000"/>
              <a:gd name="connsiteX2" fmla="*/ 1293 w 19434"/>
              <a:gd name="connsiteY2" fmla="*/ 0 h 10000"/>
              <a:gd name="connsiteX3" fmla="*/ 1225 w 19434"/>
              <a:gd name="connsiteY3" fmla="*/ 10000 h 10000"/>
              <a:gd name="connsiteX4" fmla="*/ 16563 w 19434"/>
              <a:gd name="connsiteY4" fmla="*/ 10000 h 10000"/>
              <a:gd name="connsiteX5" fmla="*/ 19434 w 19434"/>
              <a:gd name="connsiteY5" fmla="*/ 4806 h 10000"/>
              <a:gd name="connsiteX0" fmla="*/ 18216 w 18216"/>
              <a:gd name="connsiteY0" fmla="*/ 4806 h 10000"/>
              <a:gd name="connsiteX1" fmla="*/ 15873 w 18216"/>
              <a:gd name="connsiteY1" fmla="*/ 0 h 10000"/>
              <a:gd name="connsiteX2" fmla="*/ 2606 w 18216"/>
              <a:gd name="connsiteY2" fmla="*/ 0 h 10000"/>
              <a:gd name="connsiteX3" fmla="*/ 7 w 18216"/>
              <a:gd name="connsiteY3" fmla="*/ 10000 h 10000"/>
              <a:gd name="connsiteX4" fmla="*/ 15345 w 18216"/>
              <a:gd name="connsiteY4" fmla="*/ 10000 h 10000"/>
              <a:gd name="connsiteX5" fmla="*/ 18216 w 18216"/>
              <a:gd name="connsiteY5" fmla="*/ 4806 h 10000"/>
              <a:gd name="connsiteX0" fmla="*/ 18209 w 18209"/>
              <a:gd name="connsiteY0" fmla="*/ 5046 h 10240"/>
              <a:gd name="connsiteX1" fmla="*/ 15866 w 18209"/>
              <a:gd name="connsiteY1" fmla="*/ 240 h 10240"/>
              <a:gd name="connsiteX2" fmla="*/ 2599 w 18209"/>
              <a:gd name="connsiteY2" fmla="*/ 240 h 10240"/>
              <a:gd name="connsiteX3" fmla="*/ 0 w 18209"/>
              <a:gd name="connsiteY3" fmla="*/ 10240 h 10240"/>
              <a:gd name="connsiteX4" fmla="*/ 15338 w 18209"/>
              <a:gd name="connsiteY4" fmla="*/ 10240 h 10240"/>
              <a:gd name="connsiteX5" fmla="*/ 18209 w 18209"/>
              <a:gd name="connsiteY5" fmla="*/ 5046 h 10240"/>
              <a:gd name="connsiteX0" fmla="*/ 18209 w 18209"/>
              <a:gd name="connsiteY0" fmla="*/ 4807 h 10001"/>
              <a:gd name="connsiteX1" fmla="*/ 15866 w 18209"/>
              <a:gd name="connsiteY1" fmla="*/ 1 h 10001"/>
              <a:gd name="connsiteX2" fmla="*/ 2599 w 18209"/>
              <a:gd name="connsiteY2" fmla="*/ 1 h 10001"/>
              <a:gd name="connsiteX3" fmla="*/ 0 w 18209"/>
              <a:gd name="connsiteY3" fmla="*/ 10001 h 10001"/>
              <a:gd name="connsiteX4" fmla="*/ 15338 w 18209"/>
              <a:gd name="connsiteY4" fmla="*/ 10001 h 10001"/>
              <a:gd name="connsiteX5" fmla="*/ 18209 w 18209"/>
              <a:gd name="connsiteY5" fmla="*/ 4807 h 10001"/>
              <a:gd name="connsiteX0" fmla="*/ 18209 w 18209"/>
              <a:gd name="connsiteY0" fmla="*/ 4806 h 10000"/>
              <a:gd name="connsiteX1" fmla="*/ 15866 w 18209"/>
              <a:gd name="connsiteY1" fmla="*/ 0 h 10000"/>
              <a:gd name="connsiteX2" fmla="*/ 136 w 18209"/>
              <a:gd name="connsiteY2" fmla="*/ 11 h 10000"/>
              <a:gd name="connsiteX3" fmla="*/ 0 w 18209"/>
              <a:gd name="connsiteY3" fmla="*/ 10000 h 10000"/>
              <a:gd name="connsiteX4" fmla="*/ 15338 w 18209"/>
              <a:gd name="connsiteY4" fmla="*/ 10000 h 10000"/>
              <a:gd name="connsiteX5" fmla="*/ 18209 w 18209"/>
              <a:gd name="connsiteY5" fmla="*/ 4806 h 10000"/>
              <a:gd name="connsiteX0" fmla="*/ 18423 w 18423"/>
              <a:gd name="connsiteY0" fmla="*/ 4827 h 10021"/>
              <a:gd name="connsiteX1" fmla="*/ 16080 w 18423"/>
              <a:gd name="connsiteY1" fmla="*/ 21 h 10021"/>
              <a:gd name="connsiteX2" fmla="*/ 8 w 18423"/>
              <a:gd name="connsiteY2" fmla="*/ 0 h 10021"/>
              <a:gd name="connsiteX3" fmla="*/ 214 w 18423"/>
              <a:gd name="connsiteY3" fmla="*/ 10021 h 10021"/>
              <a:gd name="connsiteX4" fmla="*/ 15552 w 18423"/>
              <a:gd name="connsiteY4" fmla="*/ 10021 h 10021"/>
              <a:gd name="connsiteX5" fmla="*/ 18423 w 18423"/>
              <a:gd name="connsiteY5" fmla="*/ 4827 h 1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23" h="10021">
                <a:moveTo>
                  <a:pt x="18423" y="4827"/>
                </a:moveTo>
                <a:cubicBezTo>
                  <a:pt x="18423" y="2933"/>
                  <a:pt x="17515" y="1241"/>
                  <a:pt x="16080" y="21"/>
                </a:cubicBezTo>
                <a:lnTo>
                  <a:pt x="8" y="0"/>
                </a:lnTo>
                <a:cubicBezTo>
                  <a:pt x="-49" y="-31"/>
                  <a:pt x="214" y="10021"/>
                  <a:pt x="214" y="10021"/>
                </a:cubicBezTo>
                <a:lnTo>
                  <a:pt x="15552" y="10021"/>
                </a:lnTo>
                <a:cubicBezTo>
                  <a:pt x="17301" y="8801"/>
                  <a:pt x="18423" y="6922"/>
                  <a:pt x="18423" y="4827"/>
                </a:cubicBezTo>
                <a:close/>
              </a:path>
            </a:pathLst>
          </a:custGeom>
          <a:solidFill>
            <a:srgbClr val="005DA2"/>
          </a:solid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47" name="组合 46"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GrpSpPr/>
          <p:nvPr/>
        </p:nvGrpSpPr>
        <p:grpSpPr>
          <a:xfrm>
            <a:off x="901781" y="3485379"/>
            <a:ext cx="1059354" cy="1059354"/>
            <a:chOff x="901781" y="3652799"/>
            <a:chExt cx="1059354" cy="1059354"/>
          </a:xfrm>
          <a:effectLst/>
        </p:grpSpPr>
        <p:grpSp>
          <p:nvGrpSpPr>
            <p:cNvPr id="14" name="组合 13"/>
            <p:cNvGrpSpPr/>
            <p:nvPr/>
          </p:nvGrpSpPr>
          <p:grpSpPr>
            <a:xfrm>
              <a:off x="901781" y="3652799"/>
              <a:ext cx="1059354" cy="1059354"/>
              <a:chOff x="2685273" y="2003310"/>
              <a:chExt cx="1429322" cy="1429322"/>
            </a:xfrm>
          </p:grpSpPr>
          <p:sp>
            <p:nvSpPr>
              <p:cNvPr id="12" name="椭圆 11"/>
              <p:cNvSpPr/>
              <p:nvPr/>
            </p:nvSpPr>
            <p:spPr>
              <a:xfrm>
                <a:off x="2685273" y="2003310"/>
                <a:ext cx="1429322" cy="1429322"/>
              </a:xfrm>
              <a:prstGeom prst="ellipse">
                <a:avLst/>
              </a:prstGeom>
              <a:solidFill>
                <a:schemeClr val="bg1"/>
              </a:solidFill>
              <a:ln w="12700">
                <a:gradFill>
                  <a:gsLst>
                    <a:gs pos="89000">
                      <a:schemeClr val="bg1">
                        <a:lumMod val="85000"/>
                      </a:schemeClr>
                    </a:gs>
                    <a:gs pos="0">
                      <a:schemeClr val="bg1"/>
                    </a:gs>
                  </a:gsLst>
                  <a:lin ang="7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8C8E"/>
                  </a:solidFill>
                </a:endParaRPr>
              </a:p>
            </p:txBody>
          </p:sp>
          <p:sp>
            <p:nvSpPr>
              <p:cNvPr id="13" name="椭圆 12"/>
              <p:cNvSpPr/>
              <p:nvPr/>
            </p:nvSpPr>
            <p:spPr>
              <a:xfrm>
                <a:off x="2836034" y="2154071"/>
                <a:ext cx="1127798" cy="1127798"/>
              </a:xfrm>
              <a:prstGeom prst="ellipse">
                <a:avLst/>
              </a:prstGeom>
              <a:solidFill>
                <a:srgbClr val="00467A"/>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sp>
          <p:nvSpPr>
            <p:cNvPr id="15" name="Freeform 28"/>
            <p:cNvSpPr>
              <a:spLocks noEditPoints="1"/>
            </p:cNvSpPr>
            <p:nvPr/>
          </p:nvSpPr>
          <p:spPr bwMode="auto">
            <a:xfrm>
              <a:off x="1232675" y="4014020"/>
              <a:ext cx="448394" cy="336909"/>
            </a:xfrm>
            <a:custGeom>
              <a:avLst/>
              <a:gdLst>
                <a:gd name="T0" fmla="*/ 40 w 192"/>
                <a:gd name="T1" fmla="*/ 118 h 144"/>
                <a:gd name="T2" fmla="*/ 40 w 192"/>
                <a:gd name="T3" fmla="*/ 118 h 144"/>
                <a:gd name="T4" fmla="*/ 56 w 192"/>
                <a:gd name="T5" fmla="*/ 116 h 144"/>
                <a:gd name="T6" fmla="*/ 97 w 192"/>
                <a:gd name="T7" fmla="*/ 137 h 144"/>
                <a:gd name="T8" fmla="*/ 99 w 192"/>
                <a:gd name="T9" fmla="*/ 137 h 144"/>
                <a:gd name="T10" fmla="*/ 140 w 192"/>
                <a:gd name="T11" fmla="*/ 116 h 144"/>
                <a:gd name="T12" fmla="*/ 156 w 192"/>
                <a:gd name="T13" fmla="*/ 118 h 144"/>
                <a:gd name="T14" fmla="*/ 156 w 192"/>
                <a:gd name="T15" fmla="*/ 118 h 144"/>
                <a:gd name="T16" fmla="*/ 156 w 192"/>
                <a:gd name="T17" fmla="*/ 70 h 144"/>
                <a:gd name="T18" fmla="*/ 96 w 192"/>
                <a:gd name="T19" fmla="*/ 98 h 144"/>
                <a:gd name="T20" fmla="*/ 40 w 192"/>
                <a:gd name="T21" fmla="*/ 72 h 144"/>
                <a:gd name="T22" fmla="*/ 40 w 192"/>
                <a:gd name="T23" fmla="*/ 118 h 144"/>
                <a:gd name="T24" fmla="*/ 96 w 192"/>
                <a:gd name="T25" fmla="*/ 0 h 144"/>
                <a:gd name="T26" fmla="*/ 0 w 192"/>
                <a:gd name="T27" fmla="*/ 44 h 144"/>
                <a:gd name="T28" fmla="*/ 96 w 192"/>
                <a:gd name="T29" fmla="*/ 88 h 144"/>
                <a:gd name="T30" fmla="*/ 192 w 192"/>
                <a:gd name="T31" fmla="*/ 44 h 144"/>
                <a:gd name="T32" fmla="*/ 96 w 192"/>
                <a:gd name="T33" fmla="*/ 0 h 144"/>
                <a:gd name="T34" fmla="*/ 8 w 192"/>
                <a:gd name="T35" fmla="*/ 56 h 144"/>
                <a:gd name="T36" fmla="*/ 4 w 192"/>
                <a:gd name="T37" fmla="*/ 104 h 144"/>
                <a:gd name="T38" fmla="*/ 12 w 192"/>
                <a:gd name="T39" fmla="*/ 104 h 144"/>
                <a:gd name="T40" fmla="*/ 12 w 192"/>
                <a:gd name="T41" fmla="*/ 58 h 144"/>
                <a:gd name="T42" fmla="*/ 8 w 192"/>
                <a:gd name="T43" fmla="*/ 56 h 144"/>
                <a:gd name="T44" fmla="*/ 16 w 192"/>
                <a:gd name="T45" fmla="*/ 144 h 144"/>
                <a:gd name="T46" fmla="*/ 9 w 192"/>
                <a:gd name="T47" fmla="*/ 124 h 144"/>
                <a:gd name="T48" fmla="*/ 16 w 192"/>
                <a:gd name="T49" fmla="*/ 116 h 144"/>
                <a:gd name="T50" fmla="*/ 8 w 192"/>
                <a:gd name="T51" fmla="*/ 108 h 144"/>
                <a:gd name="T52" fmla="*/ 0 w 192"/>
                <a:gd name="T53" fmla="*/ 116 h 144"/>
                <a:gd name="T54" fmla="*/ 7 w 192"/>
                <a:gd name="T55" fmla="*/ 124 h 144"/>
                <a:gd name="T56" fmla="*/ 0 w 192"/>
                <a:gd name="T57" fmla="*/ 144 h 144"/>
                <a:gd name="T58" fmla="*/ 16 w 192"/>
                <a:gd name="T5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92" h="144">
                  <a:moveTo>
                    <a:pt x="40" y="118"/>
                  </a:moveTo>
                  <a:cubicBezTo>
                    <a:pt x="40" y="118"/>
                    <a:pt x="40" y="118"/>
                    <a:pt x="40" y="118"/>
                  </a:cubicBezTo>
                  <a:cubicBezTo>
                    <a:pt x="45" y="116"/>
                    <a:pt x="50" y="116"/>
                    <a:pt x="56" y="116"/>
                  </a:cubicBezTo>
                  <a:cubicBezTo>
                    <a:pt x="72" y="116"/>
                    <a:pt x="91" y="127"/>
                    <a:pt x="97" y="137"/>
                  </a:cubicBezTo>
                  <a:cubicBezTo>
                    <a:pt x="99" y="137"/>
                    <a:pt x="99" y="137"/>
                    <a:pt x="99" y="137"/>
                  </a:cubicBezTo>
                  <a:cubicBezTo>
                    <a:pt x="105" y="127"/>
                    <a:pt x="123" y="116"/>
                    <a:pt x="140" y="116"/>
                  </a:cubicBezTo>
                  <a:cubicBezTo>
                    <a:pt x="145" y="116"/>
                    <a:pt x="151" y="116"/>
                    <a:pt x="156" y="118"/>
                  </a:cubicBezTo>
                  <a:cubicBezTo>
                    <a:pt x="156" y="118"/>
                    <a:pt x="156" y="118"/>
                    <a:pt x="156" y="118"/>
                  </a:cubicBezTo>
                  <a:cubicBezTo>
                    <a:pt x="156" y="70"/>
                    <a:pt x="156" y="70"/>
                    <a:pt x="156" y="70"/>
                  </a:cubicBezTo>
                  <a:cubicBezTo>
                    <a:pt x="96" y="98"/>
                    <a:pt x="96" y="98"/>
                    <a:pt x="96" y="98"/>
                  </a:cubicBezTo>
                  <a:cubicBezTo>
                    <a:pt x="40" y="72"/>
                    <a:pt x="40" y="72"/>
                    <a:pt x="40" y="72"/>
                  </a:cubicBezTo>
                  <a:lnTo>
                    <a:pt x="40" y="118"/>
                  </a:lnTo>
                  <a:close/>
                  <a:moveTo>
                    <a:pt x="96" y="0"/>
                  </a:moveTo>
                  <a:cubicBezTo>
                    <a:pt x="0" y="44"/>
                    <a:pt x="0" y="44"/>
                    <a:pt x="0" y="44"/>
                  </a:cubicBezTo>
                  <a:cubicBezTo>
                    <a:pt x="96" y="88"/>
                    <a:pt x="96" y="88"/>
                    <a:pt x="96" y="88"/>
                  </a:cubicBezTo>
                  <a:cubicBezTo>
                    <a:pt x="192" y="44"/>
                    <a:pt x="192" y="44"/>
                    <a:pt x="192" y="44"/>
                  </a:cubicBezTo>
                  <a:lnTo>
                    <a:pt x="96" y="0"/>
                  </a:lnTo>
                  <a:close/>
                  <a:moveTo>
                    <a:pt x="8" y="56"/>
                  </a:moveTo>
                  <a:cubicBezTo>
                    <a:pt x="4" y="104"/>
                    <a:pt x="4" y="104"/>
                    <a:pt x="4" y="104"/>
                  </a:cubicBezTo>
                  <a:cubicBezTo>
                    <a:pt x="12" y="104"/>
                    <a:pt x="12" y="104"/>
                    <a:pt x="12" y="104"/>
                  </a:cubicBezTo>
                  <a:cubicBezTo>
                    <a:pt x="12" y="58"/>
                    <a:pt x="12" y="58"/>
                    <a:pt x="12" y="58"/>
                  </a:cubicBezTo>
                  <a:lnTo>
                    <a:pt x="8" y="56"/>
                  </a:lnTo>
                  <a:close/>
                  <a:moveTo>
                    <a:pt x="16" y="144"/>
                  </a:moveTo>
                  <a:cubicBezTo>
                    <a:pt x="9" y="124"/>
                    <a:pt x="9" y="124"/>
                    <a:pt x="9" y="124"/>
                  </a:cubicBezTo>
                  <a:cubicBezTo>
                    <a:pt x="13" y="123"/>
                    <a:pt x="16" y="120"/>
                    <a:pt x="16" y="116"/>
                  </a:cubicBezTo>
                  <a:cubicBezTo>
                    <a:pt x="16" y="111"/>
                    <a:pt x="12" y="108"/>
                    <a:pt x="8" y="108"/>
                  </a:cubicBezTo>
                  <a:cubicBezTo>
                    <a:pt x="3" y="108"/>
                    <a:pt x="0" y="111"/>
                    <a:pt x="0" y="116"/>
                  </a:cubicBezTo>
                  <a:cubicBezTo>
                    <a:pt x="0" y="120"/>
                    <a:pt x="3" y="123"/>
                    <a:pt x="7" y="124"/>
                  </a:cubicBezTo>
                  <a:cubicBezTo>
                    <a:pt x="0" y="144"/>
                    <a:pt x="0" y="144"/>
                    <a:pt x="0" y="144"/>
                  </a:cubicBezTo>
                  <a:lnTo>
                    <a:pt x="16" y="14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16" name="矩形 15"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p:nvPr/>
        </p:nvSpPr>
        <p:spPr>
          <a:xfrm>
            <a:off x="980051" y="4833044"/>
            <a:ext cx="902811"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绪论</a:t>
            </a:r>
          </a:p>
        </p:txBody>
      </p:sp>
      <p:sp>
        <p:nvSpPr>
          <p:cNvPr id="21" name="矩形 20"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p:nvPr/>
        </p:nvSpPr>
        <p:spPr>
          <a:xfrm>
            <a:off x="2960992" y="4528334"/>
            <a:ext cx="1620957" cy="523220"/>
          </a:xfrm>
          <a:prstGeom prst="rect">
            <a:avLst/>
          </a:prstGeom>
        </p:spPr>
        <p:txBody>
          <a:bodyPr wrap="none">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研究方法</a:t>
            </a:r>
          </a:p>
        </p:txBody>
      </p:sp>
      <p:sp>
        <p:nvSpPr>
          <p:cNvPr id="27" name="矩形 26"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p:nvPr/>
        </p:nvSpPr>
        <p:spPr>
          <a:xfrm>
            <a:off x="5301006" y="4345759"/>
            <a:ext cx="1620958" cy="523220"/>
          </a:xfrm>
          <a:prstGeom prst="rect">
            <a:avLst/>
          </a:prstGeom>
        </p:spPr>
        <p:txBody>
          <a:bodyPr wrap="non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内容阐述</a:t>
            </a:r>
          </a:p>
        </p:txBody>
      </p:sp>
      <p:sp>
        <p:nvSpPr>
          <p:cNvPr id="33" name="矩形 32"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p:nvPr/>
        </p:nvSpPr>
        <p:spPr>
          <a:xfrm>
            <a:off x="7618247" y="4585654"/>
            <a:ext cx="1620958" cy="523220"/>
          </a:xfrm>
          <a:prstGeom prst="rect">
            <a:avLst/>
          </a:prstGeom>
        </p:spPr>
        <p:txBody>
          <a:bodyPr wrap="non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研究成果</a:t>
            </a:r>
          </a:p>
        </p:txBody>
      </p:sp>
      <p:sp>
        <p:nvSpPr>
          <p:cNvPr id="39" name="矩形 3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p:nvPr/>
        </p:nvSpPr>
        <p:spPr>
          <a:xfrm>
            <a:off x="9981035" y="4833044"/>
            <a:ext cx="1620958" cy="523220"/>
          </a:xfrm>
          <a:prstGeom prst="rect">
            <a:avLst/>
          </a:prstGeom>
        </p:spPr>
        <p:txBody>
          <a:bodyPr wrap="non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发展建议</a:t>
            </a:r>
          </a:p>
        </p:txBody>
      </p:sp>
      <p:grpSp>
        <p:nvGrpSpPr>
          <p:cNvPr id="2" name="组合 1">
            <a:extLst>
              <a:ext uri="{FF2B5EF4-FFF2-40B4-BE49-F238E27FC236}">
                <a16:creationId xmlns:a16="http://schemas.microsoft.com/office/drawing/2014/main" id="{C2FF19E6-EE71-42B6-B279-153A93BA088B}"/>
              </a:ext>
            </a:extLst>
          </p:cNvPr>
          <p:cNvGrpSpPr/>
          <p:nvPr/>
        </p:nvGrpSpPr>
        <p:grpSpPr>
          <a:xfrm>
            <a:off x="3241795" y="3152906"/>
            <a:ext cx="1059354" cy="1059354"/>
            <a:chOff x="3241795" y="3313886"/>
            <a:chExt cx="1059354" cy="1059354"/>
          </a:xfrm>
        </p:grpSpPr>
        <p:grpSp>
          <p:nvGrpSpPr>
            <p:cNvPr id="19" name="组合 1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GrpSpPr/>
            <p:nvPr/>
          </p:nvGrpSpPr>
          <p:grpSpPr>
            <a:xfrm>
              <a:off x="3241795" y="3313886"/>
              <a:ext cx="1059354" cy="1059354"/>
              <a:chOff x="2685273" y="2003310"/>
              <a:chExt cx="1429322" cy="1429322"/>
            </a:xfrm>
            <a:effectLst/>
          </p:grpSpPr>
          <p:sp>
            <p:nvSpPr>
              <p:cNvPr id="22" name="椭圆 21"/>
              <p:cNvSpPr/>
              <p:nvPr/>
            </p:nvSpPr>
            <p:spPr>
              <a:xfrm>
                <a:off x="2685273" y="2003310"/>
                <a:ext cx="1429322" cy="1429322"/>
              </a:xfrm>
              <a:prstGeom prst="ellipse">
                <a:avLst/>
              </a:prstGeom>
              <a:solidFill>
                <a:schemeClr val="bg1"/>
              </a:solidFill>
              <a:ln w="12700">
                <a:gradFill>
                  <a:gsLst>
                    <a:gs pos="89000">
                      <a:schemeClr val="bg1">
                        <a:lumMod val="85000"/>
                      </a:schemeClr>
                    </a:gs>
                    <a:gs pos="0">
                      <a:schemeClr val="bg1"/>
                    </a:gs>
                  </a:gsLst>
                  <a:lin ang="7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8C8E"/>
                  </a:solidFill>
                </a:endParaRPr>
              </a:p>
            </p:txBody>
          </p:sp>
          <p:sp>
            <p:nvSpPr>
              <p:cNvPr id="23" name="椭圆 22"/>
              <p:cNvSpPr/>
              <p:nvPr/>
            </p:nvSpPr>
            <p:spPr>
              <a:xfrm>
                <a:off x="2836034" y="2154071"/>
                <a:ext cx="1127798" cy="1127798"/>
              </a:xfrm>
              <a:prstGeom prst="ellipse">
                <a:avLst/>
              </a:prstGeom>
              <a:solidFill>
                <a:srgbClr val="00467A"/>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solidFill>
                </a:endParaRPr>
              </a:p>
            </p:txBody>
          </p:sp>
        </p:grpSp>
        <p:sp>
          <p:nvSpPr>
            <p:cNvPr id="42" name="Freeform 12"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a:spLocks noEditPoints="1"/>
            </p:cNvSpPr>
            <p:nvPr/>
          </p:nvSpPr>
          <p:spPr bwMode="auto">
            <a:xfrm>
              <a:off x="3559968" y="3665377"/>
              <a:ext cx="351904" cy="376119"/>
            </a:xfrm>
            <a:custGeom>
              <a:avLst/>
              <a:gdLst>
                <a:gd name="T0" fmla="*/ 127 w 358"/>
                <a:gd name="T1" fmla="*/ 292 h 382"/>
                <a:gd name="T2" fmla="*/ 322 w 358"/>
                <a:gd name="T3" fmla="*/ 63 h 382"/>
                <a:gd name="T4" fmla="*/ 333 w 358"/>
                <a:gd name="T5" fmla="*/ 113 h 382"/>
                <a:gd name="T6" fmla="*/ 336 w 358"/>
                <a:gd name="T7" fmla="*/ 178 h 382"/>
                <a:gd name="T8" fmla="*/ 338 w 358"/>
                <a:gd name="T9" fmla="*/ 245 h 382"/>
                <a:gd name="T10" fmla="*/ 321 w 358"/>
                <a:gd name="T11" fmla="*/ 314 h 382"/>
                <a:gd name="T12" fmla="*/ 271 w 358"/>
                <a:gd name="T13" fmla="*/ 382 h 382"/>
                <a:gd name="T14" fmla="*/ 172 w 358"/>
                <a:gd name="T15" fmla="*/ 226 h 382"/>
                <a:gd name="T16" fmla="*/ 123 w 358"/>
                <a:gd name="T17" fmla="*/ 197 h 382"/>
                <a:gd name="T18" fmla="*/ 125 w 358"/>
                <a:gd name="T19" fmla="*/ 208 h 382"/>
                <a:gd name="T20" fmla="*/ 174 w 358"/>
                <a:gd name="T21" fmla="*/ 236 h 382"/>
                <a:gd name="T22" fmla="*/ 172 w 358"/>
                <a:gd name="T23" fmla="*/ 226 h 382"/>
                <a:gd name="T24" fmla="*/ 288 w 358"/>
                <a:gd name="T25" fmla="*/ 136 h 382"/>
                <a:gd name="T26" fmla="*/ 263 w 358"/>
                <a:gd name="T27" fmla="*/ 125 h 382"/>
                <a:gd name="T28" fmla="*/ 171 w 358"/>
                <a:gd name="T29" fmla="*/ 70 h 382"/>
                <a:gd name="T30" fmla="*/ 148 w 358"/>
                <a:gd name="T31" fmla="*/ 54 h 382"/>
                <a:gd name="T32" fmla="*/ 171 w 358"/>
                <a:gd name="T33" fmla="*/ 70 h 382"/>
                <a:gd name="T34" fmla="*/ 204 w 358"/>
                <a:gd name="T35" fmla="*/ 39 h 382"/>
                <a:gd name="T36" fmla="*/ 193 w 358"/>
                <a:gd name="T37" fmla="*/ 64 h 382"/>
                <a:gd name="T38" fmla="*/ 258 w 358"/>
                <a:gd name="T39" fmla="*/ 103 h 382"/>
                <a:gd name="T40" fmla="*/ 274 w 358"/>
                <a:gd name="T41" fmla="*/ 80 h 382"/>
                <a:gd name="T42" fmla="*/ 258 w 358"/>
                <a:gd name="T43" fmla="*/ 103 h 382"/>
                <a:gd name="T44" fmla="*/ 249 w 358"/>
                <a:gd name="T45" fmla="*/ 55 h 382"/>
                <a:gd name="T46" fmla="*/ 226 w 358"/>
                <a:gd name="T47" fmla="*/ 71 h 382"/>
                <a:gd name="T48" fmla="*/ 182 w 358"/>
                <a:gd name="T49" fmla="*/ 209 h 382"/>
                <a:gd name="T50" fmla="*/ 133 w 358"/>
                <a:gd name="T51" fmla="*/ 180 h 382"/>
                <a:gd name="T52" fmla="*/ 135 w 358"/>
                <a:gd name="T53" fmla="*/ 190 h 382"/>
                <a:gd name="T54" fmla="*/ 184 w 358"/>
                <a:gd name="T55" fmla="*/ 219 h 382"/>
                <a:gd name="T56" fmla="*/ 182 w 358"/>
                <a:gd name="T57" fmla="*/ 209 h 382"/>
                <a:gd name="T58" fmla="*/ 157 w 358"/>
                <a:gd name="T59" fmla="*/ 104 h 382"/>
                <a:gd name="T60" fmla="*/ 186 w 358"/>
                <a:gd name="T61" fmla="*/ 195 h 382"/>
                <a:gd name="T62" fmla="*/ 222 w 358"/>
                <a:gd name="T63" fmla="*/ 90 h 382"/>
                <a:gd name="T64" fmla="*/ 136 w 358"/>
                <a:gd name="T65" fmla="*/ 238 h 382"/>
                <a:gd name="T66" fmla="*/ 129 w 358"/>
                <a:gd name="T67" fmla="*/ 2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58" h="382">
                  <a:moveTo>
                    <a:pt x="131" y="382"/>
                  </a:moveTo>
                  <a:cubicBezTo>
                    <a:pt x="135" y="352"/>
                    <a:pt x="135" y="320"/>
                    <a:pt x="127" y="292"/>
                  </a:cubicBezTo>
                  <a:cubicBezTo>
                    <a:pt x="0" y="220"/>
                    <a:pt x="33" y="56"/>
                    <a:pt x="140" y="23"/>
                  </a:cubicBezTo>
                  <a:cubicBezTo>
                    <a:pt x="196" y="0"/>
                    <a:pt x="272" y="14"/>
                    <a:pt x="322" y="63"/>
                  </a:cubicBezTo>
                  <a:cubicBezTo>
                    <a:pt x="358" y="99"/>
                    <a:pt x="340" y="109"/>
                    <a:pt x="340" y="109"/>
                  </a:cubicBezTo>
                  <a:cubicBezTo>
                    <a:pt x="333" y="113"/>
                    <a:pt x="333" y="113"/>
                    <a:pt x="333" y="113"/>
                  </a:cubicBezTo>
                  <a:cubicBezTo>
                    <a:pt x="337" y="130"/>
                    <a:pt x="345" y="162"/>
                    <a:pt x="344" y="166"/>
                  </a:cubicBezTo>
                  <a:cubicBezTo>
                    <a:pt x="342" y="172"/>
                    <a:pt x="336" y="178"/>
                    <a:pt x="336" y="178"/>
                  </a:cubicBezTo>
                  <a:cubicBezTo>
                    <a:pt x="354" y="239"/>
                    <a:pt x="354" y="239"/>
                    <a:pt x="354" y="239"/>
                  </a:cubicBezTo>
                  <a:cubicBezTo>
                    <a:pt x="338" y="245"/>
                    <a:pt x="338" y="245"/>
                    <a:pt x="338" y="245"/>
                  </a:cubicBezTo>
                  <a:cubicBezTo>
                    <a:pt x="341" y="265"/>
                    <a:pt x="343" y="281"/>
                    <a:pt x="341" y="300"/>
                  </a:cubicBezTo>
                  <a:cubicBezTo>
                    <a:pt x="341" y="304"/>
                    <a:pt x="330" y="313"/>
                    <a:pt x="321" y="314"/>
                  </a:cubicBezTo>
                  <a:cubicBezTo>
                    <a:pt x="267" y="317"/>
                    <a:pt x="267" y="317"/>
                    <a:pt x="267" y="317"/>
                  </a:cubicBezTo>
                  <a:cubicBezTo>
                    <a:pt x="271" y="382"/>
                    <a:pt x="271" y="382"/>
                    <a:pt x="271" y="382"/>
                  </a:cubicBezTo>
                  <a:cubicBezTo>
                    <a:pt x="131" y="382"/>
                    <a:pt x="131" y="382"/>
                    <a:pt x="131" y="382"/>
                  </a:cubicBezTo>
                  <a:close/>
                  <a:moveTo>
                    <a:pt x="172" y="226"/>
                  </a:moveTo>
                  <a:cubicBezTo>
                    <a:pt x="132" y="196"/>
                    <a:pt x="132" y="196"/>
                    <a:pt x="132" y="196"/>
                  </a:cubicBezTo>
                  <a:cubicBezTo>
                    <a:pt x="129" y="193"/>
                    <a:pt x="125" y="194"/>
                    <a:pt x="123" y="197"/>
                  </a:cubicBezTo>
                  <a:cubicBezTo>
                    <a:pt x="123" y="197"/>
                    <a:pt x="123" y="197"/>
                    <a:pt x="123" y="197"/>
                  </a:cubicBezTo>
                  <a:cubicBezTo>
                    <a:pt x="121" y="201"/>
                    <a:pt x="122" y="205"/>
                    <a:pt x="125" y="208"/>
                  </a:cubicBezTo>
                  <a:cubicBezTo>
                    <a:pt x="165" y="238"/>
                    <a:pt x="165" y="238"/>
                    <a:pt x="165" y="238"/>
                  </a:cubicBezTo>
                  <a:cubicBezTo>
                    <a:pt x="168" y="240"/>
                    <a:pt x="172" y="239"/>
                    <a:pt x="174" y="236"/>
                  </a:cubicBezTo>
                  <a:cubicBezTo>
                    <a:pt x="174" y="236"/>
                    <a:pt x="174" y="236"/>
                    <a:pt x="174" y="236"/>
                  </a:cubicBezTo>
                  <a:cubicBezTo>
                    <a:pt x="176" y="233"/>
                    <a:pt x="175" y="228"/>
                    <a:pt x="172" y="226"/>
                  </a:cubicBezTo>
                  <a:close/>
                  <a:moveTo>
                    <a:pt x="263" y="136"/>
                  </a:moveTo>
                  <a:cubicBezTo>
                    <a:pt x="288" y="136"/>
                    <a:pt x="288" y="136"/>
                    <a:pt x="288" y="136"/>
                  </a:cubicBezTo>
                  <a:cubicBezTo>
                    <a:pt x="288" y="125"/>
                    <a:pt x="288" y="125"/>
                    <a:pt x="288" y="125"/>
                  </a:cubicBezTo>
                  <a:cubicBezTo>
                    <a:pt x="263" y="125"/>
                    <a:pt x="263" y="125"/>
                    <a:pt x="263" y="125"/>
                  </a:cubicBezTo>
                  <a:cubicBezTo>
                    <a:pt x="263" y="136"/>
                    <a:pt x="263" y="136"/>
                    <a:pt x="263" y="136"/>
                  </a:cubicBezTo>
                  <a:close/>
                  <a:moveTo>
                    <a:pt x="171" y="70"/>
                  </a:moveTo>
                  <a:cubicBezTo>
                    <a:pt x="158" y="48"/>
                    <a:pt x="158" y="48"/>
                    <a:pt x="158" y="48"/>
                  </a:cubicBezTo>
                  <a:cubicBezTo>
                    <a:pt x="148" y="54"/>
                    <a:pt x="148" y="54"/>
                    <a:pt x="148" y="54"/>
                  </a:cubicBezTo>
                  <a:cubicBezTo>
                    <a:pt x="161" y="76"/>
                    <a:pt x="161" y="76"/>
                    <a:pt x="161" y="76"/>
                  </a:cubicBezTo>
                  <a:cubicBezTo>
                    <a:pt x="171" y="70"/>
                    <a:pt x="171" y="70"/>
                    <a:pt x="171" y="70"/>
                  </a:cubicBezTo>
                  <a:close/>
                  <a:moveTo>
                    <a:pt x="204" y="64"/>
                  </a:moveTo>
                  <a:cubicBezTo>
                    <a:pt x="204" y="39"/>
                    <a:pt x="204" y="39"/>
                    <a:pt x="204" y="39"/>
                  </a:cubicBezTo>
                  <a:cubicBezTo>
                    <a:pt x="193" y="39"/>
                    <a:pt x="193" y="39"/>
                    <a:pt x="193" y="39"/>
                  </a:cubicBezTo>
                  <a:cubicBezTo>
                    <a:pt x="193" y="64"/>
                    <a:pt x="193" y="64"/>
                    <a:pt x="193" y="64"/>
                  </a:cubicBezTo>
                  <a:cubicBezTo>
                    <a:pt x="204" y="64"/>
                    <a:pt x="204" y="64"/>
                    <a:pt x="204" y="64"/>
                  </a:cubicBezTo>
                  <a:close/>
                  <a:moveTo>
                    <a:pt x="258" y="103"/>
                  </a:moveTo>
                  <a:cubicBezTo>
                    <a:pt x="279" y="90"/>
                    <a:pt x="279" y="90"/>
                    <a:pt x="279" y="90"/>
                  </a:cubicBezTo>
                  <a:cubicBezTo>
                    <a:pt x="274" y="80"/>
                    <a:pt x="274" y="80"/>
                    <a:pt x="274" y="80"/>
                  </a:cubicBezTo>
                  <a:cubicBezTo>
                    <a:pt x="252" y="93"/>
                    <a:pt x="252" y="93"/>
                    <a:pt x="252" y="93"/>
                  </a:cubicBezTo>
                  <a:cubicBezTo>
                    <a:pt x="258" y="103"/>
                    <a:pt x="258" y="103"/>
                    <a:pt x="258" y="103"/>
                  </a:cubicBezTo>
                  <a:close/>
                  <a:moveTo>
                    <a:pt x="236" y="76"/>
                  </a:moveTo>
                  <a:cubicBezTo>
                    <a:pt x="249" y="55"/>
                    <a:pt x="249" y="55"/>
                    <a:pt x="249" y="55"/>
                  </a:cubicBezTo>
                  <a:cubicBezTo>
                    <a:pt x="239" y="49"/>
                    <a:pt x="239" y="49"/>
                    <a:pt x="239" y="49"/>
                  </a:cubicBezTo>
                  <a:cubicBezTo>
                    <a:pt x="226" y="71"/>
                    <a:pt x="226" y="71"/>
                    <a:pt x="226" y="71"/>
                  </a:cubicBezTo>
                  <a:cubicBezTo>
                    <a:pt x="236" y="76"/>
                    <a:pt x="236" y="76"/>
                    <a:pt x="236" y="76"/>
                  </a:cubicBezTo>
                  <a:close/>
                  <a:moveTo>
                    <a:pt x="182" y="209"/>
                  </a:moveTo>
                  <a:cubicBezTo>
                    <a:pt x="142" y="178"/>
                    <a:pt x="142" y="178"/>
                    <a:pt x="142" y="178"/>
                  </a:cubicBezTo>
                  <a:cubicBezTo>
                    <a:pt x="139" y="176"/>
                    <a:pt x="135" y="177"/>
                    <a:pt x="133" y="180"/>
                  </a:cubicBezTo>
                  <a:cubicBezTo>
                    <a:pt x="133" y="180"/>
                    <a:pt x="133" y="180"/>
                    <a:pt x="133" y="180"/>
                  </a:cubicBezTo>
                  <a:cubicBezTo>
                    <a:pt x="131" y="183"/>
                    <a:pt x="132" y="188"/>
                    <a:pt x="135" y="190"/>
                  </a:cubicBezTo>
                  <a:cubicBezTo>
                    <a:pt x="175" y="221"/>
                    <a:pt x="175" y="221"/>
                    <a:pt x="175" y="221"/>
                  </a:cubicBezTo>
                  <a:cubicBezTo>
                    <a:pt x="178" y="223"/>
                    <a:pt x="182" y="222"/>
                    <a:pt x="184" y="219"/>
                  </a:cubicBezTo>
                  <a:cubicBezTo>
                    <a:pt x="184" y="219"/>
                    <a:pt x="184" y="219"/>
                    <a:pt x="184" y="219"/>
                  </a:cubicBezTo>
                  <a:cubicBezTo>
                    <a:pt x="186" y="216"/>
                    <a:pt x="185" y="211"/>
                    <a:pt x="182" y="209"/>
                  </a:cubicBezTo>
                  <a:close/>
                  <a:moveTo>
                    <a:pt x="222" y="90"/>
                  </a:moveTo>
                  <a:cubicBezTo>
                    <a:pt x="198" y="76"/>
                    <a:pt x="169" y="83"/>
                    <a:pt x="157" y="104"/>
                  </a:cubicBezTo>
                  <a:cubicBezTo>
                    <a:pt x="144" y="126"/>
                    <a:pt x="160" y="151"/>
                    <a:pt x="149" y="174"/>
                  </a:cubicBezTo>
                  <a:cubicBezTo>
                    <a:pt x="186" y="195"/>
                    <a:pt x="186" y="195"/>
                    <a:pt x="186" y="195"/>
                  </a:cubicBezTo>
                  <a:cubicBezTo>
                    <a:pt x="200" y="174"/>
                    <a:pt x="229" y="176"/>
                    <a:pt x="242" y="154"/>
                  </a:cubicBezTo>
                  <a:cubicBezTo>
                    <a:pt x="255" y="132"/>
                    <a:pt x="245" y="104"/>
                    <a:pt x="222" y="90"/>
                  </a:cubicBezTo>
                  <a:close/>
                  <a:moveTo>
                    <a:pt x="129" y="216"/>
                  </a:moveTo>
                  <a:cubicBezTo>
                    <a:pt x="125" y="224"/>
                    <a:pt x="128" y="233"/>
                    <a:pt x="136" y="238"/>
                  </a:cubicBezTo>
                  <a:cubicBezTo>
                    <a:pt x="142" y="241"/>
                    <a:pt x="150" y="240"/>
                    <a:pt x="155" y="236"/>
                  </a:cubicBezTo>
                  <a:lnTo>
                    <a:pt x="129" y="216"/>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 name="组合 2">
            <a:extLst>
              <a:ext uri="{FF2B5EF4-FFF2-40B4-BE49-F238E27FC236}">
                <a16:creationId xmlns:a16="http://schemas.microsoft.com/office/drawing/2014/main" id="{1B4AECA5-635E-44A0-AD18-8D8767E1F531}"/>
              </a:ext>
            </a:extLst>
          </p:cNvPr>
          <p:cNvGrpSpPr/>
          <p:nvPr/>
        </p:nvGrpSpPr>
        <p:grpSpPr>
          <a:xfrm>
            <a:off x="5581809" y="2998094"/>
            <a:ext cx="1059354" cy="1059354"/>
            <a:chOff x="5581809" y="3171955"/>
            <a:chExt cx="1059354" cy="1059354"/>
          </a:xfrm>
        </p:grpSpPr>
        <p:grpSp>
          <p:nvGrpSpPr>
            <p:cNvPr id="25" name="组合 24"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GrpSpPr/>
            <p:nvPr/>
          </p:nvGrpSpPr>
          <p:grpSpPr>
            <a:xfrm>
              <a:off x="5581809" y="3171955"/>
              <a:ext cx="1059354" cy="1059354"/>
              <a:chOff x="2685273" y="2003310"/>
              <a:chExt cx="1429322" cy="1429322"/>
            </a:xfrm>
            <a:effectLst/>
          </p:grpSpPr>
          <p:sp>
            <p:nvSpPr>
              <p:cNvPr id="28" name="椭圆 27"/>
              <p:cNvSpPr/>
              <p:nvPr/>
            </p:nvSpPr>
            <p:spPr>
              <a:xfrm>
                <a:off x="2685273" y="2003310"/>
                <a:ext cx="1429322" cy="1429322"/>
              </a:xfrm>
              <a:prstGeom prst="ellipse">
                <a:avLst/>
              </a:prstGeom>
              <a:solidFill>
                <a:schemeClr val="bg1"/>
              </a:solidFill>
              <a:ln w="12700">
                <a:gradFill>
                  <a:gsLst>
                    <a:gs pos="89000">
                      <a:schemeClr val="bg1">
                        <a:lumMod val="85000"/>
                      </a:schemeClr>
                    </a:gs>
                    <a:gs pos="0">
                      <a:schemeClr val="bg1"/>
                    </a:gs>
                  </a:gsLst>
                  <a:lin ang="7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8C8E"/>
                  </a:solidFill>
                </a:endParaRPr>
              </a:p>
            </p:txBody>
          </p:sp>
          <p:sp>
            <p:nvSpPr>
              <p:cNvPr id="29" name="椭圆 28"/>
              <p:cNvSpPr/>
              <p:nvPr/>
            </p:nvSpPr>
            <p:spPr>
              <a:xfrm>
                <a:off x="2836034" y="2154071"/>
                <a:ext cx="1127798" cy="1127798"/>
              </a:xfrm>
              <a:prstGeom prst="ellipse">
                <a:avLst/>
              </a:prstGeom>
              <a:solidFill>
                <a:srgbClr val="00467A"/>
              </a:soli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endParaRPr>
              </a:p>
            </p:txBody>
          </p:sp>
        </p:grpSp>
        <p:sp>
          <p:nvSpPr>
            <p:cNvPr id="43" name="Freeform 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a:spLocks noEditPoints="1"/>
            </p:cNvSpPr>
            <p:nvPr/>
          </p:nvSpPr>
          <p:spPr bwMode="auto">
            <a:xfrm rot="2925393">
              <a:off x="5999284" y="3575836"/>
              <a:ext cx="193430" cy="331724"/>
            </a:xfrm>
            <a:custGeom>
              <a:avLst/>
              <a:gdLst>
                <a:gd name="T0" fmla="*/ 24 w 112"/>
                <a:gd name="T1" fmla="*/ 148 h 192"/>
                <a:gd name="T2" fmla="*/ 28 w 112"/>
                <a:gd name="T3" fmla="*/ 52 h 192"/>
                <a:gd name="T4" fmla="*/ 32 w 112"/>
                <a:gd name="T5" fmla="*/ 172 h 192"/>
                <a:gd name="T6" fmla="*/ 8 w 112"/>
                <a:gd name="T7" fmla="*/ 184 h 192"/>
                <a:gd name="T8" fmla="*/ 32 w 112"/>
                <a:gd name="T9" fmla="*/ 172 h 192"/>
                <a:gd name="T10" fmla="*/ 8 w 112"/>
                <a:gd name="T11" fmla="*/ 35 h 192"/>
                <a:gd name="T12" fmla="*/ 32 w 112"/>
                <a:gd name="T13" fmla="*/ 164 h 192"/>
                <a:gd name="T14" fmla="*/ 32 w 112"/>
                <a:gd name="T15" fmla="*/ 192 h 192"/>
                <a:gd name="T16" fmla="*/ 0 w 112"/>
                <a:gd name="T17" fmla="*/ 184 h 192"/>
                <a:gd name="T18" fmla="*/ 0 w 112"/>
                <a:gd name="T19" fmla="*/ 32 h 192"/>
                <a:gd name="T20" fmla="*/ 20 w 112"/>
                <a:gd name="T21" fmla="*/ 0 h 192"/>
                <a:gd name="T22" fmla="*/ 39 w 112"/>
                <a:gd name="T23" fmla="*/ 32 h 192"/>
                <a:gd name="T24" fmla="*/ 40 w 112"/>
                <a:gd name="T25" fmla="*/ 184 h 192"/>
                <a:gd name="T26" fmla="*/ 108 w 112"/>
                <a:gd name="T27" fmla="*/ 164 h 192"/>
                <a:gd name="T28" fmla="*/ 84 w 112"/>
                <a:gd name="T29" fmla="*/ 172 h 192"/>
                <a:gd name="T30" fmla="*/ 108 w 112"/>
                <a:gd name="T31" fmla="*/ 164 h 192"/>
                <a:gd name="T32" fmla="*/ 92 w 112"/>
                <a:gd name="T33" fmla="*/ 140 h 192"/>
                <a:gd name="T34" fmla="*/ 108 w 112"/>
                <a:gd name="T35" fmla="*/ 148 h 192"/>
                <a:gd name="T36" fmla="*/ 108 w 112"/>
                <a:gd name="T37" fmla="*/ 116 h 192"/>
                <a:gd name="T38" fmla="*/ 84 w 112"/>
                <a:gd name="T39" fmla="*/ 124 h 192"/>
                <a:gd name="T40" fmla="*/ 108 w 112"/>
                <a:gd name="T41" fmla="*/ 116 h 192"/>
                <a:gd name="T42" fmla="*/ 92 w 112"/>
                <a:gd name="T43" fmla="*/ 92 h 192"/>
                <a:gd name="T44" fmla="*/ 108 w 112"/>
                <a:gd name="T45" fmla="*/ 100 h 192"/>
                <a:gd name="T46" fmla="*/ 108 w 112"/>
                <a:gd name="T47" fmla="*/ 68 h 192"/>
                <a:gd name="T48" fmla="*/ 84 w 112"/>
                <a:gd name="T49" fmla="*/ 76 h 192"/>
                <a:gd name="T50" fmla="*/ 108 w 112"/>
                <a:gd name="T51" fmla="*/ 68 h 192"/>
                <a:gd name="T52" fmla="*/ 92 w 112"/>
                <a:gd name="T53" fmla="*/ 44 h 192"/>
                <a:gd name="T54" fmla="*/ 108 w 112"/>
                <a:gd name="T55" fmla="*/ 52 h 192"/>
                <a:gd name="T56" fmla="*/ 108 w 112"/>
                <a:gd name="T57" fmla="*/ 20 h 192"/>
                <a:gd name="T58" fmla="*/ 84 w 112"/>
                <a:gd name="T59" fmla="*/ 28 h 192"/>
                <a:gd name="T60" fmla="*/ 108 w 112"/>
                <a:gd name="T61" fmla="*/ 20 h 192"/>
                <a:gd name="T62" fmla="*/ 64 w 112"/>
                <a:gd name="T63" fmla="*/ 192 h 192"/>
                <a:gd name="T64" fmla="*/ 56 w 112"/>
                <a:gd name="T65" fmla="*/ 8 h 192"/>
                <a:gd name="T66" fmla="*/ 104 w 112"/>
                <a:gd name="T67" fmla="*/ 0 h 192"/>
                <a:gd name="T68" fmla="*/ 112 w 112"/>
                <a:gd name="T69" fmla="*/ 184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12" h="192">
                  <a:moveTo>
                    <a:pt x="28" y="148"/>
                  </a:moveTo>
                  <a:cubicBezTo>
                    <a:pt x="24" y="148"/>
                    <a:pt x="24" y="148"/>
                    <a:pt x="24" y="148"/>
                  </a:cubicBezTo>
                  <a:cubicBezTo>
                    <a:pt x="24" y="52"/>
                    <a:pt x="24" y="52"/>
                    <a:pt x="24" y="52"/>
                  </a:cubicBezTo>
                  <a:cubicBezTo>
                    <a:pt x="28" y="52"/>
                    <a:pt x="28" y="52"/>
                    <a:pt x="28" y="52"/>
                  </a:cubicBezTo>
                  <a:lnTo>
                    <a:pt x="28" y="148"/>
                  </a:lnTo>
                  <a:close/>
                  <a:moveTo>
                    <a:pt x="32" y="172"/>
                  </a:moveTo>
                  <a:cubicBezTo>
                    <a:pt x="8" y="172"/>
                    <a:pt x="8" y="172"/>
                    <a:pt x="8" y="172"/>
                  </a:cubicBezTo>
                  <a:cubicBezTo>
                    <a:pt x="8" y="184"/>
                    <a:pt x="8" y="184"/>
                    <a:pt x="8" y="184"/>
                  </a:cubicBezTo>
                  <a:cubicBezTo>
                    <a:pt x="32" y="184"/>
                    <a:pt x="32" y="184"/>
                    <a:pt x="32" y="184"/>
                  </a:cubicBezTo>
                  <a:lnTo>
                    <a:pt x="32" y="172"/>
                  </a:lnTo>
                  <a:close/>
                  <a:moveTo>
                    <a:pt x="32" y="35"/>
                  </a:moveTo>
                  <a:cubicBezTo>
                    <a:pt x="8" y="35"/>
                    <a:pt x="8" y="35"/>
                    <a:pt x="8" y="35"/>
                  </a:cubicBezTo>
                  <a:cubicBezTo>
                    <a:pt x="8" y="164"/>
                    <a:pt x="8" y="164"/>
                    <a:pt x="8" y="164"/>
                  </a:cubicBezTo>
                  <a:cubicBezTo>
                    <a:pt x="32" y="164"/>
                    <a:pt x="32" y="164"/>
                    <a:pt x="32" y="164"/>
                  </a:cubicBezTo>
                  <a:lnTo>
                    <a:pt x="32" y="35"/>
                  </a:lnTo>
                  <a:close/>
                  <a:moveTo>
                    <a:pt x="32" y="192"/>
                  </a:moveTo>
                  <a:cubicBezTo>
                    <a:pt x="8" y="192"/>
                    <a:pt x="8" y="192"/>
                    <a:pt x="8" y="192"/>
                  </a:cubicBezTo>
                  <a:cubicBezTo>
                    <a:pt x="3" y="192"/>
                    <a:pt x="0" y="188"/>
                    <a:pt x="0" y="184"/>
                  </a:cubicBezTo>
                  <a:cubicBezTo>
                    <a:pt x="0" y="35"/>
                    <a:pt x="0" y="35"/>
                    <a:pt x="0" y="35"/>
                  </a:cubicBezTo>
                  <a:cubicBezTo>
                    <a:pt x="0" y="34"/>
                    <a:pt x="0" y="33"/>
                    <a:pt x="0" y="32"/>
                  </a:cubicBezTo>
                  <a:cubicBezTo>
                    <a:pt x="12" y="4"/>
                    <a:pt x="12" y="4"/>
                    <a:pt x="12" y="4"/>
                  </a:cubicBezTo>
                  <a:cubicBezTo>
                    <a:pt x="14" y="2"/>
                    <a:pt x="16" y="0"/>
                    <a:pt x="20" y="0"/>
                  </a:cubicBezTo>
                  <a:cubicBezTo>
                    <a:pt x="23" y="0"/>
                    <a:pt x="26" y="2"/>
                    <a:pt x="27" y="4"/>
                  </a:cubicBezTo>
                  <a:cubicBezTo>
                    <a:pt x="39" y="32"/>
                    <a:pt x="39" y="32"/>
                    <a:pt x="39" y="32"/>
                  </a:cubicBezTo>
                  <a:cubicBezTo>
                    <a:pt x="39" y="33"/>
                    <a:pt x="40" y="34"/>
                    <a:pt x="40" y="35"/>
                  </a:cubicBezTo>
                  <a:cubicBezTo>
                    <a:pt x="40" y="184"/>
                    <a:pt x="40" y="184"/>
                    <a:pt x="40" y="184"/>
                  </a:cubicBezTo>
                  <a:cubicBezTo>
                    <a:pt x="40" y="188"/>
                    <a:pt x="36" y="192"/>
                    <a:pt x="32" y="192"/>
                  </a:cubicBezTo>
                  <a:close/>
                  <a:moveTo>
                    <a:pt x="108" y="164"/>
                  </a:moveTo>
                  <a:cubicBezTo>
                    <a:pt x="84" y="164"/>
                    <a:pt x="84" y="164"/>
                    <a:pt x="84" y="164"/>
                  </a:cubicBezTo>
                  <a:cubicBezTo>
                    <a:pt x="84" y="172"/>
                    <a:pt x="84" y="172"/>
                    <a:pt x="84" y="172"/>
                  </a:cubicBezTo>
                  <a:cubicBezTo>
                    <a:pt x="108" y="172"/>
                    <a:pt x="108" y="172"/>
                    <a:pt x="108" y="172"/>
                  </a:cubicBezTo>
                  <a:lnTo>
                    <a:pt x="108" y="164"/>
                  </a:lnTo>
                  <a:close/>
                  <a:moveTo>
                    <a:pt x="108" y="140"/>
                  </a:moveTo>
                  <a:cubicBezTo>
                    <a:pt x="92" y="140"/>
                    <a:pt x="92" y="140"/>
                    <a:pt x="92" y="140"/>
                  </a:cubicBezTo>
                  <a:cubicBezTo>
                    <a:pt x="92" y="148"/>
                    <a:pt x="92" y="148"/>
                    <a:pt x="92" y="148"/>
                  </a:cubicBezTo>
                  <a:cubicBezTo>
                    <a:pt x="108" y="148"/>
                    <a:pt x="108" y="148"/>
                    <a:pt x="108" y="148"/>
                  </a:cubicBezTo>
                  <a:lnTo>
                    <a:pt x="108" y="140"/>
                  </a:lnTo>
                  <a:close/>
                  <a:moveTo>
                    <a:pt x="108" y="116"/>
                  </a:moveTo>
                  <a:cubicBezTo>
                    <a:pt x="84" y="116"/>
                    <a:pt x="84" y="116"/>
                    <a:pt x="84" y="116"/>
                  </a:cubicBezTo>
                  <a:cubicBezTo>
                    <a:pt x="84" y="124"/>
                    <a:pt x="84" y="124"/>
                    <a:pt x="84" y="124"/>
                  </a:cubicBezTo>
                  <a:cubicBezTo>
                    <a:pt x="108" y="124"/>
                    <a:pt x="108" y="124"/>
                    <a:pt x="108" y="124"/>
                  </a:cubicBezTo>
                  <a:lnTo>
                    <a:pt x="108" y="116"/>
                  </a:lnTo>
                  <a:close/>
                  <a:moveTo>
                    <a:pt x="108" y="92"/>
                  </a:moveTo>
                  <a:cubicBezTo>
                    <a:pt x="92" y="92"/>
                    <a:pt x="92" y="92"/>
                    <a:pt x="92" y="92"/>
                  </a:cubicBezTo>
                  <a:cubicBezTo>
                    <a:pt x="92" y="100"/>
                    <a:pt x="92" y="100"/>
                    <a:pt x="92" y="100"/>
                  </a:cubicBezTo>
                  <a:cubicBezTo>
                    <a:pt x="108" y="100"/>
                    <a:pt x="108" y="100"/>
                    <a:pt x="108" y="100"/>
                  </a:cubicBezTo>
                  <a:lnTo>
                    <a:pt x="108" y="92"/>
                  </a:lnTo>
                  <a:close/>
                  <a:moveTo>
                    <a:pt x="108" y="68"/>
                  </a:moveTo>
                  <a:cubicBezTo>
                    <a:pt x="84" y="68"/>
                    <a:pt x="84" y="68"/>
                    <a:pt x="84" y="68"/>
                  </a:cubicBezTo>
                  <a:cubicBezTo>
                    <a:pt x="84" y="76"/>
                    <a:pt x="84" y="76"/>
                    <a:pt x="84" y="76"/>
                  </a:cubicBezTo>
                  <a:cubicBezTo>
                    <a:pt x="108" y="76"/>
                    <a:pt x="108" y="76"/>
                    <a:pt x="108" y="76"/>
                  </a:cubicBezTo>
                  <a:lnTo>
                    <a:pt x="108" y="68"/>
                  </a:lnTo>
                  <a:close/>
                  <a:moveTo>
                    <a:pt x="108" y="44"/>
                  </a:moveTo>
                  <a:cubicBezTo>
                    <a:pt x="92" y="44"/>
                    <a:pt x="92" y="44"/>
                    <a:pt x="92" y="44"/>
                  </a:cubicBezTo>
                  <a:cubicBezTo>
                    <a:pt x="92" y="52"/>
                    <a:pt x="92" y="52"/>
                    <a:pt x="92" y="52"/>
                  </a:cubicBezTo>
                  <a:cubicBezTo>
                    <a:pt x="108" y="52"/>
                    <a:pt x="108" y="52"/>
                    <a:pt x="108" y="52"/>
                  </a:cubicBezTo>
                  <a:lnTo>
                    <a:pt x="108" y="44"/>
                  </a:lnTo>
                  <a:close/>
                  <a:moveTo>
                    <a:pt x="108" y="20"/>
                  </a:moveTo>
                  <a:cubicBezTo>
                    <a:pt x="84" y="20"/>
                    <a:pt x="84" y="20"/>
                    <a:pt x="84" y="20"/>
                  </a:cubicBezTo>
                  <a:cubicBezTo>
                    <a:pt x="84" y="28"/>
                    <a:pt x="84" y="28"/>
                    <a:pt x="84" y="28"/>
                  </a:cubicBezTo>
                  <a:cubicBezTo>
                    <a:pt x="108" y="28"/>
                    <a:pt x="108" y="28"/>
                    <a:pt x="108" y="28"/>
                  </a:cubicBezTo>
                  <a:lnTo>
                    <a:pt x="108" y="20"/>
                  </a:lnTo>
                  <a:close/>
                  <a:moveTo>
                    <a:pt x="104" y="192"/>
                  </a:moveTo>
                  <a:cubicBezTo>
                    <a:pt x="64" y="192"/>
                    <a:pt x="64" y="192"/>
                    <a:pt x="64" y="192"/>
                  </a:cubicBezTo>
                  <a:cubicBezTo>
                    <a:pt x="59" y="192"/>
                    <a:pt x="56" y="188"/>
                    <a:pt x="56" y="184"/>
                  </a:cubicBezTo>
                  <a:cubicBezTo>
                    <a:pt x="56" y="8"/>
                    <a:pt x="56" y="8"/>
                    <a:pt x="56" y="8"/>
                  </a:cubicBezTo>
                  <a:cubicBezTo>
                    <a:pt x="56" y="3"/>
                    <a:pt x="59" y="0"/>
                    <a:pt x="64" y="0"/>
                  </a:cubicBezTo>
                  <a:cubicBezTo>
                    <a:pt x="104" y="0"/>
                    <a:pt x="104" y="0"/>
                    <a:pt x="104" y="0"/>
                  </a:cubicBezTo>
                  <a:cubicBezTo>
                    <a:pt x="108" y="0"/>
                    <a:pt x="112" y="3"/>
                    <a:pt x="112" y="8"/>
                  </a:cubicBezTo>
                  <a:cubicBezTo>
                    <a:pt x="112" y="184"/>
                    <a:pt x="112" y="184"/>
                    <a:pt x="112" y="184"/>
                  </a:cubicBezTo>
                  <a:cubicBezTo>
                    <a:pt x="112" y="188"/>
                    <a:pt x="108" y="192"/>
                    <a:pt x="104" y="19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4" name="组合 3">
            <a:extLst>
              <a:ext uri="{FF2B5EF4-FFF2-40B4-BE49-F238E27FC236}">
                <a16:creationId xmlns:a16="http://schemas.microsoft.com/office/drawing/2014/main" id="{8D63A1A1-855C-43C3-83CC-3A4931DBD25F}"/>
              </a:ext>
            </a:extLst>
          </p:cNvPr>
          <p:cNvGrpSpPr/>
          <p:nvPr/>
        </p:nvGrpSpPr>
        <p:grpSpPr>
          <a:xfrm>
            <a:off x="7921823" y="3276817"/>
            <a:ext cx="1059354" cy="1059354"/>
            <a:chOff x="7921823" y="3437797"/>
            <a:chExt cx="1059354" cy="1059354"/>
          </a:xfrm>
        </p:grpSpPr>
        <p:grpSp>
          <p:nvGrpSpPr>
            <p:cNvPr id="31" name="组合 30"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GrpSpPr/>
            <p:nvPr/>
          </p:nvGrpSpPr>
          <p:grpSpPr>
            <a:xfrm>
              <a:off x="7921823" y="3437797"/>
              <a:ext cx="1059354" cy="1059354"/>
              <a:chOff x="2685273" y="2003310"/>
              <a:chExt cx="1429322" cy="1429322"/>
            </a:xfrm>
            <a:effectLst/>
          </p:grpSpPr>
          <p:sp>
            <p:nvSpPr>
              <p:cNvPr id="34" name="椭圆 33"/>
              <p:cNvSpPr/>
              <p:nvPr/>
            </p:nvSpPr>
            <p:spPr>
              <a:xfrm>
                <a:off x="2685273" y="2003310"/>
                <a:ext cx="1429322" cy="1429322"/>
              </a:xfrm>
              <a:prstGeom prst="ellipse">
                <a:avLst/>
              </a:prstGeom>
              <a:solidFill>
                <a:schemeClr val="bg1"/>
              </a:solidFill>
              <a:ln w="12700">
                <a:gradFill>
                  <a:gsLst>
                    <a:gs pos="89000">
                      <a:schemeClr val="bg1">
                        <a:lumMod val="85000"/>
                      </a:schemeClr>
                    </a:gs>
                    <a:gs pos="0">
                      <a:schemeClr val="bg1"/>
                    </a:gs>
                  </a:gsLst>
                  <a:lin ang="7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8C8E"/>
                  </a:solidFill>
                </a:endParaRPr>
              </a:p>
            </p:txBody>
          </p:sp>
          <p:sp>
            <p:nvSpPr>
              <p:cNvPr id="35" name="椭圆 34"/>
              <p:cNvSpPr/>
              <p:nvPr/>
            </p:nvSpPr>
            <p:spPr>
              <a:xfrm>
                <a:off x="2836034" y="2154071"/>
                <a:ext cx="1127798" cy="1127798"/>
              </a:xfrm>
              <a:prstGeom prst="ellipse">
                <a:avLst/>
              </a:prstGeom>
              <a:gradFill flip="none" rotWithShape="1">
                <a:gsLst>
                  <a:gs pos="0">
                    <a:srgbClr val="20517C">
                      <a:shade val="30000"/>
                      <a:satMod val="115000"/>
                    </a:srgbClr>
                  </a:gs>
                  <a:gs pos="50000">
                    <a:srgbClr val="20517C">
                      <a:shade val="67500"/>
                      <a:satMod val="115000"/>
                    </a:srgbClr>
                  </a:gs>
                  <a:gs pos="100000">
                    <a:srgbClr val="20517C">
                      <a:shade val="100000"/>
                      <a:satMod val="115000"/>
                    </a:srgbClr>
                  </a:gs>
                </a:gsLst>
                <a:lin ang="27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endParaRPr>
              </a:p>
            </p:txBody>
          </p:sp>
        </p:grpSp>
        <p:sp>
          <p:nvSpPr>
            <p:cNvPr id="44" name="Freeform 7"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a:spLocks noEditPoints="1"/>
            </p:cNvSpPr>
            <p:nvPr/>
          </p:nvSpPr>
          <p:spPr bwMode="auto">
            <a:xfrm>
              <a:off x="8272592" y="3793935"/>
              <a:ext cx="357814" cy="301112"/>
            </a:xfrm>
            <a:custGeom>
              <a:avLst/>
              <a:gdLst>
                <a:gd name="T0" fmla="*/ 156 w 192"/>
                <a:gd name="T1" fmla="*/ 17 h 161"/>
                <a:gd name="T2" fmla="*/ 128 w 192"/>
                <a:gd name="T3" fmla="*/ 45 h 161"/>
                <a:gd name="T4" fmla="*/ 64 w 192"/>
                <a:gd name="T5" fmla="*/ 45 h 161"/>
                <a:gd name="T6" fmla="*/ 60 w 192"/>
                <a:gd name="T7" fmla="*/ 29 h 161"/>
                <a:gd name="T8" fmla="*/ 64 w 192"/>
                <a:gd name="T9" fmla="*/ 40 h 161"/>
                <a:gd name="T10" fmla="*/ 70 w 192"/>
                <a:gd name="T11" fmla="*/ 47 h 161"/>
                <a:gd name="T12" fmla="*/ 168 w 192"/>
                <a:gd name="T13" fmla="*/ 109 h 161"/>
                <a:gd name="T14" fmla="*/ 148 w 192"/>
                <a:gd name="T15" fmla="*/ 141 h 161"/>
                <a:gd name="T16" fmla="*/ 168 w 192"/>
                <a:gd name="T17" fmla="*/ 109 h 161"/>
                <a:gd name="T18" fmla="*/ 148 w 192"/>
                <a:gd name="T19" fmla="*/ 81 h 161"/>
                <a:gd name="T20" fmla="*/ 168 w 192"/>
                <a:gd name="T21" fmla="*/ 97 h 161"/>
                <a:gd name="T22" fmla="*/ 136 w 192"/>
                <a:gd name="T23" fmla="*/ 109 h 161"/>
                <a:gd name="T24" fmla="*/ 116 w 192"/>
                <a:gd name="T25" fmla="*/ 141 h 161"/>
                <a:gd name="T26" fmla="*/ 136 w 192"/>
                <a:gd name="T27" fmla="*/ 109 h 161"/>
                <a:gd name="T28" fmla="*/ 116 w 192"/>
                <a:gd name="T29" fmla="*/ 81 h 161"/>
                <a:gd name="T30" fmla="*/ 136 w 192"/>
                <a:gd name="T31" fmla="*/ 97 h 161"/>
                <a:gd name="T32" fmla="*/ 104 w 192"/>
                <a:gd name="T33" fmla="*/ 109 h 161"/>
                <a:gd name="T34" fmla="*/ 84 w 192"/>
                <a:gd name="T35" fmla="*/ 141 h 161"/>
                <a:gd name="T36" fmla="*/ 104 w 192"/>
                <a:gd name="T37" fmla="*/ 109 h 161"/>
                <a:gd name="T38" fmla="*/ 84 w 192"/>
                <a:gd name="T39" fmla="*/ 81 h 161"/>
                <a:gd name="T40" fmla="*/ 104 w 192"/>
                <a:gd name="T41" fmla="*/ 97 h 161"/>
                <a:gd name="T42" fmla="*/ 64 w 192"/>
                <a:gd name="T43" fmla="*/ 25 h 161"/>
                <a:gd name="T44" fmla="*/ 64 w 192"/>
                <a:gd name="T45" fmla="*/ 57 h 161"/>
                <a:gd name="T46" fmla="*/ 64 w 192"/>
                <a:gd name="T47" fmla="*/ 25 h 161"/>
                <a:gd name="T48" fmla="*/ 20 w 192"/>
                <a:gd name="T49" fmla="*/ 109 h 161"/>
                <a:gd name="T50" fmla="*/ 44 w 192"/>
                <a:gd name="T51" fmla="*/ 149 h 161"/>
                <a:gd name="T52" fmla="*/ 40 w 192"/>
                <a:gd name="T53" fmla="*/ 81 h 161"/>
                <a:gd name="T54" fmla="*/ 20 w 192"/>
                <a:gd name="T55" fmla="*/ 97 h 161"/>
                <a:gd name="T56" fmla="*/ 40 w 192"/>
                <a:gd name="T57" fmla="*/ 81 h 161"/>
                <a:gd name="T58" fmla="*/ 72 w 192"/>
                <a:gd name="T59" fmla="*/ 81 h 161"/>
                <a:gd name="T60" fmla="*/ 52 w 192"/>
                <a:gd name="T61" fmla="*/ 97 h 161"/>
                <a:gd name="T62" fmla="*/ 48 w 192"/>
                <a:gd name="T63" fmla="*/ 149 h 161"/>
                <a:gd name="T64" fmla="*/ 72 w 192"/>
                <a:gd name="T65" fmla="*/ 109 h 161"/>
                <a:gd name="T66" fmla="*/ 48 w 192"/>
                <a:gd name="T67" fmla="*/ 149 h 161"/>
                <a:gd name="T68" fmla="*/ 188 w 192"/>
                <a:gd name="T69" fmla="*/ 161 h 161"/>
                <a:gd name="T70" fmla="*/ 4 w 192"/>
                <a:gd name="T71" fmla="*/ 65 h 161"/>
                <a:gd name="T72" fmla="*/ 0 w 192"/>
                <a:gd name="T73" fmla="*/ 61 h 161"/>
                <a:gd name="T74" fmla="*/ 8 w 192"/>
                <a:gd name="T75" fmla="*/ 53 h 161"/>
                <a:gd name="T76" fmla="*/ 123 w 192"/>
                <a:gd name="T77" fmla="*/ 53 h 161"/>
                <a:gd name="T78" fmla="*/ 192 w 192"/>
                <a:gd name="T79" fmla="*/ 53 h 161"/>
                <a:gd name="T80" fmla="*/ 188 w 192"/>
                <a:gd name="T81" fmla="*/ 6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2" h="161">
                  <a:moveTo>
                    <a:pt x="95" y="17"/>
                  </a:moveTo>
                  <a:cubicBezTo>
                    <a:pt x="156" y="17"/>
                    <a:pt x="156" y="17"/>
                    <a:pt x="156" y="17"/>
                  </a:cubicBezTo>
                  <a:cubicBezTo>
                    <a:pt x="192" y="45"/>
                    <a:pt x="192" y="45"/>
                    <a:pt x="192" y="45"/>
                  </a:cubicBezTo>
                  <a:cubicBezTo>
                    <a:pt x="128" y="45"/>
                    <a:pt x="128" y="45"/>
                    <a:pt x="128" y="45"/>
                  </a:cubicBezTo>
                  <a:lnTo>
                    <a:pt x="95" y="17"/>
                  </a:lnTo>
                  <a:close/>
                  <a:moveTo>
                    <a:pt x="64" y="45"/>
                  </a:moveTo>
                  <a:cubicBezTo>
                    <a:pt x="60" y="45"/>
                    <a:pt x="60" y="45"/>
                    <a:pt x="60" y="45"/>
                  </a:cubicBezTo>
                  <a:cubicBezTo>
                    <a:pt x="60" y="29"/>
                    <a:pt x="60" y="29"/>
                    <a:pt x="60" y="29"/>
                  </a:cubicBezTo>
                  <a:cubicBezTo>
                    <a:pt x="64" y="29"/>
                    <a:pt x="64" y="29"/>
                    <a:pt x="64" y="29"/>
                  </a:cubicBezTo>
                  <a:cubicBezTo>
                    <a:pt x="64" y="40"/>
                    <a:pt x="64" y="40"/>
                    <a:pt x="64" y="40"/>
                  </a:cubicBezTo>
                  <a:cubicBezTo>
                    <a:pt x="72" y="44"/>
                    <a:pt x="72" y="44"/>
                    <a:pt x="72" y="44"/>
                  </a:cubicBezTo>
                  <a:cubicBezTo>
                    <a:pt x="70" y="47"/>
                    <a:pt x="70" y="47"/>
                    <a:pt x="70" y="47"/>
                  </a:cubicBezTo>
                  <a:lnTo>
                    <a:pt x="64" y="45"/>
                  </a:lnTo>
                  <a:close/>
                  <a:moveTo>
                    <a:pt x="168" y="109"/>
                  </a:moveTo>
                  <a:cubicBezTo>
                    <a:pt x="148" y="109"/>
                    <a:pt x="148" y="109"/>
                    <a:pt x="148" y="109"/>
                  </a:cubicBezTo>
                  <a:cubicBezTo>
                    <a:pt x="148" y="141"/>
                    <a:pt x="148" y="141"/>
                    <a:pt x="148" y="141"/>
                  </a:cubicBezTo>
                  <a:cubicBezTo>
                    <a:pt x="168" y="141"/>
                    <a:pt x="168" y="141"/>
                    <a:pt x="168" y="141"/>
                  </a:cubicBezTo>
                  <a:lnTo>
                    <a:pt x="168" y="109"/>
                  </a:lnTo>
                  <a:close/>
                  <a:moveTo>
                    <a:pt x="168" y="81"/>
                  </a:moveTo>
                  <a:cubicBezTo>
                    <a:pt x="148" y="81"/>
                    <a:pt x="148" y="81"/>
                    <a:pt x="148" y="81"/>
                  </a:cubicBezTo>
                  <a:cubicBezTo>
                    <a:pt x="148" y="97"/>
                    <a:pt x="148" y="97"/>
                    <a:pt x="148" y="97"/>
                  </a:cubicBezTo>
                  <a:cubicBezTo>
                    <a:pt x="168" y="97"/>
                    <a:pt x="168" y="97"/>
                    <a:pt x="168" y="97"/>
                  </a:cubicBezTo>
                  <a:lnTo>
                    <a:pt x="168" y="81"/>
                  </a:lnTo>
                  <a:close/>
                  <a:moveTo>
                    <a:pt x="136" y="109"/>
                  </a:moveTo>
                  <a:cubicBezTo>
                    <a:pt x="116" y="109"/>
                    <a:pt x="116" y="109"/>
                    <a:pt x="116" y="109"/>
                  </a:cubicBezTo>
                  <a:cubicBezTo>
                    <a:pt x="116" y="141"/>
                    <a:pt x="116" y="141"/>
                    <a:pt x="116" y="141"/>
                  </a:cubicBezTo>
                  <a:cubicBezTo>
                    <a:pt x="136" y="141"/>
                    <a:pt x="136" y="141"/>
                    <a:pt x="136" y="141"/>
                  </a:cubicBezTo>
                  <a:lnTo>
                    <a:pt x="136" y="109"/>
                  </a:lnTo>
                  <a:close/>
                  <a:moveTo>
                    <a:pt x="136" y="81"/>
                  </a:moveTo>
                  <a:cubicBezTo>
                    <a:pt x="116" y="81"/>
                    <a:pt x="116" y="81"/>
                    <a:pt x="116" y="81"/>
                  </a:cubicBezTo>
                  <a:cubicBezTo>
                    <a:pt x="116" y="97"/>
                    <a:pt x="116" y="97"/>
                    <a:pt x="116" y="97"/>
                  </a:cubicBezTo>
                  <a:cubicBezTo>
                    <a:pt x="136" y="97"/>
                    <a:pt x="136" y="97"/>
                    <a:pt x="136" y="97"/>
                  </a:cubicBezTo>
                  <a:lnTo>
                    <a:pt x="136" y="81"/>
                  </a:lnTo>
                  <a:close/>
                  <a:moveTo>
                    <a:pt x="104" y="109"/>
                  </a:moveTo>
                  <a:cubicBezTo>
                    <a:pt x="84" y="109"/>
                    <a:pt x="84" y="109"/>
                    <a:pt x="84" y="109"/>
                  </a:cubicBezTo>
                  <a:cubicBezTo>
                    <a:pt x="84" y="141"/>
                    <a:pt x="84" y="141"/>
                    <a:pt x="84" y="141"/>
                  </a:cubicBezTo>
                  <a:cubicBezTo>
                    <a:pt x="104" y="141"/>
                    <a:pt x="104" y="141"/>
                    <a:pt x="104" y="141"/>
                  </a:cubicBezTo>
                  <a:lnTo>
                    <a:pt x="104" y="109"/>
                  </a:lnTo>
                  <a:close/>
                  <a:moveTo>
                    <a:pt x="104" y="81"/>
                  </a:moveTo>
                  <a:cubicBezTo>
                    <a:pt x="84" y="81"/>
                    <a:pt x="84" y="81"/>
                    <a:pt x="84" y="81"/>
                  </a:cubicBezTo>
                  <a:cubicBezTo>
                    <a:pt x="84" y="97"/>
                    <a:pt x="84" y="97"/>
                    <a:pt x="84" y="97"/>
                  </a:cubicBezTo>
                  <a:cubicBezTo>
                    <a:pt x="104" y="97"/>
                    <a:pt x="104" y="97"/>
                    <a:pt x="104" y="97"/>
                  </a:cubicBezTo>
                  <a:lnTo>
                    <a:pt x="104" y="81"/>
                  </a:lnTo>
                  <a:close/>
                  <a:moveTo>
                    <a:pt x="64" y="25"/>
                  </a:moveTo>
                  <a:cubicBezTo>
                    <a:pt x="55" y="25"/>
                    <a:pt x="48" y="32"/>
                    <a:pt x="48" y="41"/>
                  </a:cubicBezTo>
                  <a:cubicBezTo>
                    <a:pt x="48" y="49"/>
                    <a:pt x="55" y="57"/>
                    <a:pt x="64" y="57"/>
                  </a:cubicBezTo>
                  <a:cubicBezTo>
                    <a:pt x="72" y="57"/>
                    <a:pt x="80" y="49"/>
                    <a:pt x="80" y="41"/>
                  </a:cubicBezTo>
                  <a:cubicBezTo>
                    <a:pt x="80" y="32"/>
                    <a:pt x="72" y="25"/>
                    <a:pt x="64" y="25"/>
                  </a:cubicBezTo>
                  <a:close/>
                  <a:moveTo>
                    <a:pt x="44" y="109"/>
                  </a:moveTo>
                  <a:cubicBezTo>
                    <a:pt x="20" y="109"/>
                    <a:pt x="20" y="109"/>
                    <a:pt x="20" y="109"/>
                  </a:cubicBezTo>
                  <a:cubicBezTo>
                    <a:pt x="20" y="149"/>
                    <a:pt x="20" y="149"/>
                    <a:pt x="20" y="149"/>
                  </a:cubicBezTo>
                  <a:cubicBezTo>
                    <a:pt x="44" y="149"/>
                    <a:pt x="44" y="149"/>
                    <a:pt x="44" y="149"/>
                  </a:cubicBezTo>
                  <a:lnTo>
                    <a:pt x="44" y="109"/>
                  </a:lnTo>
                  <a:close/>
                  <a:moveTo>
                    <a:pt x="40" y="81"/>
                  </a:moveTo>
                  <a:cubicBezTo>
                    <a:pt x="20" y="81"/>
                    <a:pt x="20" y="81"/>
                    <a:pt x="20" y="81"/>
                  </a:cubicBezTo>
                  <a:cubicBezTo>
                    <a:pt x="20" y="97"/>
                    <a:pt x="20" y="97"/>
                    <a:pt x="20" y="97"/>
                  </a:cubicBezTo>
                  <a:cubicBezTo>
                    <a:pt x="40" y="97"/>
                    <a:pt x="40" y="97"/>
                    <a:pt x="40" y="97"/>
                  </a:cubicBezTo>
                  <a:lnTo>
                    <a:pt x="40" y="81"/>
                  </a:lnTo>
                  <a:close/>
                  <a:moveTo>
                    <a:pt x="72" y="97"/>
                  </a:moveTo>
                  <a:cubicBezTo>
                    <a:pt x="72" y="81"/>
                    <a:pt x="72" y="81"/>
                    <a:pt x="72" y="81"/>
                  </a:cubicBezTo>
                  <a:cubicBezTo>
                    <a:pt x="52" y="81"/>
                    <a:pt x="52" y="81"/>
                    <a:pt x="52" y="81"/>
                  </a:cubicBezTo>
                  <a:cubicBezTo>
                    <a:pt x="52" y="97"/>
                    <a:pt x="52" y="97"/>
                    <a:pt x="52" y="97"/>
                  </a:cubicBezTo>
                  <a:lnTo>
                    <a:pt x="72" y="97"/>
                  </a:lnTo>
                  <a:close/>
                  <a:moveTo>
                    <a:pt x="48" y="149"/>
                  </a:moveTo>
                  <a:cubicBezTo>
                    <a:pt x="72" y="149"/>
                    <a:pt x="72" y="149"/>
                    <a:pt x="72" y="149"/>
                  </a:cubicBezTo>
                  <a:cubicBezTo>
                    <a:pt x="72" y="109"/>
                    <a:pt x="72" y="109"/>
                    <a:pt x="72" y="109"/>
                  </a:cubicBezTo>
                  <a:cubicBezTo>
                    <a:pt x="48" y="109"/>
                    <a:pt x="48" y="109"/>
                    <a:pt x="48" y="109"/>
                  </a:cubicBezTo>
                  <a:lnTo>
                    <a:pt x="48" y="149"/>
                  </a:lnTo>
                  <a:close/>
                  <a:moveTo>
                    <a:pt x="188" y="65"/>
                  </a:moveTo>
                  <a:cubicBezTo>
                    <a:pt x="188" y="161"/>
                    <a:pt x="188" y="161"/>
                    <a:pt x="188" y="161"/>
                  </a:cubicBezTo>
                  <a:cubicBezTo>
                    <a:pt x="4" y="161"/>
                    <a:pt x="4" y="161"/>
                    <a:pt x="4" y="161"/>
                  </a:cubicBezTo>
                  <a:cubicBezTo>
                    <a:pt x="4" y="65"/>
                    <a:pt x="4" y="65"/>
                    <a:pt x="4" y="65"/>
                  </a:cubicBezTo>
                  <a:cubicBezTo>
                    <a:pt x="0" y="65"/>
                    <a:pt x="0" y="65"/>
                    <a:pt x="0" y="65"/>
                  </a:cubicBezTo>
                  <a:cubicBezTo>
                    <a:pt x="0" y="61"/>
                    <a:pt x="0" y="61"/>
                    <a:pt x="0" y="61"/>
                  </a:cubicBezTo>
                  <a:cubicBezTo>
                    <a:pt x="0" y="53"/>
                    <a:pt x="0" y="53"/>
                    <a:pt x="0" y="53"/>
                  </a:cubicBezTo>
                  <a:cubicBezTo>
                    <a:pt x="8" y="53"/>
                    <a:pt x="8" y="53"/>
                    <a:pt x="8" y="53"/>
                  </a:cubicBezTo>
                  <a:cubicBezTo>
                    <a:pt x="26" y="37"/>
                    <a:pt x="63" y="2"/>
                    <a:pt x="63" y="1"/>
                  </a:cubicBezTo>
                  <a:cubicBezTo>
                    <a:pt x="63" y="0"/>
                    <a:pt x="104" y="36"/>
                    <a:pt x="123" y="53"/>
                  </a:cubicBezTo>
                  <a:cubicBezTo>
                    <a:pt x="180" y="53"/>
                    <a:pt x="180" y="53"/>
                    <a:pt x="180" y="53"/>
                  </a:cubicBezTo>
                  <a:cubicBezTo>
                    <a:pt x="192" y="53"/>
                    <a:pt x="192" y="53"/>
                    <a:pt x="192" y="53"/>
                  </a:cubicBezTo>
                  <a:cubicBezTo>
                    <a:pt x="192" y="65"/>
                    <a:pt x="192" y="65"/>
                    <a:pt x="192" y="65"/>
                  </a:cubicBezTo>
                  <a:lnTo>
                    <a:pt x="188" y="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grpSp>
      <p:grpSp>
        <p:nvGrpSpPr>
          <p:cNvPr id="17" name="组合 16">
            <a:extLst>
              <a:ext uri="{FF2B5EF4-FFF2-40B4-BE49-F238E27FC236}">
                <a16:creationId xmlns:a16="http://schemas.microsoft.com/office/drawing/2014/main" id="{E8B4CA1B-FFEF-48DA-A9B1-84E1FEAF15CB}"/>
              </a:ext>
            </a:extLst>
          </p:cNvPr>
          <p:cNvGrpSpPr/>
          <p:nvPr/>
        </p:nvGrpSpPr>
        <p:grpSpPr>
          <a:xfrm>
            <a:off x="10261838" y="3485379"/>
            <a:ext cx="1059354" cy="1059354"/>
            <a:chOff x="10261838" y="3652799"/>
            <a:chExt cx="1059354" cy="1059354"/>
          </a:xfrm>
        </p:grpSpPr>
        <p:grpSp>
          <p:nvGrpSpPr>
            <p:cNvPr id="37" name="组合 36"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GrpSpPr/>
            <p:nvPr/>
          </p:nvGrpSpPr>
          <p:grpSpPr>
            <a:xfrm>
              <a:off x="10261838" y="3652799"/>
              <a:ext cx="1059354" cy="1059354"/>
              <a:chOff x="2685273" y="2003310"/>
              <a:chExt cx="1429322" cy="1429322"/>
            </a:xfrm>
            <a:effectLst/>
          </p:grpSpPr>
          <p:sp>
            <p:nvSpPr>
              <p:cNvPr id="40" name="椭圆 39"/>
              <p:cNvSpPr/>
              <p:nvPr/>
            </p:nvSpPr>
            <p:spPr>
              <a:xfrm>
                <a:off x="2685273" y="2003310"/>
                <a:ext cx="1429322" cy="1429322"/>
              </a:xfrm>
              <a:prstGeom prst="ellipse">
                <a:avLst/>
              </a:prstGeom>
              <a:solidFill>
                <a:schemeClr val="bg1"/>
              </a:solidFill>
              <a:ln w="12700">
                <a:gradFill>
                  <a:gsLst>
                    <a:gs pos="89000">
                      <a:schemeClr val="bg1">
                        <a:lumMod val="85000"/>
                      </a:schemeClr>
                    </a:gs>
                    <a:gs pos="0">
                      <a:schemeClr val="bg1"/>
                    </a:gs>
                  </a:gsLst>
                  <a:lin ang="7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3E8C8E"/>
                  </a:solidFill>
                </a:endParaRPr>
              </a:p>
            </p:txBody>
          </p:sp>
          <p:sp>
            <p:nvSpPr>
              <p:cNvPr id="41" name="椭圆 40"/>
              <p:cNvSpPr/>
              <p:nvPr/>
            </p:nvSpPr>
            <p:spPr>
              <a:xfrm>
                <a:off x="2836034" y="2154071"/>
                <a:ext cx="1127798" cy="1127798"/>
              </a:xfrm>
              <a:prstGeom prst="ellipse">
                <a:avLst/>
              </a:prstGeom>
              <a:gradFill flip="none" rotWithShape="1">
                <a:gsLst>
                  <a:gs pos="0">
                    <a:srgbClr val="20517C">
                      <a:shade val="30000"/>
                      <a:satMod val="115000"/>
                    </a:srgbClr>
                  </a:gs>
                  <a:gs pos="50000">
                    <a:srgbClr val="20517C">
                      <a:shade val="67500"/>
                      <a:satMod val="115000"/>
                    </a:srgbClr>
                  </a:gs>
                  <a:gs pos="100000">
                    <a:srgbClr val="20517C">
                      <a:shade val="100000"/>
                      <a:satMod val="115000"/>
                    </a:srgbClr>
                  </a:gs>
                </a:gsLst>
                <a:lin ang="2700000" scaled="1"/>
                <a:tileRect/>
              </a:gradFill>
              <a:ln>
                <a:noFill/>
              </a:ln>
            </p:spPr>
            <p:txBody>
              <a:bodyPr vert="horz" wrap="square" lIns="91440" tIns="45720" rIns="91440" bIns="45720" numCol="1" anchor="t" anchorCtr="0" compatLnSpc="1">
                <a:prstTxWarp prst="textNoShape">
                  <a:avLst/>
                </a:prstTxWarp>
              </a:bodyPr>
              <a:lstStyle/>
              <a:p>
                <a:pPr algn="ctr"/>
                <a:endParaRPr lang="zh-CN" altLang="en-US">
                  <a:solidFill>
                    <a:schemeClr val="tx1"/>
                  </a:solidFill>
                </a:endParaRPr>
              </a:p>
            </p:txBody>
          </p:sp>
        </p:grpSp>
        <p:sp>
          <p:nvSpPr>
            <p:cNvPr id="45" name="Freeform 12"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p:cNvSpPr>
              <a:spLocks noEditPoints="1"/>
            </p:cNvSpPr>
            <p:nvPr/>
          </p:nvSpPr>
          <p:spPr bwMode="auto">
            <a:xfrm>
              <a:off x="10628762" y="3974811"/>
              <a:ext cx="325504" cy="376118"/>
            </a:xfrm>
            <a:custGeom>
              <a:avLst/>
              <a:gdLst>
                <a:gd name="T0" fmla="*/ 277 w 290"/>
                <a:gd name="T1" fmla="*/ 310 h 335"/>
                <a:gd name="T2" fmla="*/ 75 w 290"/>
                <a:gd name="T3" fmla="*/ 310 h 335"/>
                <a:gd name="T4" fmla="*/ 109 w 290"/>
                <a:gd name="T5" fmla="*/ 297 h 335"/>
                <a:gd name="T6" fmla="*/ 116 w 290"/>
                <a:gd name="T7" fmla="*/ 291 h 335"/>
                <a:gd name="T8" fmla="*/ 212 w 290"/>
                <a:gd name="T9" fmla="*/ 152 h 335"/>
                <a:gd name="T10" fmla="*/ 213 w 290"/>
                <a:gd name="T11" fmla="*/ 149 h 335"/>
                <a:gd name="T12" fmla="*/ 213 w 290"/>
                <a:gd name="T13" fmla="*/ 149 h 335"/>
                <a:gd name="T14" fmla="*/ 237 w 290"/>
                <a:gd name="T15" fmla="*/ 115 h 335"/>
                <a:gd name="T16" fmla="*/ 220 w 290"/>
                <a:gd name="T17" fmla="*/ 23 h 335"/>
                <a:gd name="T18" fmla="*/ 215 w 290"/>
                <a:gd name="T19" fmla="*/ 20 h 335"/>
                <a:gd name="T20" fmla="*/ 124 w 290"/>
                <a:gd name="T21" fmla="*/ 37 h 335"/>
                <a:gd name="T22" fmla="*/ 100 w 290"/>
                <a:gd name="T23" fmla="*/ 72 h 335"/>
                <a:gd name="T24" fmla="*/ 101 w 290"/>
                <a:gd name="T25" fmla="*/ 72 h 335"/>
                <a:gd name="T26" fmla="*/ 98 w 290"/>
                <a:gd name="T27" fmla="*/ 74 h 335"/>
                <a:gd name="T28" fmla="*/ 3 w 290"/>
                <a:gd name="T29" fmla="*/ 213 h 335"/>
                <a:gd name="T30" fmla="*/ 0 w 290"/>
                <a:gd name="T31" fmla="*/ 222 h 335"/>
                <a:gd name="T32" fmla="*/ 0 w 290"/>
                <a:gd name="T33" fmla="*/ 318 h 335"/>
                <a:gd name="T34" fmla="*/ 4 w 290"/>
                <a:gd name="T35" fmla="*/ 328 h 335"/>
                <a:gd name="T36" fmla="*/ 15 w 290"/>
                <a:gd name="T37" fmla="*/ 335 h 335"/>
                <a:gd name="T38" fmla="*/ 277 w 290"/>
                <a:gd name="T39" fmla="*/ 335 h 335"/>
                <a:gd name="T40" fmla="*/ 290 w 290"/>
                <a:gd name="T41" fmla="*/ 323 h 335"/>
                <a:gd name="T42" fmla="*/ 277 w 290"/>
                <a:gd name="T43" fmla="*/ 310 h 335"/>
                <a:gd name="T44" fmla="*/ 148 w 290"/>
                <a:gd name="T45" fmla="*/ 54 h 335"/>
                <a:gd name="T46" fmla="*/ 199 w 290"/>
                <a:gd name="T47" fmla="*/ 44 h 335"/>
                <a:gd name="T48" fmla="*/ 204 w 290"/>
                <a:gd name="T49" fmla="*/ 47 h 335"/>
                <a:gd name="T50" fmla="*/ 213 w 290"/>
                <a:gd name="T51" fmla="*/ 99 h 335"/>
                <a:gd name="T52" fmla="*/ 196 w 290"/>
                <a:gd name="T53" fmla="*/ 124 h 335"/>
                <a:gd name="T54" fmla="*/ 130 w 290"/>
                <a:gd name="T55" fmla="*/ 79 h 335"/>
                <a:gd name="T56" fmla="*/ 148 w 290"/>
                <a:gd name="T57" fmla="*/ 54 h 335"/>
                <a:gd name="T58" fmla="*/ 30 w 290"/>
                <a:gd name="T59" fmla="*/ 265 h 335"/>
                <a:gd name="T60" fmla="*/ 29 w 290"/>
                <a:gd name="T61" fmla="*/ 266 h 335"/>
                <a:gd name="T62" fmla="*/ 29 w 290"/>
                <a:gd name="T63" fmla="*/ 226 h 335"/>
                <a:gd name="T64" fmla="*/ 114 w 290"/>
                <a:gd name="T65" fmla="*/ 103 h 335"/>
                <a:gd name="T66" fmla="*/ 134 w 290"/>
                <a:gd name="T67" fmla="*/ 117 h 335"/>
                <a:gd name="T68" fmla="*/ 56 w 290"/>
                <a:gd name="T69" fmla="*/ 231 h 335"/>
                <a:gd name="T70" fmla="*/ 60 w 290"/>
                <a:gd name="T71" fmla="*/ 253 h 335"/>
                <a:gd name="T72" fmla="*/ 81 w 290"/>
                <a:gd name="T73" fmla="*/ 249 h 335"/>
                <a:gd name="T74" fmla="*/ 160 w 290"/>
                <a:gd name="T75" fmla="*/ 134 h 335"/>
                <a:gd name="T76" fmla="*/ 180 w 290"/>
                <a:gd name="T77" fmla="*/ 148 h 335"/>
                <a:gd name="T78" fmla="*/ 95 w 290"/>
                <a:gd name="T79" fmla="*/ 271 h 335"/>
                <a:gd name="T80" fmla="*/ 59 w 290"/>
                <a:gd name="T81" fmla="*/ 285 h 335"/>
                <a:gd name="T82" fmla="*/ 30 w 290"/>
                <a:gd name="T83" fmla="*/ 265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90" h="335">
                  <a:moveTo>
                    <a:pt x="277" y="310"/>
                  </a:moveTo>
                  <a:cubicBezTo>
                    <a:pt x="75" y="310"/>
                    <a:pt x="75" y="310"/>
                    <a:pt x="75" y="310"/>
                  </a:cubicBezTo>
                  <a:cubicBezTo>
                    <a:pt x="109" y="297"/>
                    <a:pt x="109" y="297"/>
                    <a:pt x="109" y="297"/>
                  </a:cubicBezTo>
                  <a:cubicBezTo>
                    <a:pt x="112" y="295"/>
                    <a:pt x="114" y="294"/>
                    <a:pt x="116" y="291"/>
                  </a:cubicBezTo>
                  <a:cubicBezTo>
                    <a:pt x="212" y="152"/>
                    <a:pt x="212" y="152"/>
                    <a:pt x="212" y="152"/>
                  </a:cubicBezTo>
                  <a:cubicBezTo>
                    <a:pt x="212" y="151"/>
                    <a:pt x="213" y="150"/>
                    <a:pt x="213" y="149"/>
                  </a:cubicBezTo>
                  <a:cubicBezTo>
                    <a:pt x="213" y="149"/>
                    <a:pt x="213" y="149"/>
                    <a:pt x="213" y="149"/>
                  </a:cubicBezTo>
                  <a:cubicBezTo>
                    <a:pt x="237" y="115"/>
                    <a:pt x="237" y="115"/>
                    <a:pt x="237" y="115"/>
                  </a:cubicBezTo>
                  <a:cubicBezTo>
                    <a:pt x="258" y="85"/>
                    <a:pt x="250" y="44"/>
                    <a:pt x="220" y="23"/>
                  </a:cubicBezTo>
                  <a:cubicBezTo>
                    <a:pt x="215" y="20"/>
                    <a:pt x="215" y="20"/>
                    <a:pt x="215" y="20"/>
                  </a:cubicBezTo>
                  <a:cubicBezTo>
                    <a:pt x="185" y="0"/>
                    <a:pt x="144" y="7"/>
                    <a:pt x="124" y="37"/>
                  </a:cubicBezTo>
                  <a:cubicBezTo>
                    <a:pt x="100" y="72"/>
                    <a:pt x="100" y="72"/>
                    <a:pt x="100" y="72"/>
                  </a:cubicBezTo>
                  <a:cubicBezTo>
                    <a:pt x="101" y="72"/>
                    <a:pt x="101" y="72"/>
                    <a:pt x="101" y="72"/>
                  </a:cubicBezTo>
                  <a:cubicBezTo>
                    <a:pt x="100" y="73"/>
                    <a:pt x="99" y="73"/>
                    <a:pt x="98" y="74"/>
                  </a:cubicBezTo>
                  <a:cubicBezTo>
                    <a:pt x="3" y="213"/>
                    <a:pt x="3" y="213"/>
                    <a:pt x="3" y="213"/>
                  </a:cubicBezTo>
                  <a:cubicBezTo>
                    <a:pt x="1" y="216"/>
                    <a:pt x="0" y="219"/>
                    <a:pt x="0" y="222"/>
                  </a:cubicBezTo>
                  <a:cubicBezTo>
                    <a:pt x="0" y="318"/>
                    <a:pt x="0" y="318"/>
                    <a:pt x="0" y="318"/>
                  </a:cubicBezTo>
                  <a:cubicBezTo>
                    <a:pt x="0" y="322"/>
                    <a:pt x="1" y="325"/>
                    <a:pt x="4" y="328"/>
                  </a:cubicBezTo>
                  <a:cubicBezTo>
                    <a:pt x="6" y="332"/>
                    <a:pt x="10" y="335"/>
                    <a:pt x="15" y="335"/>
                  </a:cubicBezTo>
                  <a:cubicBezTo>
                    <a:pt x="277" y="335"/>
                    <a:pt x="277" y="335"/>
                    <a:pt x="277" y="335"/>
                  </a:cubicBezTo>
                  <a:cubicBezTo>
                    <a:pt x="284" y="335"/>
                    <a:pt x="290" y="330"/>
                    <a:pt x="290" y="323"/>
                  </a:cubicBezTo>
                  <a:cubicBezTo>
                    <a:pt x="290" y="316"/>
                    <a:pt x="284" y="310"/>
                    <a:pt x="277" y="310"/>
                  </a:cubicBezTo>
                  <a:close/>
                  <a:moveTo>
                    <a:pt x="148" y="54"/>
                  </a:moveTo>
                  <a:cubicBezTo>
                    <a:pt x="159" y="37"/>
                    <a:pt x="182" y="33"/>
                    <a:pt x="199" y="44"/>
                  </a:cubicBezTo>
                  <a:cubicBezTo>
                    <a:pt x="204" y="47"/>
                    <a:pt x="204" y="47"/>
                    <a:pt x="204" y="47"/>
                  </a:cubicBezTo>
                  <a:cubicBezTo>
                    <a:pt x="220" y="59"/>
                    <a:pt x="225" y="82"/>
                    <a:pt x="213" y="99"/>
                  </a:cubicBezTo>
                  <a:cubicBezTo>
                    <a:pt x="196" y="124"/>
                    <a:pt x="196" y="124"/>
                    <a:pt x="196" y="124"/>
                  </a:cubicBezTo>
                  <a:cubicBezTo>
                    <a:pt x="130" y="79"/>
                    <a:pt x="130" y="79"/>
                    <a:pt x="130" y="79"/>
                  </a:cubicBezTo>
                  <a:lnTo>
                    <a:pt x="148" y="54"/>
                  </a:lnTo>
                  <a:close/>
                  <a:moveTo>
                    <a:pt x="30" y="265"/>
                  </a:moveTo>
                  <a:cubicBezTo>
                    <a:pt x="29" y="266"/>
                    <a:pt x="29" y="266"/>
                    <a:pt x="29" y="266"/>
                  </a:cubicBezTo>
                  <a:cubicBezTo>
                    <a:pt x="29" y="226"/>
                    <a:pt x="29" y="226"/>
                    <a:pt x="29" y="226"/>
                  </a:cubicBezTo>
                  <a:cubicBezTo>
                    <a:pt x="114" y="103"/>
                    <a:pt x="114" y="103"/>
                    <a:pt x="114" y="103"/>
                  </a:cubicBezTo>
                  <a:cubicBezTo>
                    <a:pt x="134" y="117"/>
                    <a:pt x="134" y="117"/>
                    <a:pt x="134" y="117"/>
                  </a:cubicBezTo>
                  <a:cubicBezTo>
                    <a:pt x="56" y="231"/>
                    <a:pt x="56" y="231"/>
                    <a:pt x="56" y="231"/>
                  </a:cubicBezTo>
                  <a:cubicBezTo>
                    <a:pt x="51" y="238"/>
                    <a:pt x="53" y="248"/>
                    <a:pt x="60" y="253"/>
                  </a:cubicBezTo>
                  <a:cubicBezTo>
                    <a:pt x="67" y="258"/>
                    <a:pt x="76" y="256"/>
                    <a:pt x="81" y="249"/>
                  </a:cubicBezTo>
                  <a:cubicBezTo>
                    <a:pt x="160" y="134"/>
                    <a:pt x="160" y="134"/>
                    <a:pt x="160" y="134"/>
                  </a:cubicBezTo>
                  <a:cubicBezTo>
                    <a:pt x="180" y="148"/>
                    <a:pt x="180" y="148"/>
                    <a:pt x="180" y="148"/>
                  </a:cubicBezTo>
                  <a:cubicBezTo>
                    <a:pt x="95" y="271"/>
                    <a:pt x="95" y="271"/>
                    <a:pt x="95" y="271"/>
                  </a:cubicBezTo>
                  <a:cubicBezTo>
                    <a:pt x="59" y="285"/>
                    <a:pt x="59" y="285"/>
                    <a:pt x="59" y="285"/>
                  </a:cubicBezTo>
                  <a:lnTo>
                    <a:pt x="30" y="265"/>
                  </a:lnTo>
                  <a:close/>
                </a:path>
              </a:pathLst>
            </a:custGeom>
            <a:solidFill>
              <a:schemeClr val="bg1"/>
            </a:solid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sp>
        <p:nvSpPr>
          <p:cNvPr id="48" name="e7d195523061f1c0"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hidden="1"/>
          <p:cNvSpPr txBox="1"/>
          <p:nvPr/>
        </p:nvSpPr>
        <p:spPr>
          <a:xfrm>
            <a:off x="-355600" y="1803400"/>
            <a:ext cx="293927" cy="1016000"/>
          </a:xfrm>
          <a:prstGeom prst="rect">
            <a:avLst/>
          </a:prstGeom>
          <a:noFill/>
        </p:spPr>
        <p:txBody>
          <a:bodyPr vert="wordArtVert" rtlCol="0">
            <a:spAutoFit/>
          </a:bodyPr>
          <a:lstStyle/>
          <a:p>
            <a:r>
              <a:rPr lang="en-US" altLang="zh-CN" sz="100"/>
              <a:t>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a:t>
            </a:r>
            <a:endParaRPr lang="zh-CN" altLang="en-US" sz="100"/>
          </a:p>
        </p:txBody>
      </p:sp>
      <p:sp>
        <p:nvSpPr>
          <p:cNvPr id="49" name="矩形 4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BD521644-68FE-429C-8741-F9FA226C9424}"/>
              </a:ext>
            </a:extLst>
          </p:cNvPr>
          <p:cNvSpPr/>
          <p:nvPr/>
        </p:nvSpPr>
        <p:spPr>
          <a:xfrm>
            <a:off x="5060300" y="264474"/>
            <a:ext cx="2071400" cy="1077218"/>
          </a:xfrm>
          <a:prstGeom prst="rect">
            <a:avLst/>
          </a:prstGeom>
        </p:spPr>
        <p:txBody>
          <a:bodyPr wrap="none">
            <a:spAutoFit/>
          </a:bodyPr>
          <a:lstStyle/>
          <a:p>
            <a:pPr algn="ctr" defTabSz="914377"/>
            <a:r>
              <a:rPr lang="zh-CN" altLang="en-US" sz="6400" b="1" dirty="0">
                <a:solidFill>
                  <a:schemeClr val="tx1">
                    <a:lumMod val="75000"/>
                    <a:lumOff val="25000"/>
                  </a:schemeClr>
                </a:solidFill>
                <a:latin typeface="微软雅黑"/>
                <a:ea typeface="微软雅黑"/>
                <a:cs typeface="Arial" panose="020B0604020202020204" pitchFamily="34" charset="0"/>
              </a:rPr>
              <a:t>目 录</a:t>
            </a:r>
            <a:endParaRPr lang="en-US" altLang="zh-CN" sz="6400" b="1" dirty="0">
              <a:solidFill>
                <a:schemeClr val="tx1">
                  <a:lumMod val="75000"/>
                  <a:lumOff val="25000"/>
                </a:schemeClr>
              </a:solidFill>
              <a:latin typeface="微软雅黑"/>
              <a:ea typeface="微软雅黑"/>
              <a:cs typeface="Arial" panose="020B0604020202020204" pitchFamily="34" charset="0"/>
            </a:endParaRPr>
          </a:p>
        </p:txBody>
      </p:sp>
      <p:sp>
        <p:nvSpPr>
          <p:cNvPr id="50" name="矩形 4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8E2BD1F8-A962-452C-B9F4-8B7F7C8C4584}"/>
              </a:ext>
            </a:extLst>
          </p:cNvPr>
          <p:cNvSpPr/>
          <p:nvPr/>
        </p:nvSpPr>
        <p:spPr>
          <a:xfrm>
            <a:off x="5064307" y="1302618"/>
            <a:ext cx="2063385" cy="502766"/>
          </a:xfrm>
          <a:prstGeom prst="rect">
            <a:avLst/>
          </a:prstGeom>
        </p:spPr>
        <p:txBody>
          <a:bodyPr wrap="none">
            <a:spAutoFit/>
          </a:bodyPr>
          <a:lstStyle/>
          <a:p>
            <a:pPr algn="ctr" defTabSz="914377"/>
            <a:r>
              <a:rPr lang="en-US" altLang="zh-CN" sz="2667">
                <a:solidFill>
                  <a:schemeClr val="tx1">
                    <a:lumMod val="75000"/>
                    <a:lumOff val="25000"/>
                  </a:schemeClr>
                </a:solidFill>
                <a:latin typeface="Arial"/>
                <a:ea typeface="微软雅黑"/>
                <a:cs typeface="Arial" panose="020B0604020202020204" pitchFamily="34" charset="0"/>
              </a:rPr>
              <a:t>CONTENTS</a:t>
            </a:r>
          </a:p>
        </p:txBody>
      </p:sp>
      <p:cxnSp>
        <p:nvCxnSpPr>
          <p:cNvPr id="51" name="直接连接符 50"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D78CB020-C8EF-45C0-B718-ECB1E2BF48C8}"/>
              </a:ext>
            </a:extLst>
          </p:cNvPr>
          <p:cNvCxnSpPr/>
          <p:nvPr/>
        </p:nvCxnSpPr>
        <p:spPr>
          <a:xfrm>
            <a:off x="5516238" y="1899282"/>
            <a:ext cx="1159524" cy="0"/>
          </a:xfrm>
          <a:prstGeom prst="line">
            <a:avLst/>
          </a:prstGeom>
          <a:ln w="28575">
            <a:solidFill>
              <a:srgbClr val="005DA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292410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fade">
                                      <p:cBhvr>
                                        <p:cTn id="7" dur="500"/>
                                        <p:tgtEl>
                                          <p:spTgt spid="4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50"/>
                                        </p:tgtEl>
                                        <p:attrNameLst>
                                          <p:attrName>style.visibility</p:attrName>
                                        </p:attrNameLst>
                                      </p:cBhvr>
                                      <p:to>
                                        <p:strVal val="visible"/>
                                      </p:to>
                                    </p:set>
                                    <p:animEffect transition="in" filter="barn(inVertical)">
                                      <p:cBhvr>
                                        <p:cTn id="10" dur="500"/>
                                        <p:tgtEl>
                                          <p:spTgt spid="50"/>
                                        </p:tgtEl>
                                      </p:cBhvr>
                                    </p:animEffect>
                                  </p:childTnLst>
                                </p:cTn>
                              </p:par>
                            </p:childTnLst>
                          </p:cTn>
                        </p:par>
                        <p:par>
                          <p:cTn id="11" fill="hold">
                            <p:stCondLst>
                              <p:cond delay="500"/>
                            </p:stCondLst>
                            <p:childTnLst>
                              <p:par>
                                <p:cTn id="12" presetID="10" presetClass="entr" presetSubtype="0" fill="hold" nodeType="after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par>
                          <p:cTn id="18" fill="hold">
                            <p:stCondLst>
                              <p:cond delay="1000"/>
                            </p:stCondLst>
                            <p:childTnLst>
                              <p:par>
                                <p:cTn id="19" presetID="31" presetClass="entr" presetSubtype="0" fill="hold" nodeType="afterEffect">
                                  <p:stCondLst>
                                    <p:cond delay="0"/>
                                  </p:stCondLst>
                                  <p:childTnLst>
                                    <p:set>
                                      <p:cBhvr>
                                        <p:cTn id="20" dur="1" fill="hold">
                                          <p:stCondLst>
                                            <p:cond delay="0"/>
                                          </p:stCondLst>
                                        </p:cTn>
                                        <p:tgtEl>
                                          <p:spTgt spid="47"/>
                                        </p:tgtEl>
                                        <p:attrNameLst>
                                          <p:attrName>style.visibility</p:attrName>
                                        </p:attrNameLst>
                                      </p:cBhvr>
                                      <p:to>
                                        <p:strVal val="visible"/>
                                      </p:to>
                                    </p:set>
                                    <p:anim calcmode="lin" valueType="num">
                                      <p:cBhvr>
                                        <p:cTn id="21" dur="1000" fill="hold"/>
                                        <p:tgtEl>
                                          <p:spTgt spid="47"/>
                                        </p:tgtEl>
                                        <p:attrNameLst>
                                          <p:attrName>ppt_w</p:attrName>
                                        </p:attrNameLst>
                                      </p:cBhvr>
                                      <p:tavLst>
                                        <p:tav tm="0">
                                          <p:val>
                                            <p:fltVal val="0"/>
                                          </p:val>
                                        </p:tav>
                                        <p:tav tm="100000">
                                          <p:val>
                                            <p:strVal val="#ppt_w"/>
                                          </p:val>
                                        </p:tav>
                                      </p:tavLst>
                                    </p:anim>
                                    <p:anim calcmode="lin" valueType="num">
                                      <p:cBhvr>
                                        <p:cTn id="22" dur="1000" fill="hold"/>
                                        <p:tgtEl>
                                          <p:spTgt spid="47"/>
                                        </p:tgtEl>
                                        <p:attrNameLst>
                                          <p:attrName>ppt_h</p:attrName>
                                        </p:attrNameLst>
                                      </p:cBhvr>
                                      <p:tavLst>
                                        <p:tav tm="0">
                                          <p:val>
                                            <p:fltVal val="0"/>
                                          </p:val>
                                        </p:tav>
                                        <p:tav tm="100000">
                                          <p:val>
                                            <p:strVal val="#ppt_h"/>
                                          </p:val>
                                        </p:tav>
                                      </p:tavLst>
                                    </p:anim>
                                    <p:anim calcmode="lin" valueType="num">
                                      <p:cBhvr>
                                        <p:cTn id="23" dur="1000" fill="hold"/>
                                        <p:tgtEl>
                                          <p:spTgt spid="47"/>
                                        </p:tgtEl>
                                        <p:attrNameLst>
                                          <p:attrName>style.rotation</p:attrName>
                                        </p:attrNameLst>
                                      </p:cBhvr>
                                      <p:tavLst>
                                        <p:tav tm="0">
                                          <p:val>
                                            <p:fltVal val="90"/>
                                          </p:val>
                                        </p:tav>
                                        <p:tav tm="100000">
                                          <p:val>
                                            <p:fltVal val="0"/>
                                          </p:val>
                                        </p:tav>
                                      </p:tavLst>
                                    </p:anim>
                                    <p:animEffect transition="in" filter="fade">
                                      <p:cBhvr>
                                        <p:cTn id="24" dur="1000"/>
                                        <p:tgtEl>
                                          <p:spTgt spid="47"/>
                                        </p:tgtEl>
                                      </p:cBhvr>
                                    </p:animEffect>
                                  </p:childTnLst>
                                </p:cTn>
                              </p:par>
                            </p:childTnLst>
                          </p:cTn>
                        </p:par>
                        <p:par>
                          <p:cTn id="25" fill="hold">
                            <p:stCondLst>
                              <p:cond delay="2000"/>
                            </p:stCondLst>
                            <p:childTnLst>
                              <p:par>
                                <p:cTn id="26" presetID="42" presetClass="entr" presetSubtype="0" fill="hold" grpId="0"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par>
                          <p:cTn id="31" fill="hold">
                            <p:stCondLst>
                              <p:cond delay="3000"/>
                            </p:stCondLst>
                            <p:childTnLst>
                              <p:par>
                                <p:cTn id="32" presetID="31" presetClass="entr" presetSubtype="0" fill="hold" nodeType="afterEffect">
                                  <p:stCondLst>
                                    <p:cond delay="0"/>
                                  </p:stCondLst>
                                  <p:childTnLst>
                                    <p:set>
                                      <p:cBhvr>
                                        <p:cTn id="33" dur="1" fill="hold">
                                          <p:stCondLst>
                                            <p:cond delay="0"/>
                                          </p:stCondLst>
                                        </p:cTn>
                                        <p:tgtEl>
                                          <p:spTgt spid="2"/>
                                        </p:tgtEl>
                                        <p:attrNameLst>
                                          <p:attrName>style.visibility</p:attrName>
                                        </p:attrNameLst>
                                      </p:cBhvr>
                                      <p:to>
                                        <p:strVal val="visible"/>
                                      </p:to>
                                    </p:set>
                                    <p:anim calcmode="lin" valueType="num">
                                      <p:cBhvr>
                                        <p:cTn id="34" dur="1000" fill="hold"/>
                                        <p:tgtEl>
                                          <p:spTgt spid="2"/>
                                        </p:tgtEl>
                                        <p:attrNameLst>
                                          <p:attrName>ppt_w</p:attrName>
                                        </p:attrNameLst>
                                      </p:cBhvr>
                                      <p:tavLst>
                                        <p:tav tm="0">
                                          <p:val>
                                            <p:fltVal val="0"/>
                                          </p:val>
                                        </p:tav>
                                        <p:tav tm="100000">
                                          <p:val>
                                            <p:strVal val="#ppt_w"/>
                                          </p:val>
                                        </p:tav>
                                      </p:tavLst>
                                    </p:anim>
                                    <p:anim calcmode="lin" valueType="num">
                                      <p:cBhvr>
                                        <p:cTn id="35" dur="1000" fill="hold"/>
                                        <p:tgtEl>
                                          <p:spTgt spid="2"/>
                                        </p:tgtEl>
                                        <p:attrNameLst>
                                          <p:attrName>ppt_h</p:attrName>
                                        </p:attrNameLst>
                                      </p:cBhvr>
                                      <p:tavLst>
                                        <p:tav tm="0">
                                          <p:val>
                                            <p:fltVal val="0"/>
                                          </p:val>
                                        </p:tav>
                                        <p:tav tm="100000">
                                          <p:val>
                                            <p:strVal val="#ppt_h"/>
                                          </p:val>
                                        </p:tav>
                                      </p:tavLst>
                                    </p:anim>
                                    <p:anim calcmode="lin" valueType="num">
                                      <p:cBhvr>
                                        <p:cTn id="36" dur="1000" fill="hold"/>
                                        <p:tgtEl>
                                          <p:spTgt spid="2"/>
                                        </p:tgtEl>
                                        <p:attrNameLst>
                                          <p:attrName>style.rotation</p:attrName>
                                        </p:attrNameLst>
                                      </p:cBhvr>
                                      <p:tavLst>
                                        <p:tav tm="0">
                                          <p:val>
                                            <p:fltVal val="90"/>
                                          </p:val>
                                        </p:tav>
                                        <p:tav tm="100000">
                                          <p:val>
                                            <p:fltVal val="0"/>
                                          </p:val>
                                        </p:tav>
                                      </p:tavLst>
                                    </p:anim>
                                    <p:animEffect transition="in" filter="fade">
                                      <p:cBhvr>
                                        <p:cTn id="37" dur="1000"/>
                                        <p:tgtEl>
                                          <p:spTgt spid="2"/>
                                        </p:tgtEl>
                                      </p:cBhvr>
                                    </p:animEffect>
                                  </p:childTnLst>
                                </p:cTn>
                              </p:par>
                            </p:childTnLst>
                          </p:cTn>
                        </p:par>
                        <p:par>
                          <p:cTn id="38" fill="hold">
                            <p:stCondLst>
                              <p:cond delay="4000"/>
                            </p:stCondLst>
                            <p:childTnLst>
                              <p:par>
                                <p:cTn id="39" presetID="42" presetClass="entr" presetSubtype="0"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1000"/>
                                        <p:tgtEl>
                                          <p:spTgt spid="21"/>
                                        </p:tgtEl>
                                      </p:cBhvr>
                                    </p:animEffect>
                                    <p:anim calcmode="lin" valueType="num">
                                      <p:cBhvr>
                                        <p:cTn id="42" dur="1000" fill="hold"/>
                                        <p:tgtEl>
                                          <p:spTgt spid="21"/>
                                        </p:tgtEl>
                                        <p:attrNameLst>
                                          <p:attrName>ppt_x</p:attrName>
                                        </p:attrNameLst>
                                      </p:cBhvr>
                                      <p:tavLst>
                                        <p:tav tm="0">
                                          <p:val>
                                            <p:strVal val="#ppt_x"/>
                                          </p:val>
                                        </p:tav>
                                        <p:tav tm="100000">
                                          <p:val>
                                            <p:strVal val="#ppt_x"/>
                                          </p:val>
                                        </p:tav>
                                      </p:tavLst>
                                    </p:anim>
                                    <p:anim calcmode="lin" valueType="num">
                                      <p:cBhvr>
                                        <p:cTn id="43" dur="1000" fill="hold"/>
                                        <p:tgtEl>
                                          <p:spTgt spid="21"/>
                                        </p:tgtEl>
                                        <p:attrNameLst>
                                          <p:attrName>ppt_y</p:attrName>
                                        </p:attrNameLst>
                                      </p:cBhvr>
                                      <p:tavLst>
                                        <p:tav tm="0">
                                          <p:val>
                                            <p:strVal val="#ppt_y+.1"/>
                                          </p:val>
                                        </p:tav>
                                        <p:tav tm="100000">
                                          <p:val>
                                            <p:strVal val="#ppt_y"/>
                                          </p:val>
                                        </p:tav>
                                      </p:tavLst>
                                    </p:anim>
                                  </p:childTnLst>
                                </p:cTn>
                              </p:par>
                            </p:childTnLst>
                          </p:cTn>
                        </p:par>
                        <p:par>
                          <p:cTn id="44" fill="hold">
                            <p:stCondLst>
                              <p:cond delay="5000"/>
                            </p:stCondLst>
                            <p:childTnLst>
                              <p:par>
                                <p:cTn id="45" presetID="31" presetClass="entr" presetSubtype="0" fill="hold" nodeType="after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1000" fill="hold"/>
                                        <p:tgtEl>
                                          <p:spTgt spid="3"/>
                                        </p:tgtEl>
                                        <p:attrNameLst>
                                          <p:attrName>ppt_w</p:attrName>
                                        </p:attrNameLst>
                                      </p:cBhvr>
                                      <p:tavLst>
                                        <p:tav tm="0">
                                          <p:val>
                                            <p:fltVal val="0"/>
                                          </p:val>
                                        </p:tav>
                                        <p:tav tm="100000">
                                          <p:val>
                                            <p:strVal val="#ppt_w"/>
                                          </p:val>
                                        </p:tav>
                                      </p:tavLst>
                                    </p:anim>
                                    <p:anim calcmode="lin" valueType="num">
                                      <p:cBhvr>
                                        <p:cTn id="48" dur="1000" fill="hold"/>
                                        <p:tgtEl>
                                          <p:spTgt spid="3"/>
                                        </p:tgtEl>
                                        <p:attrNameLst>
                                          <p:attrName>ppt_h</p:attrName>
                                        </p:attrNameLst>
                                      </p:cBhvr>
                                      <p:tavLst>
                                        <p:tav tm="0">
                                          <p:val>
                                            <p:fltVal val="0"/>
                                          </p:val>
                                        </p:tav>
                                        <p:tav tm="100000">
                                          <p:val>
                                            <p:strVal val="#ppt_h"/>
                                          </p:val>
                                        </p:tav>
                                      </p:tavLst>
                                    </p:anim>
                                    <p:anim calcmode="lin" valueType="num">
                                      <p:cBhvr>
                                        <p:cTn id="49" dur="1000" fill="hold"/>
                                        <p:tgtEl>
                                          <p:spTgt spid="3"/>
                                        </p:tgtEl>
                                        <p:attrNameLst>
                                          <p:attrName>style.rotation</p:attrName>
                                        </p:attrNameLst>
                                      </p:cBhvr>
                                      <p:tavLst>
                                        <p:tav tm="0">
                                          <p:val>
                                            <p:fltVal val="90"/>
                                          </p:val>
                                        </p:tav>
                                        <p:tav tm="100000">
                                          <p:val>
                                            <p:fltVal val="0"/>
                                          </p:val>
                                        </p:tav>
                                      </p:tavLst>
                                    </p:anim>
                                    <p:animEffect transition="in" filter="fade">
                                      <p:cBhvr>
                                        <p:cTn id="50" dur="1000"/>
                                        <p:tgtEl>
                                          <p:spTgt spid="3"/>
                                        </p:tgtEl>
                                      </p:cBhvr>
                                    </p:animEffect>
                                  </p:childTnLst>
                                </p:cTn>
                              </p:par>
                            </p:childTnLst>
                          </p:cTn>
                        </p:par>
                        <p:par>
                          <p:cTn id="51" fill="hold">
                            <p:stCondLst>
                              <p:cond delay="6000"/>
                            </p:stCondLst>
                            <p:childTnLst>
                              <p:par>
                                <p:cTn id="52" presetID="42" presetClass="entr" presetSubtype="0" fill="hold" grpId="0" nodeType="after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1000"/>
                                        <p:tgtEl>
                                          <p:spTgt spid="27"/>
                                        </p:tgtEl>
                                      </p:cBhvr>
                                    </p:animEffect>
                                    <p:anim calcmode="lin" valueType="num">
                                      <p:cBhvr>
                                        <p:cTn id="55" dur="1000" fill="hold"/>
                                        <p:tgtEl>
                                          <p:spTgt spid="27"/>
                                        </p:tgtEl>
                                        <p:attrNameLst>
                                          <p:attrName>ppt_x</p:attrName>
                                        </p:attrNameLst>
                                      </p:cBhvr>
                                      <p:tavLst>
                                        <p:tav tm="0">
                                          <p:val>
                                            <p:strVal val="#ppt_x"/>
                                          </p:val>
                                        </p:tav>
                                        <p:tav tm="100000">
                                          <p:val>
                                            <p:strVal val="#ppt_x"/>
                                          </p:val>
                                        </p:tav>
                                      </p:tavLst>
                                    </p:anim>
                                    <p:anim calcmode="lin" valueType="num">
                                      <p:cBhvr>
                                        <p:cTn id="56" dur="1000" fill="hold"/>
                                        <p:tgtEl>
                                          <p:spTgt spid="27"/>
                                        </p:tgtEl>
                                        <p:attrNameLst>
                                          <p:attrName>ppt_y</p:attrName>
                                        </p:attrNameLst>
                                      </p:cBhvr>
                                      <p:tavLst>
                                        <p:tav tm="0">
                                          <p:val>
                                            <p:strVal val="#ppt_y+.1"/>
                                          </p:val>
                                        </p:tav>
                                        <p:tav tm="100000">
                                          <p:val>
                                            <p:strVal val="#ppt_y"/>
                                          </p:val>
                                        </p:tav>
                                      </p:tavLst>
                                    </p:anim>
                                  </p:childTnLst>
                                </p:cTn>
                              </p:par>
                            </p:childTnLst>
                          </p:cTn>
                        </p:par>
                        <p:par>
                          <p:cTn id="57" fill="hold">
                            <p:stCondLst>
                              <p:cond delay="7000"/>
                            </p:stCondLst>
                            <p:childTnLst>
                              <p:par>
                                <p:cTn id="58" presetID="31" presetClass="entr" presetSubtype="0" fill="hold" nodeType="afterEffect">
                                  <p:stCondLst>
                                    <p:cond delay="0"/>
                                  </p:stCondLst>
                                  <p:childTnLst>
                                    <p:set>
                                      <p:cBhvr>
                                        <p:cTn id="59" dur="1" fill="hold">
                                          <p:stCondLst>
                                            <p:cond delay="0"/>
                                          </p:stCondLst>
                                        </p:cTn>
                                        <p:tgtEl>
                                          <p:spTgt spid="4"/>
                                        </p:tgtEl>
                                        <p:attrNameLst>
                                          <p:attrName>style.visibility</p:attrName>
                                        </p:attrNameLst>
                                      </p:cBhvr>
                                      <p:to>
                                        <p:strVal val="visible"/>
                                      </p:to>
                                    </p:set>
                                    <p:anim calcmode="lin" valueType="num">
                                      <p:cBhvr>
                                        <p:cTn id="60" dur="1000" fill="hold"/>
                                        <p:tgtEl>
                                          <p:spTgt spid="4"/>
                                        </p:tgtEl>
                                        <p:attrNameLst>
                                          <p:attrName>ppt_w</p:attrName>
                                        </p:attrNameLst>
                                      </p:cBhvr>
                                      <p:tavLst>
                                        <p:tav tm="0">
                                          <p:val>
                                            <p:fltVal val="0"/>
                                          </p:val>
                                        </p:tav>
                                        <p:tav tm="100000">
                                          <p:val>
                                            <p:strVal val="#ppt_w"/>
                                          </p:val>
                                        </p:tav>
                                      </p:tavLst>
                                    </p:anim>
                                    <p:anim calcmode="lin" valueType="num">
                                      <p:cBhvr>
                                        <p:cTn id="61" dur="1000" fill="hold"/>
                                        <p:tgtEl>
                                          <p:spTgt spid="4"/>
                                        </p:tgtEl>
                                        <p:attrNameLst>
                                          <p:attrName>ppt_h</p:attrName>
                                        </p:attrNameLst>
                                      </p:cBhvr>
                                      <p:tavLst>
                                        <p:tav tm="0">
                                          <p:val>
                                            <p:fltVal val="0"/>
                                          </p:val>
                                        </p:tav>
                                        <p:tav tm="100000">
                                          <p:val>
                                            <p:strVal val="#ppt_h"/>
                                          </p:val>
                                        </p:tav>
                                      </p:tavLst>
                                    </p:anim>
                                    <p:anim calcmode="lin" valueType="num">
                                      <p:cBhvr>
                                        <p:cTn id="62" dur="1000" fill="hold"/>
                                        <p:tgtEl>
                                          <p:spTgt spid="4"/>
                                        </p:tgtEl>
                                        <p:attrNameLst>
                                          <p:attrName>style.rotation</p:attrName>
                                        </p:attrNameLst>
                                      </p:cBhvr>
                                      <p:tavLst>
                                        <p:tav tm="0">
                                          <p:val>
                                            <p:fltVal val="90"/>
                                          </p:val>
                                        </p:tav>
                                        <p:tav tm="100000">
                                          <p:val>
                                            <p:fltVal val="0"/>
                                          </p:val>
                                        </p:tav>
                                      </p:tavLst>
                                    </p:anim>
                                    <p:animEffect transition="in" filter="fade">
                                      <p:cBhvr>
                                        <p:cTn id="63" dur="1000"/>
                                        <p:tgtEl>
                                          <p:spTgt spid="4"/>
                                        </p:tgtEl>
                                      </p:cBhvr>
                                    </p:animEffect>
                                  </p:childTnLst>
                                </p:cTn>
                              </p:par>
                            </p:childTnLst>
                          </p:cTn>
                        </p:par>
                        <p:par>
                          <p:cTn id="64" fill="hold">
                            <p:stCondLst>
                              <p:cond delay="8000"/>
                            </p:stCondLst>
                            <p:childTnLst>
                              <p:par>
                                <p:cTn id="65" presetID="42" presetClass="entr" presetSubtype="0"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1000"/>
                                        <p:tgtEl>
                                          <p:spTgt spid="33"/>
                                        </p:tgtEl>
                                      </p:cBhvr>
                                    </p:animEffect>
                                    <p:anim calcmode="lin" valueType="num">
                                      <p:cBhvr>
                                        <p:cTn id="68" dur="1000" fill="hold"/>
                                        <p:tgtEl>
                                          <p:spTgt spid="33"/>
                                        </p:tgtEl>
                                        <p:attrNameLst>
                                          <p:attrName>ppt_x</p:attrName>
                                        </p:attrNameLst>
                                      </p:cBhvr>
                                      <p:tavLst>
                                        <p:tav tm="0">
                                          <p:val>
                                            <p:strVal val="#ppt_x"/>
                                          </p:val>
                                        </p:tav>
                                        <p:tav tm="100000">
                                          <p:val>
                                            <p:strVal val="#ppt_x"/>
                                          </p:val>
                                        </p:tav>
                                      </p:tavLst>
                                    </p:anim>
                                    <p:anim calcmode="lin" valueType="num">
                                      <p:cBhvr>
                                        <p:cTn id="69" dur="1000" fill="hold"/>
                                        <p:tgtEl>
                                          <p:spTgt spid="33"/>
                                        </p:tgtEl>
                                        <p:attrNameLst>
                                          <p:attrName>ppt_y</p:attrName>
                                        </p:attrNameLst>
                                      </p:cBhvr>
                                      <p:tavLst>
                                        <p:tav tm="0">
                                          <p:val>
                                            <p:strVal val="#ppt_y+.1"/>
                                          </p:val>
                                        </p:tav>
                                        <p:tav tm="100000">
                                          <p:val>
                                            <p:strVal val="#ppt_y"/>
                                          </p:val>
                                        </p:tav>
                                      </p:tavLst>
                                    </p:anim>
                                  </p:childTnLst>
                                </p:cTn>
                              </p:par>
                            </p:childTnLst>
                          </p:cTn>
                        </p:par>
                        <p:par>
                          <p:cTn id="70" fill="hold">
                            <p:stCondLst>
                              <p:cond delay="9000"/>
                            </p:stCondLst>
                            <p:childTnLst>
                              <p:par>
                                <p:cTn id="71" presetID="31" presetClass="entr" presetSubtype="0" fill="hold" nodeType="afterEffect">
                                  <p:stCondLst>
                                    <p:cond delay="0"/>
                                  </p:stCondLst>
                                  <p:childTnLst>
                                    <p:set>
                                      <p:cBhvr>
                                        <p:cTn id="72" dur="1" fill="hold">
                                          <p:stCondLst>
                                            <p:cond delay="0"/>
                                          </p:stCondLst>
                                        </p:cTn>
                                        <p:tgtEl>
                                          <p:spTgt spid="17"/>
                                        </p:tgtEl>
                                        <p:attrNameLst>
                                          <p:attrName>style.visibility</p:attrName>
                                        </p:attrNameLst>
                                      </p:cBhvr>
                                      <p:to>
                                        <p:strVal val="visible"/>
                                      </p:to>
                                    </p:set>
                                    <p:anim calcmode="lin" valueType="num">
                                      <p:cBhvr>
                                        <p:cTn id="73" dur="1000" fill="hold"/>
                                        <p:tgtEl>
                                          <p:spTgt spid="17"/>
                                        </p:tgtEl>
                                        <p:attrNameLst>
                                          <p:attrName>ppt_w</p:attrName>
                                        </p:attrNameLst>
                                      </p:cBhvr>
                                      <p:tavLst>
                                        <p:tav tm="0">
                                          <p:val>
                                            <p:fltVal val="0"/>
                                          </p:val>
                                        </p:tav>
                                        <p:tav tm="100000">
                                          <p:val>
                                            <p:strVal val="#ppt_w"/>
                                          </p:val>
                                        </p:tav>
                                      </p:tavLst>
                                    </p:anim>
                                    <p:anim calcmode="lin" valueType="num">
                                      <p:cBhvr>
                                        <p:cTn id="74" dur="1000" fill="hold"/>
                                        <p:tgtEl>
                                          <p:spTgt spid="17"/>
                                        </p:tgtEl>
                                        <p:attrNameLst>
                                          <p:attrName>ppt_h</p:attrName>
                                        </p:attrNameLst>
                                      </p:cBhvr>
                                      <p:tavLst>
                                        <p:tav tm="0">
                                          <p:val>
                                            <p:fltVal val="0"/>
                                          </p:val>
                                        </p:tav>
                                        <p:tav tm="100000">
                                          <p:val>
                                            <p:strVal val="#ppt_h"/>
                                          </p:val>
                                        </p:tav>
                                      </p:tavLst>
                                    </p:anim>
                                    <p:anim calcmode="lin" valueType="num">
                                      <p:cBhvr>
                                        <p:cTn id="75" dur="1000" fill="hold"/>
                                        <p:tgtEl>
                                          <p:spTgt spid="17"/>
                                        </p:tgtEl>
                                        <p:attrNameLst>
                                          <p:attrName>style.rotation</p:attrName>
                                        </p:attrNameLst>
                                      </p:cBhvr>
                                      <p:tavLst>
                                        <p:tav tm="0">
                                          <p:val>
                                            <p:fltVal val="90"/>
                                          </p:val>
                                        </p:tav>
                                        <p:tav tm="100000">
                                          <p:val>
                                            <p:fltVal val="0"/>
                                          </p:val>
                                        </p:tav>
                                      </p:tavLst>
                                    </p:anim>
                                    <p:animEffect transition="in" filter="fade">
                                      <p:cBhvr>
                                        <p:cTn id="76" dur="1000"/>
                                        <p:tgtEl>
                                          <p:spTgt spid="17"/>
                                        </p:tgtEl>
                                      </p:cBhvr>
                                    </p:animEffect>
                                  </p:childTnLst>
                                </p:cTn>
                              </p:par>
                            </p:childTnLst>
                          </p:cTn>
                        </p:par>
                        <p:par>
                          <p:cTn id="77" fill="hold">
                            <p:stCondLst>
                              <p:cond delay="10000"/>
                            </p:stCondLst>
                            <p:childTnLst>
                              <p:par>
                                <p:cTn id="78" presetID="42" presetClass="entr" presetSubtype="0" fill="hold" grpId="0" nodeType="after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fade">
                                      <p:cBhvr>
                                        <p:cTn id="80" dur="1000"/>
                                        <p:tgtEl>
                                          <p:spTgt spid="39"/>
                                        </p:tgtEl>
                                      </p:cBhvr>
                                    </p:animEffect>
                                    <p:anim calcmode="lin" valueType="num">
                                      <p:cBhvr>
                                        <p:cTn id="81" dur="1000" fill="hold"/>
                                        <p:tgtEl>
                                          <p:spTgt spid="39"/>
                                        </p:tgtEl>
                                        <p:attrNameLst>
                                          <p:attrName>ppt_x</p:attrName>
                                        </p:attrNameLst>
                                      </p:cBhvr>
                                      <p:tavLst>
                                        <p:tav tm="0">
                                          <p:val>
                                            <p:strVal val="#ppt_x"/>
                                          </p:val>
                                        </p:tav>
                                        <p:tav tm="100000">
                                          <p:val>
                                            <p:strVal val="#ppt_x"/>
                                          </p:val>
                                        </p:tav>
                                      </p:tavLst>
                                    </p:anim>
                                    <p:anim calcmode="lin" valueType="num">
                                      <p:cBhvr>
                                        <p:cTn id="82"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p:bldP spid="21" grpId="0"/>
      <p:bldP spid="27" grpId="0"/>
      <p:bldP spid="33" grpId="0"/>
      <p:bldP spid="39" grpId="0"/>
      <p:bldP spid="49" grpId="0"/>
      <p:bldP spid="5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BE5E0FA-3DFC-4164-8712-8993B5A1BDE7}"/>
              </a:ext>
            </a:extLst>
          </p:cNvPr>
          <p:cNvGrpSpPr/>
          <p:nvPr/>
        </p:nvGrpSpPr>
        <p:grpSpPr>
          <a:xfrm>
            <a:off x="0" y="1395413"/>
            <a:ext cx="12192000" cy="4392612"/>
            <a:chOff x="0" y="1395413"/>
            <a:chExt cx="12192000" cy="4392612"/>
          </a:xfrm>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5DA2"/>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B0A26906-AE60-40D2-8C87-949BF8255D0E}"/>
              </a:ext>
            </a:extLst>
          </p:cNvPr>
          <p:cNvSpPr txBox="1"/>
          <p:nvPr/>
        </p:nvSpPr>
        <p:spPr>
          <a:xfrm>
            <a:off x="1106396" y="1908176"/>
            <a:ext cx="1478290" cy="31547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1</a:t>
            </a:r>
            <a:endParaRPr kumimoji="0" lang="zh-CN" altLang="en-US"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5255F36E-6EFB-43A9-BB90-0BC2840ADB2D}"/>
              </a:ext>
            </a:extLst>
          </p:cNvPr>
          <p:cNvSpPr txBox="1"/>
          <p:nvPr/>
        </p:nvSpPr>
        <p:spPr>
          <a:xfrm>
            <a:off x="2846861" y="3598452"/>
            <a:ext cx="4410383" cy="5025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One needs 3 things to be truly happy living in the </a:t>
            </a:r>
            <a:r>
              <a:rPr kumimoji="0" lang="en-US" altLang="zh-CN" sz="1333" b="0" i="0" u="none" strike="noStrike" kern="1200" cap="none" spc="0" normalizeH="0" baseline="0" noProof="0" dirty="0" err="1">
                <a:ln>
                  <a:noFill/>
                </a:ln>
                <a:solidFill>
                  <a:prstClr val="white"/>
                </a:solidFill>
                <a:effectLst/>
                <a:uLnTx/>
                <a:uFillTx/>
                <a:latin typeface="Calibri Light" panose="020F0302020204030204" pitchFamily="34" charset="0"/>
                <a:ea typeface="等线" panose="02010600030101010101" pitchFamily="2" charset="-122"/>
                <a:cs typeface="+mn-cs"/>
              </a:rPr>
              <a:t>worl</a:t>
            </a: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 needs 3 things to be truly happy</a:t>
            </a:r>
            <a:endParaRPr kumimoji="0" lang="zh-CN" altLang="en-US"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7ADB3DBB-7273-448D-A338-7792C31A338C}"/>
              </a:ext>
            </a:extLst>
          </p:cNvPr>
          <p:cNvSpPr txBox="1"/>
          <p:nvPr/>
        </p:nvSpPr>
        <p:spPr>
          <a:xfrm>
            <a:off x="2846862" y="2668383"/>
            <a:ext cx="2476903" cy="769441"/>
          </a:xfrm>
          <a:prstGeom prst="rect">
            <a:avLst/>
          </a:prstGeom>
          <a:noFill/>
        </p:spPr>
        <p:txBody>
          <a:bodyPr wrap="square" rtlCol="0">
            <a:spAutoFit/>
          </a:bodyPr>
          <a:lstStyle/>
          <a:p>
            <a:pPr lvl="0"/>
            <a:r>
              <a:rPr lang="zh-CN" altLang="en-US" sz="4400" dirty="0">
                <a:solidFill>
                  <a:prstClr val="white"/>
                </a:solidFill>
                <a:latin typeface="华康俪金黑W8" panose="020B0809000000000000" pitchFamily="49" charset="-122"/>
                <a:ea typeface="华康俪金黑W8" panose="020B0809000000000000" pitchFamily="49" charset="-122"/>
              </a:rPr>
              <a:t>绪论</a:t>
            </a: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13A26355-50C4-4371-8ED6-C726847550A2}"/>
              </a:ext>
            </a:extLst>
          </p:cNvPr>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6C9D0C74-BBBE-423C-945F-1C1159608125}"/>
              </a:ext>
            </a:extLst>
          </p:cNvPr>
          <p:cNvSpPr>
            <a:spLocks/>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8188072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0E42871-69DA-4227-B6CE-DF5783E6D413}"/>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01</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矩形 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56BC6C-975E-4405-A721-9AFA1CAA5118}"/>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400" dirty="0">
                <a:solidFill>
                  <a:srgbClr val="005DA2"/>
                </a:solidFill>
                <a:latin typeface="华康俪金黑W8" panose="020B0809000000000000" pitchFamily="49" charset="-122"/>
                <a:ea typeface="华康俪金黑W8" panose="020B0809000000000000" pitchFamily="49" charset="-122"/>
                <a:cs typeface="Meiryo UI" panose="020B0604030504040204" pitchFamily="34" charset="-128"/>
              </a:rPr>
              <a:t>选题的背景</a:t>
            </a:r>
          </a:p>
        </p:txBody>
      </p:sp>
      <p:sp>
        <p:nvSpPr>
          <p:cNvPr id="4" name="矩形 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3012AB-398A-41EC-9CC6-A69E9F0A7F00}"/>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B705A76F-B266-4739-A3C0-8F309074E624}"/>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6" name="矩形 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1991A60-A9C6-460C-BE73-8E23B2D6E1D6}"/>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7" name="矩形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CBFAFB4-B46D-4E03-97BA-341007B23766}"/>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8" name="矩形 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F50C0531-6F9D-4AC2-B638-21B981C6B199}"/>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9" name="矩形 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57760D9-8A82-47D7-BD45-13CD90090CC0}"/>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 name="矩形 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A2B768-65E0-4051-B5D0-FD15AB410771}"/>
              </a:ext>
            </a:extLst>
          </p:cNvPr>
          <p:cNvSpPr/>
          <p:nvPr/>
        </p:nvSpPr>
        <p:spPr>
          <a:xfrm>
            <a:off x="525343" y="976530"/>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34" name="组合 33" descr="e7d195523061f1c09e9d68d7cf438b91ef959ecb14fc25d26BBA7F7DBC18E55DFF4014AF651F0BF2569D4B6C1DA7F1A4683A481403BD872FC687266AD13265C1DE7C373772FD8728ABDD69ADD03BFF5BE2862BC891DBB79ED9A1819BC282DECB56AE8835BDD3592A29611765161E6F9AB128C5C815AC95EA67D637C44218307C3B2BB820D9BFC219D857C8E986233DAC">
            <a:extLst>
              <a:ext uri="{FF2B5EF4-FFF2-40B4-BE49-F238E27FC236}">
                <a16:creationId xmlns:a16="http://schemas.microsoft.com/office/drawing/2014/main" id="{27C8A3D4-1400-4A9C-9588-5C56263BB613}"/>
              </a:ext>
            </a:extLst>
          </p:cNvPr>
          <p:cNvGrpSpPr/>
          <p:nvPr/>
        </p:nvGrpSpPr>
        <p:grpSpPr>
          <a:xfrm>
            <a:off x="1096403" y="1419255"/>
            <a:ext cx="10560366" cy="2437001"/>
            <a:chOff x="0" y="1226481"/>
            <a:chExt cx="7604936" cy="1605733"/>
          </a:xfrm>
          <a:blipFill dpi="0" rotWithShape="1">
            <a:blip r:embed="rId3">
              <a:extLst>
                <a:ext uri="{28A0092B-C50C-407E-A947-70E740481C1C}">
                  <a14:useLocalDpi xmlns:a14="http://schemas.microsoft.com/office/drawing/2010/main" val="0"/>
                </a:ext>
              </a:extLst>
            </a:blip>
            <a:srcRect/>
            <a:stretch>
              <a:fillRect/>
            </a:stretch>
          </a:blipFill>
        </p:grpSpPr>
        <p:pic>
          <p:nvPicPr>
            <p:cNvPr id="35" name="图片 34">
              <a:extLst>
                <a:ext uri="{FF2B5EF4-FFF2-40B4-BE49-F238E27FC236}">
                  <a16:creationId xmlns:a16="http://schemas.microsoft.com/office/drawing/2014/main" id="{8B4287E9-1C0E-4133-B00D-CA2B93D9E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237175"/>
              <a:ext cx="2535698" cy="1595038"/>
            </a:xfrm>
            <a:prstGeom prst="rect">
              <a:avLst/>
            </a:prstGeom>
            <a:grpFill/>
          </p:spPr>
        </p:pic>
        <p:pic>
          <p:nvPicPr>
            <p:cNvPr id="36" name="图片 35">
              <a:extLst>
                <a:ext uri="{FF2B5EF4-FFF2-40B4-BE49-F238E27FC236}">
                  <a16:creationId xmlns:a16="http://schemas.microsoft.com/office/drawing/2014/main" id="{244CED00-97E9-465C-BC82-B8181A0CC2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35698" y="1226482"/>
              <a:ext cx="2533540" cy="1605732"/>
            </a:xfrm>
            <a:prstGeom prst="rect">
              <a:avLst/>
            </a:prstGeom>
            <a:grpFill/>
          </p:spPr>
        </p:pic>
        <p:pic>
          <p:nvPicPr>
            <p:cNvPr id="37" name="图片 36">
              <a:extLst>
                <a:ext uri="{FF2B5EF4-FFF2-40B4-BE49-F238E27FC236}">
                  <a16:creationId xmlns:a16="http://schemas.microsoft.com/office/drawing/2014/main" id="{93DB7212-8552-4328-AC46-5D43902A2D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069238" y="1226481"/>
              <a:ext cx="2535698" cy="1589581"/>
            </a:xfrm>
            <a:prstGeom prst="rect">
              <a:avLst/>
            </a:prstGeom>
            <a:grpFill/>
          </p:spPr>
        </p:pic>
      </p:grpSp>
      <p:sp>
        <p:nvSpPr>
          <p:cNvPr id="38" name="矩形 37"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24B7AD69-4898-488A-B293-4459945F36F8}"/>
              </a:ext>
            </a:extLst>
          </p:cNvPr>
          <p:cNvSpPr/>
          <p:nvPr/>
        </p:nvSpPr>
        <p:spPr>
          <a:xfrm>
            <a:off x="1727292" y="5640752"/>
            <a:ext cx="8737415" cy="1027717"/>
          </a:xfrm>
          <a:prstGeom prst="rect">
            <a:avLst/>
          </a:prstGeom>
        </p:spPr>
        <p:txBody>
          <a:bodyPr wrap="square">
            <a:spAutoFit/>
          </a:bodyPr>
          <a:lstStyle/>
          <a:p>
            <a:pPr algn="ctr" defTabSz="914377">
              <a:lnSpc>
                <a:spcPct val="150000"/>
              </a:lnSpc>
            </a:pPr>
            <a:r>
              <a:rPr lang="zh-CN" altLang="en-US" sz="1400" dirty="0">
                <a:solidFill>
                  <a:srgbClr val="443C3A"/>
                </a:solidFill>
                <a:latin typeface="Calibri Light"/>
                <a:ea typeface="微软雅黑 Light"/>
              </a:rPr>
              <a:t>此部分内容作为文字排版占位显示（建议使用主题字体）如需更改请在（设置形状格式）菜单下（文本选项）中调整。此部分内容作为文字排版占位显示（建议使用主题字体）如需更改请在（设置形状格式）菜单下（文本选项）中调整。</a:t>
            </a:r>
          </a:p>
        </p:txBody>
      </p:sp>
      <p:sp>
        <p:nvSpPr>
          <p:cNvPr id="39" name="矩形 38"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00C2963C-B139-4FAC-8E63-7933233863F7}"/>
              </a:ext>
            </a:extLst>
          </p:cNvPr>
          <p:cNvSpPr/>
          <p:nvPr/>
        </p:nvSpPr>
        <p:spPr>
          <a:xfrm>
            <a:off x="4157006" y="4235618"/>
            <a:ext cx="3877985" cy="830997"/>
          </a:xfrm>
          <a:prstGeom prst="rect">
            <a:avLst/>
          </a:prstGeom>
        </p:spPr>
        <p:txBody>
          <a:bodyPr wrap="none">
            <a:spAutoFit/>
          </a:bodyPr>
          <a:lstStyle/>
          <a:p>
            <a:pPr algn="ctr" defTabSz="914377"/>
            <a:r>
              <a:rPr lang="zh-CN" altLang="en-US" sz="4800" b="1" dirty="0">
                <a:solidFill>
                  <a:srgbClr val="443C3A"/>
                </a:solidFill>
                <a:latin typeface="微软雅黑"/>
                <a:ea typeface="微软雅黑"/>
                <a:cs typeface="Arial" panose="020B0604020202020204" pitchFamily="34" charset="0"/>
              </a:rPr>
              <a:t>标题文本预设</a:t>
            </a:r>
          </a:p>
        </p:txBody>
      </p:sp>
      <p:sp>
        <p:nvSpPr>
          <p:cNvPr id="40" name="矩形 39"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8B8DE1E1-4D39-4D7A-B2FE-E5B06C0A562B}"/>
              </a:ext>
            </a:extLst>
          </p:cNvPr>
          <p:cNvSpPr/>
          <p:nvPr/>
        </p:nvSpPr>
        <p:spPr>
          <a:xfrm>
            <a:off x="3779416" y="4986897"/>
            <a:ext cx="4633167" cy="502766"/>
          </a:xfrm>
          <a:prstGeom prst="rect">
            <a:avLst/>
          </a:prstGeom>
        </p:spPr>
        <p:txBody>
          <a:bodyPr wrap="square">
            <a:spAutoFit/>
          </a:bodyPr>
          <a:lstStyle/>
          <a:p>
            <a:pPr algn="ctr" defTabSz="914377"/>
            <a:r>
              <a:rPr lang="en-US" altLang="zh-CN" sz="2667" b="1" dirty="0">
                <a:solidFill>
                  <a:srgbClr val="443C3A"/>
                </a:solidFill>
                <a:latin typeface="Arial"/>
                <a:ea typeface="微软雅黑 Light"/>
                <a:cs typeface="Arial" panose="020B0604020202020204" pitchFamily="34" charset="0"/>
              </a:rPr>
              <a:t>Add </a:t>
            </a:r>
            <a:r>
              <a:rPr lang="en-US" altLang="zh-CN" sz="2667" b="1" dirty="0" err="1">
                <a:solidFill>
                  <a:srgbClr val="443C3A"/>
                </a:solidFill>
                <a:latin typeface="Arial"/>
                <a:ea typeface="微软雅黑 Light"/>
                <a:cs typeface="Arial" panose="020B0604020202020204" pitchFamily="34" charset="0"/>
              </a:rPr>
              <a:t>Tityle</a:t>
            </a:r>
            <a:r>
              <a:rPr lang="en-US" altLang="zh-CN" sz="2667" b="1" dirty="0">
                <a:solidFill>
                  <a:srgbClr val="443C3A"/>
                </a:solidFill>
                <a:latin typeface="Arial"/>
                <a:ea typeface="微软雅黑 Light"/>
                <a:cs typeface="Arial" panose="020B0604020202020204" pitchFamily="34" charset="0"/>
              </a:rPr>
              <a:t> And Text </a:t>
            </a:r>
            <a:endParaRPr lang="zh-CN" altLang="en-US" sz="1200" b="1" dirty="0">
              <a:solidFill>
                <a:srgbClr val="443C3A"/>
              </a:solidFill>
              <a:latin typeface="Calibri Light"/>
              <a:ea typeface="微软雅黑 Light"/>
            </a:endParaRPr>
          </a:p>
        </p:txBody>
      </p:sp>
      <p:cxnSp>
        <p:nvCxnSpPr>
          <p:cNvPr id="41" name="直接连接符 40" descr="e7d195523061f1c09e9d68d7cf438b91ef959ecb14fc25d26BBA7F7DBC18E55DFF4014AF651F0BF2569D4B6C1DA7F1A4683A481403BD872FC687266AD13265C1DE7C373772FD8728ABDD69ADD03BFF5BE2862BC891DBB79E74B044BEE21896B58BB504F9B7B8366179F035B8F1FE97608BAB4D7DF1E11532BDCC25DF947C3C4C1B257BA7AAE60662DCA45AF4273F5B3E">
            <a:extLst>
              <a:ext uri="{FF2B5EF4-FFF2-40B4-BE49-F238E27FC236}">
                <a16:creationId xmlns:a16="http://schemas.microsoft.com/office/drawing/2014/main" id="{2370B85D-9FB9-485B-81E9-5B2ECB5962FC}"/>
              </a:ext>
            </a:extLst>
          </p:cNvPr>
          <p:cNvCxnSpPr>
            <a:cxnSpLocks/>
          </p:cNvCxnSpPr>
          <p:nvPr/>
        </p:nvCxnSpPr>
        <p:spPr>
          <a:xfrm>
            <a:off x="5719702" y="5560500"/>
            <a:ext cx="752592"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1" name="图片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026020" y="80982"/>
            <a:ext cx="1024089" cy="1025799"/>
          </a:xfrm>
          <a:prstGeom prst="rect">
            <a:avLst/>
          </a:prstGeom>
        </p:spPr>
      </p:pic>
    </p:spTree>
    <p:extLst>
      <p:ext uri="{BB962C8B-B14F-4D97-AF65-F5344CB8AC3E}">
        <p14:creationId xmlns:p14="http://schemas.microsoft.com/office/powerpoint/2010/main" val="137556559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randombar(horizontal)">
                                      <p:cBhvr>
                                        <p:cTn id="7" dur="500"/>
                                        <p:tgtEl>
                                          <p:spTgt spid="3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1000"/>
                                        <p:tgtEl>
                                          <p:spTgt spid="39"/>
                                        </p:tgtEl>
                                      </p:cBhvr>
                                    </p:animEffect>
                                    <p:anim calcmode="lin" valueType="num">
                                      <p:cBhvr>
                                        <p:cTn id="12" dur="1000" fill="hold"/>
                                        <p:tgtEl>
                                          <p:spTgt spid="39"/>
                                        </p:tgtEl>
                                        <p:attrNameLst>
                                          <p:attrName>ppt_x</p:attrName>
                                        </p:attrNameLst>
                                      </p:cBhvr>
                                      <p:tavLst>
                                        <p:tav tm="0">
                                          <p:val>
                                            <p:strVal val="#ppt_x"/>
                                          </p:val>
                                        </p:tav>
                                        <p:tav tm="100000">
                                          <p:val>
                                            <p:strVal val="#ppt_x"/>
                                          </p:val>
                                        </p:tav>
                                      </p:tavLst>
                                    </p:anim>
                                    <p:anim calcmode="lin" valueType="num">
                                      <p:cBhvr>
                                        <p:cTn id="13" dur="1000" fill="hold"/>
                                        <p:tgtEl>
                                          <p:spTgt spid="39"/>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grpId="0" nodeType="afterEffect">
                                  <p:stCondLst>
                                    <p:cond delay="0"/>
                                  </p:stCondLst>
                                  <p:childTnLst>
                                    <p:set>
                                      <p:cBhvr>
                                        <p:cTn id="16" dur="1" fill="hold">
                                          <p:stCondLst>
                                            <p:cond delay="0"/>
                                          </p:stCondLst>
                                        </p:cTn>
                                        <p:tgtEl>
                                          <p:spTgt spid="40"/>
                                        </p:tgtEl>
                                        <p:attrNameLst>
                                          <p:attrName>style.visibility</p:attrName>
                                        </p:attrNameLst>
                                      </p:cBhvr>
                                      <p:to>
                                        <p:strVal val="visible"/>
                                      </p:to>
                                    </p:set>
                                    <p:animEffect transition="in" filter="fade">
                                      <p:cBhvr>
                                        <p:cTn id="17" dur="1000"/>
                                        <p:tgtEl>
                                          <p:spTgt spid="40"/>
                                        </p:tgtEl>
                                      </p:cBhvr>
                                    </p:animEffect>
                                    <p:anim calcmode="lin" valueType="num">
                                      <p:cBhvr>
                                        <p:cTn id="18" dur="1000" fill="hold"/>
                                        <p:tgtEl>
                                          <p:spTgt spid="40"/>
                                        </p:tgtEl>
                                        <p:attrNameLst>
                                          <p:attrName>ppt_x</p:attrName>
                                        </p:attrNameLst>
                                      </p:cBhvr>
                                      <p:tavLst>
                                        <p:tav tm="0">
                                          <p:val>
                                            <p:strVal val="#ppt_x"/>
                                          </p:val>
                                        </p:tav>
                                        <p:tav tm="100000">
                                          <p:val>
                                            <p:strVal val="#ppt_x"/>
                                          </p:val>
                                        </p:tav>
                                      </p:tavLst>
                                    </p:anim>
                                    <p:anim calcmode="lin" valueType="num">
                                      <p:cBhvr>
                                        <p:cTn id="19" dur="1000" fill="hold"/>
                                        <p:tgtEl>
                                          <p:spTgt spid="40"/>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6" presetClass="entr" presetSubtype="21" fill="hold" nodeType="afterEffect">
                                  <p:stCondLst>
                                    <p:cond delay="0"/>
                                  </p:stCondLst>
                                  <p:childTnLst>
                                    <p:set>
                                      <p:cBhvr>
                                        <p:cTn id="22" dur="1" fill="hold">
                                          <p:stCondLst>
                                            <p:cond delay="0"/>
                                          </p:stCondLst>
                                        </p:cTn>
                                        <p:tgtEl>
                                          <p:spTgt spid="41"/>
                                        </p:tgtEl>
                                        <p:attrNameLst>
                                          <p:attrName>style.visibility</p:attrName>
                                        </p:attrNameLst>
                                      </p:cBhvr>
                                      <p:to>
                                        <p:strVal val="visible"/>
                                      </p:to>
                                    </p:set>
                                    <p:animEffect transition="in" filter="barn(inVertical)">
                                      <p:cBhvr>
                                        <p:cTn id="23" dur="500"/>
                                        <p:tgtEl>
                                          <p:spTgt spid="41"/>
                                        </p:tgtEl>
                                      </p:cBhvr>
                                    </p:animEffect>
                                  </p:childTnLst>
                                </p:cTn>
                              </p:par>
                            </p:childTnLst>
                          </p:cTn>
                        </p:par>
                        <p:par>
                          <p:cTn id="24" fill="hold">
                            <p:stCondLst>
                              <p:cond delay="3000"/>
                            </p:stCondLst>
                            <p:childTnLst>
                              <p:par>
                                <p:cTn id="25" presetID="10" presetClass="entr" presetSubtype="0"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fade">
                                      <p:cBhvr>
                                        <p:cTn id="2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0E42871-69DA-4227-B6CE-DF5783E6D413}"/>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01</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矩形 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56BC6C-975E-4405-A721-9AFA1CAA5118}"/>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005DA2"/>
                </a:solidFill>
                <a:effectLst/>
                <a:uLnTx/>
                <a:uFillTx/>
                <a:latin typeface="华康俪金黑W8" panose="020B0809000000000000" pitchFamily="49" charset="-122"/>
                <a:ea typeface="华康俪金黑W8" panose="020B0809000000000000" pitchFamily="49" charset="-122"/>
                <a:cs typeface="Meiryo UI" panose="020B0604030504040204" pitchFamily="34" charset="-128"/>
              </a:rPr>
              <a:t>研究的意义</a:t>
            </a:r>
            <a:endParaRPr kumimoji="0" lang="en-US" altLang="zh-CN" sz="2400" b="0" i="0" u="none" strike="noStrike" kern="1200" cap="none" spc="0" normalizeH="0" baseline="0" noProof="0" dirty="0">
              <a:ln>
                <a:noFill/>
              </a:ln>
              <a:solidFill>
                <a:srgbClr val="005DA2"/>
              </a:solidFill>
              <a:effectLst/>
              <a:uLnTx/>
              <a:uFillTx/>
              <a:latin typeface="华康俪金黑W8" panose="020B0809000000000000" pitchFamily="49" charset="-122"/>
              <a:ea typeface="华康俪金黑W8" panose="020B0809000000000000" pitchFamily="49" charset="-122"/>
              <a:cs typeface="Meiryo UI" panose="020B0604030504040204" pitchFamily="34" charset="-128"/>
            </a:endParaRPr>
          </a:p>
        </p:txBody>
      </p:sp>
      <p:sp>
        <p:nvSpPr>
          <p:cNvPr id="4" name="矩形 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3012AB-398A-41EC-9CC6-A69E9F0A7F00}"/>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B705A76F-B266-4739-A3C0-8F309074E624}"/>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6" name="矩形 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1991A60-A9C6-460C-BE73-8E23B2D6E1D6}"/>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7" name="矩形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CBFAFB4-B46D-4E03-97BA-341007B23766}"/>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8" name="矩形 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F50C0531-6F9D-4AC2-B638-21B981C6B199}"/>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9" name="矩形 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57760D9-8A82-47D7-BD45-13CD90090CC0}"/>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 name="矩形 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A2B768-65E0-4051-B5D0-FD15AB410771}"/>
              </a:ext>
            </a:extLst>
          </p:cNvPr>
          <p:cNvSpPr/>
          <p:nvPr/>
        </p:nvSpPr>
        <p:spPr>
          <a:xfrm>
            <a:off x="525343" y="976530"/>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47" name="组合 46">
            <a:extLst>
              <a:ext uri="{FF2B5EF4-FFF2-40B4-BE49-F238E27FC236}">
                <a16:creationId xmlns:a16="http://schemas.microsoft.com/office/drawing/2014/main" id="{3FCD17CA-DC9A-4052-9461-DDFA946B8031}"/>
              </a:ext>
            </a:extLst>
          </p:cNvPr>
          <p:cNvGrpSpPr>
            <a:grpSpLocks/>
          </p:cNvGrpSpPr>
          <p:nvPr/>
        </p:nvGrpSpPr>
        <p:grpSpPr bwMode="auto">
          <a:xfrm>
            <a:off x="682820" y="1809997"/>
            <a:ext cx="5357432" cy="3057939"/>
            <a:chOff x="8540751" y="4843463"/>
            <a:chExt cx="8012112" cy="4562475"/>
          </a:xfrm>
          <a:effectLst/>
        </p:grpSpPr>
        <p:sp>
          <p:nvSpPr>
            <p:cNvPr id="49" name="任意多边形: 形状 48">
              <a:extLst>
                <a:ext uri="{FF2B5EF4-FFF2-40B4-BE49-F238E27FC236}">
                  <a16:creationId xmlns:a16="http://schemas.microsoft.com/office/drawing/2014/main" id="{7EC8C9FE-B7BA-49D6-BDCB-EF1C76F53045}"/>
                </a:ext>
              </a:extLst>
            </p:cNvPr>
            <p:cNvSpPr>
              <a:spLocks/>
            </p:cNvSpPr>
            <p:nvPr/>
          </p:nvSpPr>
          <p:spPr bwMode="auto">
            <a:xfrm>
              <a:off x="9321800" y="4843463"/>
              <a:ext cx="6480176" cy="4421188"/>
            </a:xfrm>
            <a:custGeom>
              <a:avLst/>
              <a:gdLst>
                <a:gd name="T0" fmla="*/ 17508 w 18000"/>
                <a:gd name="T1" fmla="*/ 12280 h 12281"/>
                <a:gd name="T2" fmla="*/ 491 w 18000"/>
                <a:gd name="T3" fmla="*/ 12280 h 12281"/>
                <a:gd name="T4" fmla="*/ 0 w 18000"/>
                <a:gd name="T5" fmla="*/ 11792 h 12281"/>
                <a:gd name="T6" fmla="*/ 0 w 18000"/>
                <a:gd name="T7" fmla="*/ 488 h 12281"/>
                <a:gd name="T8" fmla="*/ 491 w 18000"/>
                <a:gd name="T9" fmla="*/ 0 h 12281"/>
                <a:gd name="T10" fmla="*/ 17508 w 18000"/>
                <a:gd name="T11" fmla="*/ 0 h 12281"/>
                <a:gd name="T12" fmla="*/ 17999 w 18000"/>
                <a:gd name="T13" fmla="*/ 488 h 12281"/>
                <a:gd name="T14" fmla="*/ 17999 w 18000"/>
                <a:gd name="T15" fmla="*/ 11792 h 12281"/>
                <a:gd name="T16" fmla="*/ 17508 w 18000"/>
                <a:gd name="T17" fmla="*/ 12280 h 1228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000"/>
                <a:gd name="T28" fmla="*/ 0 h 12281"/>
                <a:gd name="T29" fmla="*/ 18000 w 18000"/>
                <a:gd name="T30" fmla="*/ 12281 h 1228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000" h="12281">
                  <a:moveTo>
                    <a:pt x="17508" y="12280"/>
                  </a:moveTo>
                  <a:lnTo>
                    <a:pt x="491" y="12280"/>
                  </a:lnTo>
                  <a:cubicBezTo>
                    <a:pt x="220" y="12280"/>
                    <a:pt x="0" y="12061"/>
                    <a:pt x="0" y="11792"/>
                  </a:cubicBezTo>
                  <a:lnTo>
                    <a:pt x="0" y="488"/>
                  </a:lnTo>
                  <a:cubicBezTo>
                    <a:pt x="0" y="219"/>
                    <a:pt x="220" y="0"/>
                    <a:pt x="491" y="0"/>
                  </a:cubicBezTo>
                  <a:lnTo>
                    <a:pt x="17508" y="0"/>
                  </a:lnTo>
                  <a:cubicBezTo>
                    <a:pt x="17779" y="0"/>
                    <a:pt x="17999" y="219"/>
                    <a:pt x="17999" y="488"/>
                  </a:cubicBezTo>
                  <a:lnTo>
                    <a:pt x="17999" y="11792"/>
                  </a:lnTo>
                  <a:cubicBezTo>
                    <a:pt x="17999" y="12061"/>
                    <a:pt x="17779" y="12280"/>
                    <a:pt x="17508" y="12280"/>
                  </a:cubicBezTo>
                </a:path>
              </a:pathLst>
            </a:custGeom>
            <a:solidFill>
              <a:srgbClr val="5A6378">
                <a:lumMod val="50000"/>
              </a:srgbClr>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50" name="任意多边形: 形状 49">
              <a:extLst>
                <a:ext uri="{FF2B5EF4-FFF2-40B4-BE49-F238E27FC236}">
                  <a16:creationId xmlns:a16="http://schemas.microsoft.com/office/drawing/2014/main" id="{FD0992F7-CAEA-4876-A1F8-A9A052FFD38F}"/>
                </a:ext>
              </a:extLst>
            </p:cNvPr>
            <p:cNvSpPr>
              <a:spLocks/>
            </p:cNvSpPr>
            <p:nvPr/>
          </p:nvSpPr>
          <p:spPr bwMode="auto">
            <a:xfrm>
              <a:off x="8542336" y="9169402"/>
              <a:ext cx="8008936" cy="142874"/>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solidFill>
              <a:sysClr val="window" lastClr="FFFFFF">
                <a:lumMod val="95000"/>
              </a:sysClr>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51" name="任意多边形: 形状 50">
              <a:extLst>
                <a:ext uri="{FF2B5EF4-FFF2-40B4-BE49-F238E27FC236}">
                  <a16:creationId xmlns:a16="http://schemas.microsoft.com/office/drawing/2014/main" id="{3F047F83-5221-443D-A3E6-CB274165E301}"/>
                </a:ext>
              </a:extLst>
            </p:cNvPr>
            <p:cNvSpPr>
              <a:spLocks/>
            </p:cNvSpPr>
            <p:nvPr/>
          </p:nvSpPr>
          <p:spPr bwMode="auto">
            <a:xfrm>
              <a:off x="8542339" y="9169399"/>
              <a:ext cx="8008939" cy="236539"/>
            </a:xfrm>
            <a:custGeom>
              <a:avLst/>
              <a:gdLst>
                <a:gd name="T0" fmla="*/ 22247 w 22248"/>
                <a:gd name="T1" fmla="*/ 398 h 657"/>
                <a:gd name="T2" fmla="*/ 21410 w 22248"/>
                <a:gd name="T3" fmla="*/ 656 h 657"/>
                <a:gd name="T4" fmla="*/ 870 w 22248"/>
                <a:gd name="T5" fmla="*/ 656 h 657"/>
                <a:gd name="T6" fmla="*/ 0 w 22248"/>
                <a:gd name="T7" fmla="*/ 398 h 657"/>
                <a:gd name="T8" fmla="*/ 0 w 22248"/>
                <a:gd name="T9" fmla="*/ 0 h 657"/>
                <a:gd name="T10" fmla="*/ 22247 w 22248"/>
                <a:gd name="T11" fmla="*/ 0 h 657"/>
                <a:gd name="T12" fmla="*/ 22247 w 22248"/>
                <a:gd name="T13" fmla="*/ 398 h 657"/>
                <a:gd name="T14" fmla="*/ 0 60000 65536"/>
                <a:gd name="T15" fmla="*/ 0 60000 65536"/>
                <a:gd name="T16" fmla="*/ 0 60000 65536"/>
                <a:gd name="T17" fmla="*/ 0 60000 65536"/>
                <a:gd name="T18" fmla="*/ 0 60000 65536"/>
                <a:gd name="T19" fmla="*/ 0 60000 65536"/>
                <a:gd name="T20" fmla="*/ 0 60000 65536"/>
                <a:gd name="T21" fmla="*/ 0 w 22248"/>
                <a:gd name="T22" fmla="*/ 0 h 657"/>
                <a:gd name="T23" fmla="*/ 22248 w 22248"/>
                <a:gd name="T24" fmla="*/ 657 h 65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248" h="657">
                  <a:moveTo>
                    <a:pt x="22247" y="398"/>
                  </a:moveTo>
                  <a:cubicBezTo>
                    <a:pt x="22247" y="398"/>
                    <a:pt x="21890" y="656"/>
                    <a:pt x="21410" y="656"/>
                  </a:cubicBezTo>
                  <a:lnTo>
                    <a:pt x="870" y="656"/>
                  </a:lnTo>
                  <a:cubicBezTo>
                    <a:pt x="462" y="656"/>
                    <a:pt x="0" y="398"/>
                    <a:pt x="0" y="398"/>
                  </a:cubicBezTo>
                  <a:lnTo>
                    <a:pt x="0" y="0"/>
                  </a:lnTo>
                  <a:lnTo>
                    <a:pt x="22247" y="0"/>
                  </a:lnTo>
                  <a:lnTo>
                    <a:pt x="22247" y="398"/>
                  </a:lnTo>
                </a:path>
              </a:pathLst>
            </a:custGeom>
            <a:noFill/>
            <a:ln w="10080">
              <a:solidFill>
                <a:srgbClr val="5A6378"/>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52" name="任意多边形: 形状 51">
              <a:extLst>
                <a:ext uri="{FF2B5EF4-FFF2-40B4-BE49-F238E27FC236}">
                  <a16:creationId xmlns:a16="http://schemas.microsoft.com/office/drawing/2014/main" id="{31373058-3857-411A-A90B-2380322AE0B5}"/>
                </a:ext>
              </a:extLst>
            </p:cNvPr>
            <p:cNvSpPr>
              <a:spLocks/>
            </p:cNvSpPr>
            <p:nvPr/>
          </p:nvSpPr>
          <p:spPr bwMode="auto">
            <a:xfrm>
              <a:off x="8540751" y="9312275"/>
              <a:ext cx="8012112" cy="93663"/>
            </a:xfrm>
            <a:custGeom>
              <a:avLst/>
              <a:gdLst>
                <a:gd name="T0" fmla="*/ 0 w 22256"/>
                <a:gd name="T1" fmla="*/ 0 h 262"/>
                <a:gd name="T2" fmla="*/ 870 w 22256"/>
                <a:gd name="T3" fmla="*/ 261 h 262"/>
                <a:gd name="T4" fmla="*/ 21418 w 22256"/>
                <a:gd name="T5" fmla="*/ 261 h 262"/>
                <a:gd name="T6" fmla="*/ 22255 w 22256"/>
                <a:gd name="T7" fmla="*/ 0 h 262"/>
                <a:gd name="T8" fmla="*/ 0 w 22256"/>
                <a:gd name="T9" fmla="*/ 0 h 262"/>
                <a:gd name="T10" fmla="*/ 0 60000 65536"/>
                <a:gd name="T11" fmla="*/ 0 60000 65536"/>
                <a:gd name="T12" fmla="*/ 0 60000 65536"/>
                <a:gd name="T13" fmla="*/ 0 60000 65536"/>
                <a:gd name="T14" fmla="*/ 0 60000 65536"/>
                <a:gd name="T15" fmla="*/ 0 w 22256"/>
                <a:gd name="T16" fmla="*/ 0 h 262"/>
                <a:gd name="T17" fmla="*/ 22256 w 22256"/>
                <a:gd name="T18" fmla="*/ 262 h 262"/>
              </a:gdLst>
              <a:ahLst/>
              <a:cxnLst>
                <a:cxn ang="T10">
                  <a:pos x="T0" y="T1"/>
                </a:cxn>
                <a:cxn ang="T11">
                  <a:pos x="T2" y="T3"/>
                </a:cxn>
                <a:cxn ang="T12">
                  <a:pos x="T4" y="T5"/>
                </a:cxn>
                <a:cxn ang="T13">
                  <a:pos x="T6" y="T7"/>
                </a:cxn>
                <a:cxn ang="T14">
                  <a:pos x="T8" y="T9"/>
                </a:cxn>
              </a:cxnLst>
              <a:rect l="T15" t="T16" r="T17" b="T18"/>
              <a:pathLst>
                <a:path w="22256" h="262">
                  <a:moveTo>
                    <a:pt x="0" y="0"/>
                  </a:moveTo>
                  <a:cubicBezTo>
                    <a:pt x="0" y="0"/>
                    <a:pt x="462" y="261"/>
                    <a:pt x="870" y="261"/>
                  </a:cubicBezTo>
                  <a:lnTo>
                    <a:pt x="21418" y="261"/>
                  </a:lnTo>
                  <a:cubicBezTo>
                    <a:pt x="21898" y="261"/>
                    <a:pt x="22255" y="0"/>
                    <a:pt x="22255" y="0"/>
                  </a:cubicBezTo>
                  <a:lnTo>
                    <a:pt x="0" y="0"/>
                  </a:lnTo>
                </a:path>
              </a:pathLst>
            </a:custGeom>
            <a:solidFill>
              <a:srgbClr val="5A6378">
                <a:lumMod val="50000"/>
              </a:srgbClr>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53" name="任意多边形: 形状 52">
              <a:extLst>
                <a:ext uri="{FF2B5EF4-FFF2-40B4-BE49-F238E27FC236}">
                  <a16:creationId xmlns:a16="http://schemas.microsoft.com/office/drawing/2014/main" id="{31FF0059-15D0-4B9D-88BF-1BE698E7E9D4}"/>
                </a:ext>
              </a:extLst>
            </p:cNvPr>
            <p:cNvSpPr>
              <a:spLocks/>
            </p:cNvSpPr>
            <p:nvPr/>
          </p:nvSpPr>
          <p:spPr bwMode="auto">
            <a:xfrm>
              <a:off x="11979275" y="9167813"/>
              <a:ext cx="1141413" cy="88900"/>
            </a:xfrm>
            <a:custGeom>
              <a:avLst/>
              <a:gdLst>
                <a:gd name="T0" fmla="*/ 0 w 3171"/>
                <a:gd name="T1" fmla="*/ 0 h 249"/>
                <a:gd name="T2" fmla="*/ 349 w 3171"/>
                <a:gd name="T3" fmla="*/ 248 h 249"/>
                <a:gd name="T4" fmla="*/ 2821 w 3171"/>
                <a:gd name="T5" fmla="*/ 248 h 249"/>
                <a:gd name="T6" fmla="*/ 3170 w 3171"/>
                <a:gd name="T7" fmla="*/ 0 h 249"/>
                <a:gd name="T8" fmla="*/ 0 w 3171"/>
                <a:gd name="T9" fmla="*/ 0 h 249"/>
                <a:gd name="T10" fmla="*/ 0 60000 65536"/>
                <a:gd name="T11" fmla="*/ 0 60000 65536"/>
                <a:gd name="T12" fmla="*/ 0 60000 65536"/>
                <a:gd name="T13" fmla="*/ 0 60000 65536"/>
                <a:gd name="T14" fmla="*/ 0 60000 65536"/>
                <a:gd name="T15" fmla="*/ 0 w 3171"/>
                <a:gd name="T16" fmla="*/ 0 h 249"/>
                <a:gd name="T17" fmla="*/ 3171 w 3171"/>
                <a:gd name="T18" fmla="*/ 249 h 249"/>
              </a:gdLst>
              <a:ahLst/>
              <a:cxnLst>
                <a:cxn ang="T10">
                  <a:pos x="T0" y="T1"/>
                </a:cxn>
                <a:cxn ang="T11">
                  <a:pos x="T2" y="T3"/>
                </a:cxn>
                <a:cxn ang="T12">
                  <a:pos x="T4" y="T5"/>
                </a:cxn>
                <a:cxn ang="T13">
                  <a:pos x="T6" y="T7"/>
                </a:cxn>
                <a:cxn ang="T14">
                  <a:pos x="T8" y="T9"/>
                </a:cxn>
              </a:cxnLst>
              <a:rect l="T15" t="T16" r="T17" b="T18"/>
              <a:pathLst>
                <a:path w="3171" h="249">
                  <a:moveTo>
                    <a:pt x="0" y="0"/>
                  </a:moveTo>
                  <a:cubicBezTo>
                    <a:pt x="49" y="144"/>
                    <a:pt x="187" y="248"/>
                    <a:pt x="349" y="248"/>
                  </a:cubicBezTo>
                  <a:lnTo>
                    <a:pt x="2821" y="248"/>
                  </a:lnTo>
                  <a:cubicBezTo>
                    <a:pt x="2983" y="248"/>
                    <a:pt x="3120" y="144"/>
                    <a:pt x="3170" y="0"/>
                  </a:cubicBezTo>
                  <a:lnTo>
                    <a:pt x="0" y="0"/>
                  </a:lnTo>
                </a:path>
              </a:pathLst>
            </a:custGeom>
            <a:solidFill>
              <a:srgbClr val="5A6378">
                <a:lumMod val="50000"/>
              </a:srgbClr>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54" name="任意多边形: 形状 53">
              <a:extLst>
                <a:ext uri="{FF2B5EF4-FFF2-40B4-BE49-F238E27FC236}">
                  <a16:creationId xmlns:a16="http://schemas.microsoft.com/office/drawing/2014/main" id="{FE98FE3B-1332-4FAE-8042-4D4756F83F7A}"/>
                </a:ext>
              </a:extLst>
            </p:cNvPr>
            <p:cNvSpPr>
              <a:spLocks/>
            </p:cNvSpPr>
            <p:nvPr/>
          </p:nvSpPr>
          <p:spPr bwMode="auto">
            <a:xfrm>
              <a:off x="12571413" y="4937125"/>
              <a:ext cx="38100" cy="36513"/>
            </a:xfrm>
            <a:custGeom>
              <a:avLst/>
              <a:gdLst>
                <a:gd name="T0" fmla="*/ 51 w 104"/>
                <a:gd name="T1" fmla="*/ 102 h 103"/>
                <a:gd name="T2" fmla="*/ 0 w 104"/>
                <a:gd name="T3" fmla="*/ 51 h 103"/>
                <a:gd name="T4" fmla="*/ 51 w 104"/>
                <a:gd name="T5" fmla="*/ 0 h 103"/>
                <a:gd name="T6" fmla="*/ 103 w 104"/>
                <a:gd name="T7" fmla="*/ 51 h 103"/>
                <a:gd name="T8" fmla="*/ 51 w 104"/>
                <a:gd name="T9" fmla="*/ 102 h 103"/>
                <a:gd name="T10" fmla="*/ 0 60000 65536"/>
                <a:gd name="T11" fmla="*/ 0 60000 65536"/>
                <a:gd name="T12" fmla="*/ 0 60000 65536"/>
                <a:gd name="T13" fmla="*/ 0 60000 65536"/>
                <a:gd name="T14" fmla="*/ 0 60000 65536"/>
                <a:gd name="T15" fmla="*/ 0 w 104"/>
                <a:gd name="T16" fmla="*/ 0 h 103"/>
                <a:gd name="T17" fmla="*/ 104 w 104"/>
                <a:gd name="T18" fmla="*/ 103 h 103"/>
              </a:gdLst>
              <a:ahLst/>
              <a:cxnLst>
                <a:cxn ang="T10">
                  <a:pos x="T0" y="T1"/>
                </a:cxn>
                <a:cxn ang="T11">
                  <a:pos x="T2" y="T3"/>
                </a:cxn>
                <a:cxn ang="T12">
                  <a:pos x="T4" y="T5"/>
                </a:cxn>
                <a:cxn ang="T13">
                  <a:pos x="T6" y="T7"/>
                </a:cxn>
                <a:cxn ang="T14">
                  <a:pos x="T8" y="T9"/>
                </a:cxn>
              </a:cxnLst>
              <a:rect l="T15" t="T16" r="T17" b="T18"/>
              <a:pathLst>
                <a:path w="104" h="103">
                  <a:moveTo>
                    <a:pt x="51" y="102"/>
                  </a:moveTo>
                  <a:cubicBezTo>
                    <a:pt x="23" y="102"/>
                    <a:pt x="0" y="79"/>
                    <a:pt x="0" y="51"/>
                  </a:cubicBezTo>
                  <a:cubicBezTo>
                    <a:pt x="0" y="22"/>
                    <a:pt x="23" y="0"/>
                    <a:pt x="51" y="0"/>
                  </a:cubicBezTo>
                  <a:cubicBezTo>
                    <a:pt x="80" y="0"/>
                    <a:pt x="103" y="22"/>
                    <a:pt x="103" y="51"/>
                  </a:cubicBezTo>
                  <a:cubicBezTo>
                    <a:pt x="103" y="79"/>
                    <a:pt x="80" y="102"/>
                    <a:pt x="51" y="102"/>
                  </a:cubicBezTo>
                </a:path>
              </a:pathLst>
            </a:custGeom>
            <a:solidFill>
              <a:srgbClr val="FFFFFF"/>
            </a:solidFill>
            <a:ln>
              <a:noFill/>
            </a:ln>
            <a:extLst>
              <a:ext uri="{91240B29-F687-4F45-9708-019B960494DF}">
                <a14:hiddenLine xmlns:a14="http://schemas.microsoft.com/office/drawing/2010/main" w="9525">
                  <a:solidFill>
                    <a:srgbClr val="000000"/>
                  </a:solidFill>
                  <a:bevel/>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grpSp>
      <p:grpSp>
        <p:nvGrpSpPr>
          <p:cNvPr id="55" name="组合 54">
            <a:extLst>
              <a:ext uri="{FF2B5EF4-FFF2-40B4-BE49-F238E27FC236}">
                <a16:creationId xmlns:a16="http://schemas.microsoft.com/office/drawing/2014/main" id="{1B8DE3EE-C6C0-47B7-A256-7E06ADE8C8A3}"/>
              </a:ext>
            </a:extLst>
          </p:cNvPr>
          <p:cNvGrpSpPr/>
          <p:nvPr/>
        </p:nvGrpSpPr>
        <p:grpSpPr>
          <a:xfrm>
            <a:off x="6221778" y="1583644"/>
            <a:ext cx="5784069" cy="1612354"/>
            <a:chOff x="4584120" y="1336741"/>
            <a:chExt cx="4338638" cy="1209429"/>
          </a:xfrm>
        </p:grpSpPr>
        <p:sp>
          <p:nvSpPr>
            <p:cNvPr id="56" name="矩形 55">
              <a:extLst>
                <a:ext uri="{FF2B5EF4-FFF2-40B4-BE49-F238E27FC236}">
                  <a16:creationId xmlns:a16="http://schemas.microsoft.com/office/drawing/2014/main" id="{F2CA0BCB-B5C0-4D31-B90E-1581A8A26AE0}"/>
                </a:ext>
              </a:extLst>
            </p:cNvPr>
            <p:cNvSpPr/>
            <p:nvPr/>
          </p:nvSpPr>
          <p:spPr bwMode="auto">
            <a:xfrm>
              <a:off x="4584120" y="1336741"/>
              <a:ext cx="4338638" cy="1209429"/>
            </a:xfrm>
            <a:prstGeom prst="rect">
              <a:avLst/>
            </a:prstGeom>
            <a:solidFill>
              <a:srgbClr val="0070C0"/>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7" name="椭圆 56">
              <a:extLst>
                <a:ext uri="{FF2B5EF4-FFF2-40B4-BE49-F238E27FC236}">
                  <a16:creationId xmlns:a16="http://schemas.microsoft.com/office/drawing/2014/main" id="{6CA27A96-D583-4B6A-8B28-27E6C4C1010D}"/>
                </a:ext>
              </a:extLst>
            </p:cNvPr>
            <p:cNvSpPr/>
            <p:nvPr/>
          </p:nvSpPr>
          <p:spPr bwMode="auto">
            <a:xfrm>
              <a:off x="4750139" y="1603918"/>
              <a:ext cx="675075" cy="675075"/>
            </a:xfrm>
            <a:prstGeom prst="ellipse">
              <a:avLst/>
            </a:prstGeom>
            <a:solidFill>
              <a:sysClr val="window" lastClr="FFFFFF"/>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8" name="任意多边形: 形状 57">
              <a:extLst>
                <a:ext uri="{FF2B5EF4-FFF2-40B4-BE49-F238E27FC236}">
                  <a16:creationId xmlns:a16="http://schemas.microsoft.com/office/drawing/2014/main" id="{0436C4DC-7A21-4C5C-9BFE-0501215B053C}"/>
                </a:ext>
              </a:extLst>
            </p:cNvPr>
            <p:cNvSpPr/>
            <p:nvPr/>
          </p:nvSpPr>
          <p:spPr bwMode="auto">
            <a:xfrm>
              <a:off x="4886301" y="1745753"/>
              <a:ext cx="402750" cy="391405"/>
            </a:xfrm>
            <a:custGeom>
              <a:avLst/>
              <a:gdLst>
                <a:gd name="connsiteX0" fmla="*/ 279778 w 338138"/>
                <a:gd name="connsiteY0" fmla="*/ 231775 h 328613"/>
                <a:gd name="connsiteX1" fmla="*/ 289126 w 338138"/>
                <a:gd name="connsiteY1" fmla="*/ 271719 h 328613"/>
                <a:gd name="connsiteX2" fmla="*/ 283784 w 338138"/>
                <a:gd name="connsiteY2" fmla="*/ 279708 h 328613"/>
                <a:gd name="connsiteX3" fmla="*/ 282449 w 338138"/>
                <a:gd name="connsiteY3" fmla="*/ 279708 h 328613"/>
                <a:gd name="connsiteX4" fmla="*/ 275771 w 338138"/>
                <a:gd name="connsiteY4" fmla="*/ 274382 h 328613"/>
                <a:gd name="connsiteX5" fmla="*/ 265087 w 338138"/>
                <a:gd name="connsiteY5" fmla="*/ 234438 h 328613"/>
                <a:gd name="connsiteX6" fmla="*/ 239712 w 338138"/>
                <a:gd name="connsiteY6" fmla="*/ 273050 h 328613"/>
                <a:gd name="connsiteX7" fmla="*/ 282449 w 338138"/>
                <a:gd name="connsiteY7" fmla="*/ 314325 h 328613"/>
                <a:gd name="connsiteX8" fmla="*/ 323850 w 338138"/>
                <a:gd name="connsiteY8" fmla="*/ 273050 h 328613"/>
                <a:gd name="connsiteX9" fmla="*/ 282449 w 338138"/>
                <a:gd name="connsiteY9" fmla="*/ 231775 h 328613"/>
                <a:gd name="connsiteX10" fmla="*/ 279778 w 338138"/>
                <a:gd name="connsiteY10" fmla="*/ 231775 h 328613"/>
                <a:gd name="connsiteX11" fmla="*/ 55688 w 338138"/>
                <a:gd name="connsiteY11" fmla="*/ 231775 h 328613"/>
                <a:gd name="connsiteX12" fmla="*/ 14287 w 338138"/>
                <a:gd name="connsiteY12" fmla="*/ 273050 h 328613"/>
                <a:gd name="connsiteX13" fmla="*/ 55688 w 338138"/>
                <a:gd name="connsiteY13" fmla="*/ 314325 h 328613"/>
                <a:gd name="connsiteX14" fmla="*/ 98425 w 338138"/>
                <a:gd name="connsiteY14" fmla="*/ 273050 h 328613"/>
                <a:gd name="connsiteX15" fmla="*/ 97089 w 338138"/>
                <a:gd name="connsiteY15" fmla="*/ 265062 h 328613"/>
                <a:gd name="connsiteX16" fmla="*/ 58359 w 338138"/>
                <a:gd name="connsiteY16" fmla="*/ 279708 h 328613"/>
                <a:gd name="connsiteX17" fmla="*/ 55688 w 338138"/>
                <a:gd name="connsiteY17" fmla="*/ 279708 h 328613"/>
                <a:gd name="connsiteX18" fmla="*/ 49011 w 338138"/>
                <a:gd name="connsiteY18" fmla="*/ 275713 h 328613"/>
                <a:gd name="connsiteX19" fmla="*/ 53017 w 338138"/>
                <a:gd name="connsiteY19" fmla="*/ 266393 h 328613"/>
                <a:gd name="connsiteX20" fmla="*/ 91747 w 338138"/>
                <a:gd name="connsiteY20" fmla="*/ 251747 h 328613"/>
                <a:gd name="connsiteX21" fmla="*/ 55688 w 338138"/>
                <a:gd name="connsiteY21" fmla="*/ 231775 h 328613"/>
                <a:gd name="connsiteX22" fmla="*/ 39613 w 338138"/>
                <a:gd name="connsiteY22" fmla="*/ 195263 h 328613"/>
                <a:gd name="connsiteX23" fmla="*/ 92431 w 338138"/>
                <a:gd name="connsiteY23" fmla="*/ 195263 h 328613"/>
                <a:gd name="connsiteX24" fmla="*/ 97713 w 338138"/>
                <a:gd name="connsiteY24" fmla="*/ 196583 h 328613"/>
                <a:gd name="connsiteX25" fmla="*/ 138647 w 338138"/>
                <a:gd name="connsiteY25" fmla="*/ 237513 h 328613"/>
                <a:gd name="connsiteX26" fmla="*/ 139967 w 338138"/>
                <a:gd name="connsiteY26" fmla="*/ 244114 h 328613"/>
                <a:gd name="connsiteX27" fmla="*/ 136006 w 338138"/>
                <a:gd name="connsiteY27" fmla="*/ 249395 h 328613"/>
                <a:gd name="connsiteX28" fmla="*/ 109597 w 338138"/>
                <a:gd name="connsiteY28" fmla="*/ 259958 h 328613"/>
                <a:gd name="connsiteX29" fmla="*/ 110918 w 338138"/>
                <a:gd name="connsiteY29" fmla="*/ 273161 h 328613"/>
                <a:gd name="connsiteX30" fmla="*/ 55459 w 338138"/>
                <a:gd name="connsiteY30" fmla="*/ 328613 h 328613"/>
                <a:gd name="connsiteX31" fmla="*/ 0 w 338138"/>
                <a:gd name="connsiteY31" fmla="*/ 273161 h 328613"/>
                <a:gd name="connsiteX32" fmla="*/ 55459 w 338138"/>
                <a:gd name="connsiteY32" fmla="*/ 217708 h 328613"/>
                <a:gd name="connsiteX33" fmla="*/ 104315 w 338138"/>
                <a:gd name="connsiteY33" fmla="*/ 246755 h 328613"/>
                <a:gd name="connsiteX34" fmla="*/ 121481 w 338138"/>
                <a:gd name="connsiteY34" fmla="*/ 240153 h 328613"/>
                <a:gd name="connsiteX35" fmla="*/ 89790 w 338138"/>
                <a:gd name="connsiteY35" fmla="*/ 208466 h 328613"/>
                <a:gd name="connsiteX36" fmla="*/ 39613 w 338138"/>
                <a:gd name="connsiteY36" fmla="*/ 208466 h 328613"/>
                <a:gd name="connsiteX37" fmla="*/ 33011 w 338138"/>
                <a:gd name="connsiteY37" fmla="*/ 201864 h 328613"/>
                <a:gd name="connsiteX38" fmla="*/ 39613 w 338138"/>
                <a:gd name="connsiteY38" fmla="*/ 195263 h 328613"/>
                <a:gd name="connsiteX39" fmla="*/ 155575 w 338138"/>
                <a:gd name="connsiteY39" fmla="*/ 0 h 328613"/>
                <a:gd name="connsiteX40" fmla="*/ 191294 w 338138"/>
                <a:gd name="connsiteY40" fmla="*/ 35490 h 328613"/>
                <a:gd name="connsiteX41" fmla="*/ 156898 w 338138"/>
                <a:gd name="connsiteY41" fmla="*/ 70980 h 328613"/>
                <a:gd name="connsiteX42" fmla="*/ 167481 w 338138"/>
                <a:gd name="connsiteY42" fmla="*/ 80181 h 328613"/>
                <a:gd name="connsiteX43" fmla="*/ 168804 w 338138"/>
                <a:gd name="connsiteY43" fmla="*/ 81496 h 328613"/>
                <a:gd name="connsiteX44" fmla="*/ 196586 w 338138"/>
                <a:gd name="connsiteY44" fmla="*/ 126187 h 328613"/>
                <a:gd name="connsiteX45" fmla="*/ 225690 w 338138"/>
                <a:gd name="connsiteY45" fmla="*/ 130131 h 328613"/>
                <a:gd name="connsiteX46" fmla="*/ 234950 w 338138"/>
                <a:gd name="connsiteY46" fmla="*/ 138017 h 328613"/>
                <a:gd name="connsiteX47" fmla="*/ 257440 w 338138"/>
                <a:gd name="connsiteY47" fmla="*/ 149847 h 328613"/>
                <a:gd name="connsiteX48" fmla="*/ 260086 w 338138"/>
                <a:gd name="connsiteY48" fmla="*/ 155105 h 328613"/>
                <a:gd name="connsiteX49" fmla="*/ 270669 w 338138"/>
                <a:gd name="connsiteY49" fmla="*/ 197168 h 328613"/>
                <a:gd name="connsiteX50" fmla="*/ 278607 w 338138"/>
                <a:gd name="connsiteY50" fmla="*/ 197168 h 328613"/>
                <a:gd name="connsiteX51" fmla="*/ 315648 w 338138"/>
                <a:gd name="connsiteY51" fmla="*/ 205054 h 328613"/>
                <a:gd name="connsiteX52" fmla="*/ 319617 w 338138"/>
                <a:gd name="connsiteY52" fmla="*/ 214255 h 328613"/>
                <a:gd name="connsiteX53" fmla="*/ 310357 w 338138"/>
                <a:gd name="connsiteY53" fmla="*/ 216884 h 328613"/>
                <a:gd name="connsiteX54" fmla="*/ 278607 w 338138"/>
                <a:gd name="connsiteY54" fmla="*/ 210312 h 328613"/>
                <a:gd name="connsiteX55" fmla="*/ 274638 w 338138"/>
                <a:gd name="connsiteY55" fmla="*/ 211627 h 328613"/>
                <a:gd name="connsiteX56" fmla="*/ 275961 w 338138"/>
                <a:gd name="connsiteY56" fmla="*/ 218199 h 328613"/>
                <a:gd name="connsiteX57" fmla="*/ 282575 w 338138"/>
                <a:gd name="connsiteY57" fmla="*/ 218199 h 328613"/>
                <a:gd name="connsiteX58" fmla="*/ 338138 w 338138"/>
                <a:gd name="connsiteY58" fmla="*/ 273406 h 328613"/>
                <a:gd name="connsiteX59" fmla="*/ 282575 w 338138"/>
                <a:gd name="connsiteY59" fmla="*/ 328613 h 328613"/>
                <a:gd name="connsiteX60" fmla="*/ 229659 w 338138"/>
                <a:gd name="connsiteY60" fmla="*/ 289180 h 328613"/>
                <a:gd name="connsiteX61" fmla="*/ 183356 w 338138"/>
                <a:gd name="connsiteY61" fmla="*/ 289180 h 328613"/>
                <a:gd name="connsiteX62" fmla="*/ 175419 w 338138"/>
                <a:gd name="connsiteY62" fmla="*/ 282607 h 328613"/>
                <a:gd name="connsiteX63" fmla="*/ 183356 w 338138"/>
                <a:gd name="connsiteY63" fmla="*/ 276035 h 328613"/>
                <a:gd name="connsiteX64" fmla="*/ 227013 w 338138"/>
                <a:gd name="connsiteY64" fmla="*/ 276035 h 328613"/>
                <a:gd name="connsiteX65" fmla="*/ 227013 w 338138"/>
                <a:gd name="connsiteY65" fmla="*/ 273406 h 328613"/>
                <a:gd name="connsiteX66" fmla="*/ 262732 w 338138"/>
                <a:gd name="connsiteY66" fmla="*/ 222142 h 328613"/>
                <a:gd name="connsiteX67" fmla="*/ 261409 w 338138"/>
                <a:gd name="connsiteY67" fmla="*/ 214255 h 328613"/>
                <a:gd name="connsiteX68" fmla="*/ 230981 w 338138"/>
                <a:gd name="connsiteY68" fmla="*/ 239231 h 328613"/>
                <a:gd name="connsiteX69" fmla="*/ 224367 w 338138"/>
                <a:gd name="connsiteY69" fmla="*/ 243174 h 328613"/>
                <a:gd name="connsiteX70" fmla="*/ 221721 w 338138"/>
                <a:gd name="connsiteY70" fmla="*/ 241859 h 328613"/>
                <a:gd name="connsiteX71" fmla="*/ 219075 w 338138"/>
                <a:gd name="connsiteY71" fmla="*/ 232658 h 328613"/>
                <a:gd name="connsiteX72" fmla="*/ 257440 w 338138"/>
                <a:gd name="connsiteY72" fmla="*/ 201111 h 328613"/>
                <a:gd name="connsiteX73" fmla="*/ 248180 w 338138"/>
                <a:gd name="connsiteY73" fmla="*/ 160363 h 328613"/>
                <a:gd name="connsiteX74" fmla="*/ 228336 w 338138"/>
                <a:gd name="connsiteY74" fmla="*/ 151162 h 328613"/>
                <a:gd name="connsiteX75" fmla="*/ 227013 w 338138"/>
                <a:gd name="connsiteY75" fmla="*/ 149847 h 328613"/>
                <a:gd name="connsiteX76" fmla="*/ 224367 w 338138"/>
                <a:gd name="connsiteY76" fmla="*/ 149847 h 328613"/>
                <a:gd name="connsiteX77" fmla="*/ 188648 w 338138"/>
                <a:gd name="connsiteY77" fmla="*/ 149847 h 328613"/>
                <a:gd name="connsiteX78" fmla="*/ 179388 w 338138"/>
                <a:gd name="connsiteY78" fmla="*/ 145904 h 328613"/>
                <a:gd name="connsiteX79" fmla="*/ 178065 w 338138"/>
                <a:gd name="connsiteY79" fmla="*/ 144589 h 328613"/>
                <a:gd name="connsiteX80" fmla="*/ 170127 w 338138"/>
                <a:gd name="connsiteY80" fmla="*/ 134074 h 328613"/>
                <a:gd name="connsiteX81" fmla="*/ 168804 w 338138"/>
                <a:gd name="connsiteY81" fmla="*/ 140646 h 328613"/>
                <a:gd name="connsiteX82" fmla="*/ 167481 w 338138"/>
                <a:gd name="connsiteY82" fmla="*/ 148533 h 328613"/>
                <a:gd name="connsiteX83" fmla="*/ 166158 w 338138"/>
                <a:gd name="connsiteY83" fmla="*/ 152476 h 328613"/>
                <a:gd name="connsiteX84" fmla="*/ 166158 w 338138"/>
                <a:gd name="connsiteY84" fmla="*/ 156420 h 328613"/>
                <a:gd name="connsiteX85" fmla="*/ 163513 w 338138"/>
                <a:gd name="connsiteY85" fmla="*/ 164306 h 328613"/>
                <a:gd name="connsiteX86" fmla="*/ 162190 w 338138"/>
                <a:gd name="connsiteY86" fmla="*/ 170879 h 328613"/>
                <a:gd name="connsiteX87" fmla="*/ 160867 w 338138"/>
                <a:gd name="connsiteY87" fmla="*/ 173507 h 328613"/>
                <a:gd name="connsiteX88" fmla="*/ 200554 w 338138"/>
                <a:gd name="connsiteY88" fmla="*/ 182709 h 328613"/>
                <a:gd name="connsiteX89" fmla="*/ 201877 w 338138"/>
                <a:gd name="connsiteY89" fmla="*/ 182709 h 328613"/>
                <a:gd name="connsiteX90" fmla="*/ 215106 w 338138"/>
                <a:gd name="connsiteY90" fmla="*/ 205054 h 328613"/>
                <a:gd name="connsiteX91" fmla="*/ 212461 w 338138"/>
                <a:gd name="connsiteY91" fmla="*/ 210312 h 328613"/>
                <a:gd name="connsiteX92" fmla="*/ 163513 w 338138"/>
                <a:gd name="connsiteY92" fmla="*/ 289180 h 328613"/>
                <a:gd name="connsiteX93" fmla="*/ 144992 w 338138"/>
                <a:gd name="connsiteY93" fmla="*/ 293123 h 328613"/>
                <a:gd name="connsiteX94" fmla="*/ 139700 w 338138"/>
                <a:gd name="connsiteY94" fmla="*/ 276035 h 328613"/>
                <a:gd name="connsiteX95" fmla="*/ 168804 w 338138"/>
                <a:gd name="connsiteY95" fmla="*/ 214255 h 328613"/>
                <a:gd name="connsiteX96" fmla="*/ 125148 w 338138"/>
                <a:gd name="connsiteY96" fmla="*/ 206369 h 328613"/>
                <a:gd name="connsiteX97" fmla="*/ 103981 w 338138"/>
                <a:gd name="connsiteY97" fmla="*/ 195853 h 328613"/>
                <a:gd name="connsiteX98" fmla="*/ 97367 w 338138"/>
                <a:gd name="connsiteY98" fmla="*/ 164306 h 328613"/>
                <a:gd name="connsiteX99" fmla="*/ 121179 w 338138"/>
                <a:gd name="connsiteY99" fmla="*/ 95955 h 328613"/>
                <a:gd name="connsiteX100" fmla="*/ 121179 w 338138"/>
                <a:gd name="connsiteY100" fmla="*/ 90697 h 328613"/>
                <a:gd name="connsiteX101" fmla="*/ 143669 w 338138"/>
                <a:gd name="connsiteY101" fmla="*/ 68351 h 328613"/>
                <a:gd name="connsiteX102" fmla="*/ 119856 w 338138"/>
                <a:gd name="connsiteY102" fmla="*/ 35490 h 328613"/>
                <a:gd name="connsiteX103" fmla="*/ 155575 w 338138"/>
                <a:gd name="connsiteY103" fmla="*/ 0 h 328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8138" h="328613">
                  <a:moveTo>
                    <a:pt x="279778" y="231775"/>
                  </a:moveTo>
                  <a:cubicBezTo>
                    <a:pt x="279778" y="231775"/>
                    <a:pt x="279778" y="231775"/>
                    <a:pt x="289126" y="271719"/>
                  </a:cubicBezTo>
                  <a:cubicBezTo>
                    <a:pt x="290462" y="275713"/>
                    <a:pt x="287791" y="278376"/>
                    <a:pt x="283784" y="279708"/>
                  </a:cubicBezTo>
                  <a:cubicBezTo>
                    <a:pt x="283784" y="279708"/>
                    <a:pt x="282449" y="279708"/>
                    <a:pt x="282449" y="279708"/>
                  </a:cubicBezTo>
                  <a:cubicBezTo>
                    <a:pt x="279778" y="279708"/>
                    <a:pt x="275771" y="278376"/>
                    <a:pt x="275771" y="274382"/>
                  </a:cubicBezTo>
                  <a:cubicBezTo>
                    <a:pt x="275771" y="274382"/>
                    <a:pt x="275771" y="274382"/>
                    <a:pt x="265087" y="234438"/>
                  </a:cubicBezTo>
                  <a:cubicBezTo>
                    <a:pt x="250396" y="241095"/>
                    <a:pt x="239712" y="255741"/>
                    <a:pt x="239712" y="273050"/>
                  </a:cubicBezTo>
                  <a:cubicBezTo>
                    <a:pt x="239712" y="295685"/>
                    <a:pt x="259745" y="314325"/>
                    <a:pt x="282449" y="314325"/>
                  </a:cubicBezTo>
                  <a:cubicBezTo>
                    <a:pt x="305153" y="314325"/>
                    <a:pt x="323850" y="295685"/>
                    <a:pt x="323850" y="273050"/>
                  </a:cubicBezTo>
                  <a:cubicBezTo>
                    <a:pt x="323850" y="250416"/>
                    <a:pt x="305153" y="231775"/>
                    <a:pt x="282449" y="231775"/>
                  </a:cubicBezTo>
                  <a:cubicBezTo>
                    <a:pt x="281113" y="231775"/>
                    <a:pt x="279778" y="231775"/>
                    <a:pt x="279778" y="231775"/>
                  </a:cubicBezTo>
                  <a:close/>
                  <a:moveTo>
                    <a:pt x="55688" y="231775"/>
                  </a:moveTo>
                  <a:cubicBezTo>
                    <a:pt x="32984" y="231775"/>
                    <a:pt x="14287" y="250416"/>
                    <a:pt x="14287" y="273050"/>
                  </a:cubicBezTo>
                  <a:cubicBezTo>
                    <a:pt x="14287" y="295685"/>
                    <a:pt x="32984" y="314325"/>
                    <a:pt x="55688" y="314325"/>
                  </a:cubicBezTo>
                  <a:cubicBezTo>
                    <a:pt x="78392" y="314325"/>
                    <a:pt x="98425" y="295685"/>
                    <a:pt x="98425" y="273050"/>
                  </a:cubicBezTo>
                  <a:cubicBezTo>
                    <a:pt x="98425" y="270387"/>
                    <a:pt x="97089" y="267724"/>
                    <a:pt x="97089" y="265062"/>
                  </a:cubicBezTo>
                  <a:cubicBezTo>
                    <a:pt x="97089" y="265062"/>
                    <a:pt x="97089" y="265062"/>
                    <a:pt x="58359" y="279708"/>
                  </a:cubicBezTo>
                  <a:cubicBezTo>
                    <a:pt x="57024" y="279708"/>
                    <a:pt x="57024" y="279708"/>
                    <a:pt x="55688" y="279708"/>
                  </a:cubicBezTo>
                  <a:cubicBezTo>
                    <a:pt x="53017" y="279708"/>
                    <a:pt x="50346" y="278376"/>
                    <a:pt x="49011" y="275713"/>
                  </a:cubicBezTo>
                  <a:cubicBezTo>
                    <a:pt x="47675" y="271719"/>
                    <a:pt x="49011" y="267724"/>
                    <a:pt x="53017" y="266393"/>
                  </a:cubicBezTo>
                  <a:cubicBezTo>
                    <a:pt x="53017" y="266393"/>
                    <a:pt x="53017" y="266393"/>
                    <a:pt x="91747" y="251747"/>
                  </a:cubicBezTo>
                  <a:cubicBezTo>
                    <a:pt x="83734" y="239764"/>
                    <a:pt x="70379" y="231775"/>
                    <a:pt x="55688" y="231775"/>
                  </a:cubicBezTo>
                  <a:close/>
                  <a:moveTo>
                    <a:pt x="39613" y="195263"/>
                  </a:moveTo>
                  <a:cubicBezTo>
                    <a:pt x="39613" y="195263"/>
                    <a:pt x="39613" y="195263"/>
                    <a:pt x="92431" y="195263"/>
                  </a:cubicBezTo>
                  <a:cubicBezTo>
                    <a:pt x="95072" y="195263"/>
                    <a:pt x="96393" y="195263"/>
                    <a:pt x="97713" y="196583"/>
                  </a:cubicBezTo>
                  <a:cubicBezTo>
                    <a:pt x="97713" y="196583"/>
                    <a:pt x="97713" y="196583"/>
                    <a:pt x="138647" y="237513"/>
                  </a:cubicBezTo>
                  <a:cubicBezTo>
                    <a:pt x="139967" y="238833"/>
                    <a:pt x="141288" y="241474"/>
                    <a:pt x="139967" y="244114"/>
                  </a:cubicBezTo>
                  <a:cubicBezTo>
                    <a:pt x="139967" y="246755"/>
                    <a:pt x="138647" y="248075"/>
                    <a:pt x="136006" y="249395"/>
                  </a:cubicBezTo>
                  <a:cubicBezTo>
                    <a:pt x="136006" y="249395"/>
                    <a:pt x="136006" y="249395"/>
                    <a:pt x="109597" y="259958"/>
                  </a:cubicBezTo>
                  <a:cubicBezTo>
                    <a:pt x="110918" y="263919"/>
                    <a:pt x="110918" y="267880"/>
                    <a:pt x="110918" y="273161"/>
                  </a:cubicBezTo>
                  <a:cubicBezTo>
                    <a:pt x="110918" y="303528"/>
                    <a:pt x="85829" y="328613"/>
                    <a:pt x="55459" y="328613"/>
                  </a:cubicBezTo>
                  <a:cubicBezTo>
                    <a:pt x="25088" y="328613"/>
                    <a:pt x="0" y="303528"/>
                    <a:pt x="0" y="273161"/>
                  </a:cubicBezTo>
                  <a:cubicBezTo>
                    <a:pt x="0" y="242794"/>
                    <a:pt x="25088" y="217708"/>
                    <a:pt x="55459" y="217708"/>
                  </a:cubicBezTo>
                  <a:cubicBezTo>
                    <a:pt x="76586" y="217708"/>
                    <a:pt x="95072" y="229590"/>
                    <a:pt x="104315" y="246755"/>
                  </a:cubicBezTo>
                  <a:cubicBezTo>
                    <a:pt x="104315" y="246755"/>
                    <a:pt x="104315" y="246755"/>
                    <a:pt x="121481" y="240153"/>
                  </a:cubicBezTo>
                  <a:cubicBezTo>
                    <a:pt x="121481" y="240153"/>
                    <a:pt x="121481" y="240153"/>
                    <a:pt x="89790" y="208466"/>
                  </a:cubicBezTo>
                  <a:cubicBezTo>
                    <a:pt x="89790" y="208466"/>
                    <a:pt x="89790" y="208466"/>
                    <a:pt x="39613" y="208466"/>
                  </a:cubicBezTo>
                  <a:cubicBezTo>
                    <a:pt x="35652" y="208466"/>
                    <a:pt x="33011" y="205825"/>
                    <a:pt x="33011" y="201864"/>
                  </a:cubicBezTo>
                  <a:cubicBezTo>
                    <a:pt x="33011" y="197903"/>
                    <a:pt x="35652" y="195263"/>
                    <a:pt x="39613" y="195263"/>
                  </a:cubicBezTo>
                  <a:close/>
                  <a:moveTo>
                    <a:pt x="155575" y="0"/>
                  </a:moveTo>
                  <a:cubicBezTo>
                    <a:pt x="175419" y="0"/>
                    <a:pt x="191294" y="15773"/>
                    <a:pt x="191294" y="35490"/>
                  </a:cubicBezTo>
                  <a:cubicBezTo>
                    <a:pt x="191294" y="53892"/>
                    <a:pt x="175419" y="69666"/>
                    <a:pt x="156898" y="70980"/>
                  </a:cubicBezTo>
                  <a:cubicBezTo>
                    <a:pt x="160867" y="72295"/>
                    <a:pt x="164835" y="76238"/>
                    <a:pt x="167481" y="80181"/>
                  </a:cubicBezTo>
                  <a:cubicBezTo>
                    <a:pt x="168804" y="80181"/>
                    <a:pt x="168804" y="80181"/>
                    <a:pt x="168804" y="81496"/>
                  </a:cubicBezTo>
                  <a:cubicBezTo>
                    <a:pt x="168804" y="81496"/>
                    <a:pt x="168804" y="81496"/>
                    <a:pt x="196586" y="126187"/>
                  </a:cubicBezTo>
                  <a:cubicBezTo>
                    <a:pt x="196586" y="126187"/>
                    <a:pt x="196586" y="126187"/>
                    <a:pt x="225690" y="130131"/>
                  </a:cubicBezTo>
                  <a:cubicBezTo>
                    <a:pt x="230981" y="130131"/>
                    <a:pt x="234950" y="134074"/>
                    <a:pt x="234950" y="138017"/>
                  </a:cubicBezTo>
                  <a:cubicBezTo>
                    <a:pt x="234950" y="138017"/>
                    <a:pt x="234950" y="138017"/>
                    <a:pt x="257440" y="149847"/>
                  </a:cubicBezTo>
                  <a:cubicBezTo>
                    <a:pt x="258763" y="151162"/>
                    <a:pt x="260086" y="152476"/>
                    <a:pt x="260086" y="155105"/>
                  </a:cubicBezTo>
                  <a:cubicBezTo>
                    <a:pt x="260086" y="155105"/>
                    <a:pt x="260086" y="155105"/>
                    <a:pt x="270669" y="197168"/>
                  </a:cubicBezTo>
                  <a:cubicBezTo>
                    <a:pt x="273315" y="197168"/>
                    <a:pt x="275961" y="197168"/>
                    <a:pt x="278607" y="197168"/>
                  </a:cubicBezTo>
                  <a:cubicBezTo>
                    <a:pt x="291836" y="195853"/>
                    <a:pt x="303742" y="198482"/>
                    <a:pt x="315648" y="205054"/>
                  </a:cubicBezTo>
                  <a:cubicBezTo>
                    <a:pt x="319617" y="206369"/>
                    <a:pt x="320940" y="210312"/>
                    <a:pt x="319617" y="214255"/>
                  </a:cubicBezTo>
                  <a:cubicBezTo>
                    <a:pt x="316971" y="216884"/>
                    <a:pt x="313003" y="219513"/>
                    <a:pt x="310357" y="216884"/>
                  </a:cubicBezTo>
                  <a:cubicBezTo>
                    <a:pt x="299773" y="211627"/>
                    <a:pt x="289190" y="210312"/>
                    <a:pt x="278607" y="210312"/>
                  </a:cubicBezTo>
                  <a:cubicBezTo>
                    <a:pt x="277284" y="210312"/>
                    <a:pt x="275961" y="210312"/>
                    <a:pt x="274638" y="211627"/>
                  </a:cubicBezTo>
                  <a:cubicBezTo>
                    <a:pt x="274638" y="211627"/>
                    <a:pt x="274638" y="211627"/>
                    <a:pt x="275961" y="218199"/>
                  </a:cubicBezTo>
                  <a:cubicBezTo>
                    <a:pt x="278607" y="218199"/>
                    <a:pt x="279930" y="218199"/>
                    <a:pt x="282575" y="218199"/>
                  </a:cubicBezTo>
                  <a:cubicBezTo>
                    <a:pt x="313003" y="218199"/>
                    <a:pt x="338138" y="243174"/>
                    <a:pt x="338138" y="273406"/>
                  </a:cubicBezTo>
                  <a:cubicBezTo>
                    <a:pt x="338138" y="303639"/>
                    <a:pt x="313003" y="328613"/>
                    <a:pt x="282575" y="328613"/>
                  </a:cubicBezTo>
                  <a:cubicBezTo>
                    <a:pt x="257440" y="328613"/>
                    <a:pt x="236273" y="312840"/>
                    <a:pt x="229659" y="289180"/>
                  </a:cubicBezTo>
                  <a:cubicBezTo>
                    <a:pt x="229659" y="289180"/>
                    <a:pt x="229659" y="289180"/>
                    <a:pt x="183356" y="289180"/>
                  </a:cubicBezTo>
                  <a:cubicBezTo>
                    <a:pt x="179388" y="289180"/>
                    <a:pt x="175419" y="286551"/>
                    <a:pt x="175419" y="282607"/>
                  </a:cubicBezTo>
                  <a:cubicBezTo>
                    <a:pt x="175419" y="278664"/>
                    <a:pt x="179388" y="276035"/>
                    <a:pt x="183356" y="276035"/>
                  </a:cubicBezTo>
                  <a:cubicBezTo>
                    <a:pt x="183356" y="276035"/>
                    <a:pt x="183356" y="276035"/>
                    <a:pt x="227013" y="276035"/>
                  </a:cubicBezTo>
                  <a:cubicBezTo>
                    <a:pt x="227013" y="274721"/>
                    <a:pt x="227013" y="274721"/>
                    <a:pt x="227013" y="273406"/>
                  </a:cubicBezTo>
                  <a:cubicBezTo>
                    <a:pt x="227013" y="249746"/>
                    <a:pt x="241565" y="230029"/>
                    <a:pt x="262732" y="222142"/>
                  </a:cubicBezTo>
                  <a:cubicBezTo>
                    <a:pt x="262732" y="222142"/>
                    <a:pt x="262732" y="222142"/>
                    <a:pt x="261409" y="214255"/>
                  </a:cubicBezTo>
                  <a:cubicBezTo>
                    <a:pt x="248180" y="219513"/>
                    <a:pt x="237596" y="228714"/>
                    <a:pt x="230981" y="239231"/>
                  </a:cubicBezTo>
                  <a:cubicBezTo>
                    <a:pt x="229659" y="241859"/>
                    <a:pt x="227013" y="243174"/>
                    <a:pt x="224367" y="243174"/>
                  </a:cubicBezTo>
                  <a:cubicBezTo>
                    <a:pt x="224367" y="243174"/>
                    <a:pt x="223044" y="243174"/>
                    <a:pt x="221721" y="241859"/>
                  </a:cubicBezTo>
                  <a:cubicBezTo>
                    <a:pt x="217752" y="240545"/>
                    <a:pt x="216429" y="235287"/>
                    <a:pt x="219075" y="232658"/>
                  </a:cubicBezTo>
                  <a:cubicBezTo>
                    <a:pt x="228336" y="218199"/>
                    <a:pt x="241565" y="206369"/>
                    <a:pt x="257440" y="201111"/>
                  </a:cubicBezTo>
                  <a:cubicBezTo>
                    <a:pt x="257440" y="201111"/>
                    <a:pt x="257440" y="201111"/>
                    <a:pt x="248180" y="160363"/>
                  </a:cubicBezTo>
                  <a:cubicBezTo>
                    <a:pt x="248180" y="160363"/>
                    <a:pt x="248180" y="160363"/>
                    <a:pt x="228336" y="151162"/>
                  </a:cubicBezTo>
                  <a:cubicBezTo>
                    <a:pt x="228336" y="151162"/>
                    <a:pt x="228336" y="149847"/>
                    <a:pt x="227013" y="149847"/>
                  </a:cubicBezTo>
                  <a:cubicBezTo>
                    <a:pt x="227013" y="149847"/>
                    <a:pt x="225690" y="149847"/>
                    <a:pt x="224367" y="149847"/>
                  </a:cubicBezTo>
                  <a:cubicBezTo>
                    <a:pt x="224367" y="149847"/>
                    <a:pt x="224367" y="149847"/>
                    <a:pt x="188648" y="149847"/>
                  </a:cubicBezTo>
                  <a:cubicBezTo>
                    <a:pt x="184679" y="149847"/>
                    <a:pt x="180711" y="148533"/>
                    <a:pt x="179388" y="145904"/>
                  </a:cubicBezTo>
                  <a:cubicBezTo>
                    <a:pt x="179388" y="145904"/>
                    <a:pt x="179388" y="145904"/>
                    <a:pt x="178065" y="144589"/>
                  </a:cubicBezTo>
                  <a:cubicBezTo>
                    <a:pt x="178065" y="144589"/>
                    <a:pt x="178065" y="144589"/>
                    <a:pt x="170127" y="134074"/>
                  </a:cubicBezTo>
                  <a:cubicBezTo>
                    <a:pt x="170127" y="136703"/>
                    <a:pt x="170127" y="138017"/>
                    <a:pt x="168804" y="140646"/>
                  </a:cubicBezTo>
                  <a:cubicBezTo>
                    <a:pt x="168804" y="143275"/>
                    <a:pt x="167481" y="145904"/>
                    <a:pt x="167481" y="148533"/>
                  </a:cubicBezTo>
                  <a:cubicBezTo>
                    <a:pt x="167481" y="149847"/>
                    <a:pt x="167481" y="151162"/>
                    <a:pt x="166158" y="152476"/>
                  </a:cubicBezTo>
                  <a:cubicBezTo>
                    <a:pt x="166158" y="153791"/>
                    <a:pt x="166158" y="155105"/>
                    <a:pt x="166158" y="156420"/>
                  </a:cubicBezTo>
                  <a:cubicBezTo>
                    <a:pt x="164835" y="159048"/>
                    <a:pt x="164835" y="161677"/>
                    <a:pt x="163513" y="164306"/>
                  </a:cubicBezTo>
                  <a:cubicBezTo>
                    <a:pt x="163513" y="166935"/>
                    <a:pt x="162190" y="168250"/>
                    <a:pt x="162190" y="170879"/>
                  </a:cubicBezTo>
                  <a:cubicBezTo>
                    <a:pt x="160867" y="172193"/>
                    <a:pt x="160867" y="172193"/>
                    <a:pt x="160867" y="173507"/>
                  </a:cubicBezTo>
                  <a:cubicBezTo>
                    <a:pt x="160867" y="173507"/>
                    <a:pt x="160867" y="173507"/>
                    <a:pt x="200554" y="182709"/>
                  </a:cubicBezTo>
                  <a:cubicBezTo>
                    <a:pt x="200554" y="182709"/>
                    <a:pt x="200554" y="182709"/>
                    <a:pt x="201877" y="182709"/>
                  </a:cubicBezTo>
                  <a:cubicBezTo>
                    <a:pt x="211138" y="185337"/>
                    <a:pt x="217752" y="195853"/>
                    <a:pt x="215106" y="205054"/>
                  </a:cubicBezTo>
                  <a:cubicBezTo>
                    <a:pt x="215106" y="206369"/>
                    <a:pt x="213784" y="208998"/>
                    <a:pt x="212461" y="210312"/>
                  </a:cubicBezTo>
                  <a:cubicBezTo>
                    <a:pt x="212461" y="210312"/>
                    <a:pt x="212461" y="210312"/>
                    <a:pt x="163513" y="289180"/>
                  </a:cubicBezTo>
                  <a:cubicBezTo>
                    <a:pt x="159544" y="294437"/>
                    <a:pt x="151606" y="297066"/>
                    <a:pt x="144992" y="293123"/>
                  </a:cubicBezTo>
                  <a:cubicBezTo>
                    <a:pt x="138377" y="289180"/>
                    <a:pt x="137054" y="281293"/>
                    <a:pt x="139700" y="276035"/>
                  </a:cubicBezTo>
                  <a:cubicBezTo>
                    <a:pt x="139700" y="276035"/>
                    <a:pt x="139700" y="276035"/>
                    <a:pt x="168804" y="214255"/>
                  </a:cubicBezTo>
                  <a:cubicBezTo>
                    <a:pt x="168804" y="214255"/>
                    <a:pt x="168804" y="214255"/>
                    <a:pt x="125148" y="206369"/>
                  </a:cubicBezTo>
                  <a:cubicBezTo>
                    <a:pt x="115887" y="203740"/>
                    <a:pt x="107950" y="201111"/>
                    <a:pt x="103981" y="195853"/>
                  </a:cubicBezTo>
                  <a:cubicBezTo>
                    <a:pt x="96044" y="186652"/>
                    <a:pt x="92075" y="176136"/>
                    <a:pt x="97367" y="164306"/>
                  </a:cubicBezTo>
                  <a:cubicBezTo>
                    <a:pt x="115887" y="124873"/>
                    <a:pt x="121179" y="95955"/>
                    <a:pt x="121179" y="95955"/>
                  </a:cubicBezTo>
                  <a:cubicBezTo>
                    <a:pt x="121179" y="95955"/>
                    <a:pt x="121179" y="95955"/>
                    <a:pt x="121179" y="90697"/>
                  </a:cubicBezTo>
                  <a:cubicBezTo>
                    <a:pt x="122502" y="78867"/>
                    <a:pt x="131763" y="69666"/>
                    <a:pt x="143669" y="68351"/>
                  </a:cubicBezTo>
                  <a:cubicBezTo>
                    <a:pt x="130440" y="63093"/>
                    <a:pt x="119856" y="49949"/>
                    <a:pt x="119856" y="35490"/>
                  </a:cubicBezTo>
                  <a:cubicBezTo>
                    <a:pt x="119856" y="15773"/>
                    <a:pt x="135731" y="0"/>
                    <a:pt x="155575" y="0"/>
                  </a:cubicBezTo>
                  <a:close/>
                </a:path>
              </a:pathLst>
            </a:custGeom>
            <a:solidFill>
              <a:srgbClr val="0070C0">
                <a:lumMod val="100000"/>
              </a:srgbClr>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59" name="组合 58">
              <a:extLst>
                <a:ext uri="{FF2B5EF4-FFF2-40B4-BE49-F238E27FC236}">
                  <a16:creationId xmlns:a16="http://schemas.microsoft.com/office/drawing/2014/main" id="{4E397469-6CFF-4308-B415-D78792A09ACC}"/>
                </a:ext>
              </a:extLst>
            </p:cNvPr>
            <p:cNvGrpSpPr/>
            <p:nvPr/>
          </p:nvGrpSpPr>
          <p:grpSpPr>
            <a:xfrm>
              <a:off x="5591232" y="1569492"/>
              <a:ext cx="3155350" cy="743926"/>
              <a:chOff x="7505490" y="2041661"/>
              <a:chExt cx="4207134" cy="991902"/>
            </a:xfrm>
          </p:grpSpPr>
          <p:sp>
            <p:nvSpPr>
              <p:cNvPr id="60" name="文本框 20">
                <a:extLst>
                  <a:ext uri="{FF2B5EF4-FFF2-40B4-BE49-F238E27FC236}">
                    <a16:creationId xmlns:a16="http://schemas.microsoft.com/office/drawing/2014/main" id="{663988A4-D090-402B-8728-3DF1FFC49C40}"/>
                  </a:ext>
                </a:extLst>
              </p:cNvPr>
              <p:cNvSpPr txBox="1"/>
              <p:nvPr/>
            </p:nvSpPr>
            <p:spPr>
              <a:xfrm>
                <a:off x="7505490" y="2041661"/>
                <a:ext cx="4207134" cy="422405"/>
              </a:xfrm>
              <a:prstGeom prst="rect">
                <a:avLst/>
              </a:prstGeom>
              <a:noFill/>
            </p:spPr>
            <p:txBody>
              <a:bodyPr wrap="none" lIns="95988" tIns="95988" rIns="95988" bIns="95988" anchor="b" anchorCtr="0">
                <a:normAutofit fontScale="70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399"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标题文本预设</a:t>
                </a:r>
              </a:p>
            </p:txBody>
          </p:sp>
          <p:sp>
            <p:nvSpPr>
              <p:cNvPr id="61" name="文本框 21">
                <a:extLst>
                  <a:ext uri="{FF2B5EF4-FFF2-40B4-BE49-F238E27FC236}">
                    <a16:creationId xmlns:a16="http://schemas.microsoft.com/office/drawing/2014/main" id="{824BDACE-C9D3-428E-A94E-63FDE6FB110F}"/>
                  </a:ext>
                </a:extLst>
              </p:cNvPr>
              <p:cNvSpPr txBox="1"/>
              <p:nvPr/>
            </p:nvSpPr>
            <p:spPr>
              <a:xfrm>
                <a:off x="7505490" y="2464066"/>
                <a:ext cx="4207134" cy="569497"/>
              </a:xfrm>
              <a:prstGeom prst="rect">
                <a:avLst/>
              </a:prstGeom>
              <a:noFill/>
            </p:spPr>
            <p:txBody>
              <a:bodyPr wrap="square" lIns="95988" tIns="95988" rIns="95988" bIns="95988" anchor="t" anchorCtr="0">
                <a:normAutofit fontScale="77500" lnSpcReduction="20000"/>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此部分内容作为文字排版占位显示（建议使用主题字体）</a:t>
                </a:r>
                <a:br>
                  <a:rPr kumimoji="0" lang="zh-CN" altLang="en-US" sz="1599"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br>
                <a:r>
                  <a:rPr kumimoji="0" lang="zh-CN" altLang="en-US" sz="1599"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如需更改请在（设置形状格式）菜单下（文本选项）中调整</a:t>
                </a:r>
              </a:p>
            </p:txBody>
          </p:sp>
        </p:grpSp>
      </p:grpSp>
      <p:grpSp>
        <p:nvGrpSpPr>
          <p:cNvPr id="62" name="组合 61">
            <a:extLst>
              <a:ext uri="{FF2B5EF4-FFF2-40B4-BE49-F238E27FC236}">
                <a16:creationId xmlns:a16="http://schemas.microsoft.com/office/drawing/2014/main" id="{14D47F47-ECC6-4ECA-8D71-068D1AF89D88}"/>
              </a:ext>
            </a:extLst>
          </p:cNvPr>
          <p:cNvGrpSpPr/>
          <p:nvPr/>
        </p:nvGrpSpPr>
        <p:grpSpPr>
          <a:xfrm>
            <a:off x="6221778" y="3407172"/>
            <a:ext cx="5784069" cy="1612354"/>
            <a:chOff x="4584120" y="2597330"/>
            <a:chExt cx="4338638" cy="1209429"/>
          </a:xfrm>
        </p:grpSpPr>
        <p:sp>
          <p:nvSpPr>
            <p:cNvPr id="63" name="矩形 62">
              <a:extLst>
                <a:ext uri="{FF2B5EF4-FFF2-40B4-BE49-F238E27FC236}">
                  <a16:creationId xmlns:a16="http://schemas.microsoft.com/office/drawing/2014/main" id="{2658EF86-1B8F-4ED4-8207-8F2BA73E0517}"/>
                </a:ext>
              </a:extLst>
            </p:cNvPr>
            <p:cNvSpPr/>
            <p:nvPr/>
          </p:nvSpPr>
          <p:spPr bwMode="auto">
            <a:xfrm>
              <a:off x="4584120" y="2597330"/>
              <a:ext cx="4338638" cy="1209429"/>
            </a:xfrm>
            <a:prstGeom prst="rect">
              <a:avLst/>
            </a:prstGeom>
            <a:solidFill>
              <a:srgbClr val="005DA2"/>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4" name="椭圆 63">
              <a:extLst>
                <a:ext uri="{FF2B5EF4-FFF2-40B4-BE49-F238E27FC236}">
                  <a16:creationId xmlns:a16="http://schemas.microsoft.com/office/drawing/2014/main" id="{96F73F0D-96EC-409B-AFA9-02197952F9E9}"/>
                </a:ext>
              </a:extLst>
            </p:cNvPr>
            <p:cNvSpPr/>
            <p:nvPr/>
          </p:nvSpPr>
          <p:spPr bwMode="auto">
            <a:xfrm>
              <a:off x="4750139" y="2864507"/>
              <a:ext cx="675075" cy="675075"/>
            </a:xfrm>
            <a:prstGeom prst="ellipse">
              <a:avLst/>
            </a:prstGeom>
            <a:solidFill>
              <a:sysClr val="window" lastClr="FFFFFF"/>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5" name="任意多边形: 形状 64">
              <a:extLst>
                <a:ext uri="{FF2B5EF4-FFF2-40B4-BE49-F238E27FC236}">
                  <a16:creationId xmlns:a16="http://schemas.microsoft.com/office/drawing/2014/main" id="{0BD32FAB-CC2C-4A04-ABAD-D4724EFF2235}"/>
                </a:ext>
              </a:extLst>
            </p:cNvPr>
            <p:cNvSpPr/>
            <p:nvPr/>
          </p:nvSpPr>
          <p:spPr bwMode="auto">
            <a:xfrm>
              <a:off x="4886301" y="3037798"/>
              <a:ext cx="402750" cy="328492"/>
            </a:xfrm>
            <a:custGeom>
              <a:avLst/>
              <a:gdLst>
                <a:gd name="connsiteX0" fmla="*/ 39952 w 338667"/>
                <a:gd name="connsiteY0" fmla="*/ 252412 h 276225"/>
                <a:gd name="connsiteX1" fmla="*/ 297127 w 338667"/>
                <a:gd name="connsiteY1" fmla="*/ 252412 h 276225"/>
                <a:gd name="connsiteX2" fmla="*/ 297127 w 338667"/>
                <a:gd name="connsiteY2" fmla="*/ 276225 h 276225"/>
                <a:gd name="connsiteX3" fmla="*/ 39952 w 338667"/>
                <a:gd name="connsiteY3" fmla="*/ 276225 h 276225"/>
                <a:gd name="connsiteX4" fmla="*/ 169334 w 338667"/>
                <a:gd name="connsiteY4" fmla="*/ 98425 h 276225"/>
                <a:gd name="connsiteX5" fmla="*/ 225690 w 338667"/>
                <a:gd name="connsiteY5" fmla="*/ 154918 h 276225"/>
                <a:gd name="connsiteX6" fmla="*/ 221758 w 338667"/>
                <a:gd name="connsiteY6" fmla="*/ 177253 h 276225"/>
                <a:gd name="connsiteX7" fmla="*/ 206031 w 338667"/>
                <a:gd name="connsiteY7" fmla="*/ 169370 h 276225"/>
                <a:gd name="connsiteX8" fmla="*/ 206031 w 338667"/>
                <a:gd name="connsiteY8" fmla="*/ 168056 h 276225"/>
                <a:gd name="connsiteX9" fmla="*/ 208652 w 338667"/>
                <a:gd name="connsiteY9" fmla="*/ 154918 h 276225"/>
                <a:gd name="connsiteX10" fmla="*/ 169334 w 338667"/>
                <a:gd name="connsiteY10" fmla="*/ 116818 h 276225"/>
                <a:gd name="connsiteX11" fmla="*/ 130015 w 338667"/>
                <a:gd name="connsiteY11" fmla="*/ 154918 h 276225"/>
                <a:gd name="connsiteX12" fmla="*/ 169334 w 338667"/>
                <a:gd name="connsiteY12" fmla="*/ 194332 h 276225"/>
                <a:gd name="connsiteX13" fmla="*/ 198167 w 338667"/>
                <a:gd name="connsiteY13" fmla="*/ 181194 h 276225"/>
                <a:gd name="connsiteX14" fmla="*/ 199478 w 338667"/>
                <a:gd name="connsiteY14" fmla="*/ 181194 h 276225"/>
                <a:gd name="connsiteX15" fmla="*/ 213895 w 338667"/>
                <a:gd name="connsiteY15" fmla="*/ 190391 h 276225"/>
                <a:gd name="connsiteX16" fmla="*/ 169334 w 338667"/>
                <a:gd name="connsiteY16" fmla="*/ 212725 h 276225"/>
                <a:gd name="connsiteX17" fmla="*/ 112977 w 338667"/>
                <a:gd name="connsiteY17" fmla="*/ 156232 h 276225"/>
                <a:gd name="connsiteX18" fmla="*/ 169334 w 338667"/>
                <a:gd name="connsiteY18" fmla="*/ 98425 h 276225"/>
                <a:gd name="connsiteX19" fmla="*/ 169740 w 338667"/>
                <a:gd name="connsiteY19" fmla="*/ 84137 h 276225"/>
                <a:gd name="connsiteX20" fmla="*/ 98689 w 338667"/>
                <a:gd name="connsiteY20" fmla="*/ 157031 h 276225"/>
                <a:gd name="connsiteX21" fmla="*/ 169740 w 338667"/>
                <a:gd name="connsiteY21" fmla="*/ 228600 h 276225"/>
                <a:gd name="connsiteX22" fmla="*/ 227634 w 338667"/>
                <a:gd name="connsiteY22" fmla="*/ 198117 h 276225"/>
                <a:gd name="connsiteX23" fmla="*/ 236845 w 338667"/>
                <a:gd name="connsiteY23" fmla="*/ 203418 h 276225"/>
                <a:gd name="connsiteX24" fmla="*/ 242108 w 338667"/>
                <a:gd name="connsiteY24" fmla="*/ 199442 h 276225"/>
                <a:gd name="connsiteX25" fmla="*/ 239476 w 338667"/>
                <a:gd name="connsiteY25" fmla="*/ 190165 h 276225"/>
                <a:gd name="connsiteX26" fmla="*/ 234213 w 338667"/>
                <a:gd name="connsiteY26" fmla="*/ 186189 h 276225"/>
                <a:gd name="connsiteX27" fmla="*/ 240792 w 338667"/>
                <a:gd name="connsiteY27" fmla="*/ 157031 h 276225"/>
                <a:gd name="connsiteX28" fmla="*/ 169740 w 338667"/>
                <a:gd name="connsiteY28" fmla="*/ 84137 h 276225"/>
                <a:gd name="connsiteX29" fmla="*/ 280981 w 338667"/>
                <a:gd name="connsiteY29" fmla="*/ 82550 h 276225"/>
                <a:gd name="connsiteX30" fmla="*/ 333639 w 338667"/>
                <a:gd name="connsiteY30" fmla="*/ 82550 h 276225"/>
                <a:gd name="connsiteX31" fmla="*/ 331006 w 338667"/>
                <a:gd name="connsiteY31" fmla="*/ 92075 h 276225"/>
                <a:gd name="connsiteX32" fmla="*/ 279664 w 338667"/>
                <a:gd name="connsiteY32" fmla="*/ 92075 h 276225"/>
                <a:gd name="connsiteX33" fmla="*/ 280981 w 338667"/>
                <a:gd name="connsiteY33" fmla="*/ 82550 h 276225"/>
                <a:gd name="connsiteX34" fmla="*/ 5027 w 338667"/>
                <a:gd name="connsiteY34" fmla="*/ 82550 h 276225"/>
                <a:gd name="connsiteX35" fmla="*/ 57685 w 338667"/>
                <a:gd name="connsiteY35" fmla="*/ 82550 h 276225"/>
                <a:gd name="connsiteX36" fmla="*/ 59002 w 338667"/>
                <a:gd name="connsiteY36" fmla="*/ 92075 h 276225"/>
                <a:gd name="connsiteX37" fmla="*/ 7660 w 338667"/>
                <a:gd name="connsiteY37" fmla="*/ 92075 h 276225"/>
                <a:gd name="connsiteX38" fmla="*/ 5027 w 338667"/>
                <a:gd name="connsiteY38" fmla="*/ 82550 h 276225"/>
                <a:gd name="connsiteX39" fmla="*/ 106627 w 338667"/>
                <a:gd name="connsiteY39" fmla="*/ 47625 h 276225"/>
                <a:gd name="connsiteX40" fmla="*/ 128852 w 338667"/>
                <a:gd name="connsiteY40" fmla="*/ 47625 h 276225"/>
                <a:gd name="connsiteX41" fmla="*/ 128852 w 338667"/>
                <a:gd name="connsiteY41" fmla="*/ 66675 h 276225"/>
                <a:gd name="connsiteX42" fmla="*/ 209815 w 338667"/>
                <a:gd name="connsiteY42" fmla="*/ 66675 h 276225"/>
                <a:gd name="connsiteX43" fmla="*/ 209815 w 338667"/>
                <a:gd name="connsiteY43" fmla="*/ 47625 h 276225"/>
                <a:gd name="connsiteX44" fmla="*/ 232040 w 338667"/>
                <a:gd name="connsiteY44" fmla="*/ 47625 h 276225"/>
                <a:gd name="connsiteX45" fmla="*/ 232040 w 338667"/>
                <a:gd name="connsiteY45" fmla="*/ 66675 h 276225"/>
                <a:gd name="connsiteX46" fmla="*/ 254265 w 338667"/>
                <a:gd name="connsiteY46" fmla="*/ 66675 h 276225"/>
                <a:gd name="connsiteX47" fmla="*/ 295540 w 338667"/>
                <a:gd name="connsiteY47" fmla="*/ 238125 h 276225"/>
                <a:gd name="connsiteX48" fmla="*/ 43127 w 338667"/>
                <a:gd name="connsiteY48" fmla="*/ 238125 h 276225"/>
                <a:gd name="connsiteX49" fmla="*/ 84402 w 338667"/>
                <a:gd name="connsiteY49" fmla="*/ 66675 h 276225"/>
                <a:gd name="connsiteX50" fmla="*/ 106627 w 338667"/>
                <a:gd name="connsiteY50" fmla="*/ 66675 h 276225"/>
                <a:gd name="connsiteX51" fmla="*/ 169334 w 338667"/>
                <a:gd name="connsiteY51" fmla="*/ 0 h 276225"/>
                <a:gd name="connsiteX52" fmla="*/ 333376 w 338667"/>
                <a:gd name="connsiteY52" fmla="*/ 30193 h 276225"/>
                <a:gd name="connsiteX53" fmla="*/ 337344 w 338667"/>
                <a:gd name="connsiteY53" fmla="*/ 68263 h 276225"/>
                <a:gd name="connsiteX54" fmla="*/ 281782 w 338667"/>
                <a:gd name="connsiteY54" fmla="*/ 68263 h 276225"/>
                <a:gd name="connsiteX55" fmla="*/ 275167 w 338667"/>
                <a:gd name="connsiteY55" fmla="*/ 45946 h 276225"/>
                <a:gd name="connsiteX56" fmla="*/ 169334 w 338667"/>
                <a:gd name="connsiteY56" fmla="*/ 19691 h 276225"/>
                <a:gd name="connsiteX57" fmla="*/ 63500 w 338667"/>
                <a:gd name="connsiteY57" fmla="*/ 45946 h 276225"/>
                <a:gd name="connsiteX58" fmla="*/ 56885 w 338667"/>
                <a:gd name="connsiteY58" fmla="*/ 68263 h 276225"/>
                <a:gd name="connsiteX59" fmla="*/ 1323 w 338667"/>
                <a:gd name="connsiteY59" fmla="*/ 68263 h 276225"/>
                <a:gd name="connsiteX60" fmla="*/ 5291 w 338667"/>
                <a:gd name="connsiteY60" fmla="*/ 30193 h 276225"/>
                <a:gd name="connsiteX61" fmla="*/ 169334 w 338667"/>
                <a:gd name="connsiteY61"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8667" h="276225">
                  <a:moveTo>
                    <a:pt x="39952" y="252412"/>
                  </a:moveTo>
                  <a:lnTo>
                    <a:pt x="297127" y="252412"/>
                  </a:lnTo>
                  <a:lnTo>
                    <a:pt x="297127" y="276225"/>
                  </a:lnTo>
                  <a:lnTo>
                    <a:pt x="39952" y="276225"/>
                  </a:lnTo>
                  <a:close/>
                  <a:moveTo>
                    <a:pt x="169334" y="98425"/>
                  </a:moveTo>
                  <a:cubicBezTo>
                    <a:pt x="200788" y="98425"/>
                    <a:pt x="225690" y="124701"/>
                    <a:pt x="225690" y="154918"/>
                  </a:cubicBezTo>
                  <a:cubicBezTo>
                    <a:pt x="225690" y="162801"/>
                    <a:pt x="224380" y="170684"/>
                    <a:pt x="221758" y="177253"/>
                  </a:cubicBezTo>
                  <a:cubicBezTo>
                    <a:pt x="221758" y="177253"/>
                    <a:pt x="221758" y="177253"/>
                    <a:pt x="206031" y="169370"/>
                  </a:cubicBezTo>
                  <a:cubicBezTo>
                    <a:pt x="206031" y="169370"/>
                    <a:pt x="206031" y="168056"/>
                    <a:pt x="206031" y="168056"/>
                  </a:cubicBezTo>
                  <a:cubicBezTo>
                    <a:pt x="207342" y="164115"/>
                    <a:pt x="208652" y="160173"/>
                    <a:pt x="208652" y="154918"/>
                  </a:cubicBezTo>
                  <a:cubicBezTo>
                    <a:pt x="208652" y="133897"/>
                    <a:pt x="190303" y="116818"/>
                    <a:pt x="169334" y="116818"/>
                  </a:cubicBezTo>
                  <a:cubicBezTo>
                    <a:pt x="148364" y="116818"/>
                    <a:pt x="130015" y="133897"/>
                    <a:pt x="130015" y="154918"/>
                  </a:cubicBezTo>
                  <a:cubicBezTo>
                    <a:pt x="130015" y="177253"/>
                    <a:pt x="148364" y="194332"/>
                    <a:pt x="169334" y="194332"/>
                  </a:cubicBezTo>
                  <a:cubicBezTo>
                    <a:pt x="181129" y="194332"/>
                    <a:pt x="191614" y="189077"/>
                    <a:pt x="198167" y="181194"/>
                  </a:cubicBezTo>
                  <a:cubicBezTo>
                    <a:pt x="199478" y="181194"/>
                    <a:pt x="199478" y="181194"/>
                    <a:pt x="199478" y="181194"/>
                  </a:cubicBezTo>
                  <a:cubicBezTo>
                    <a:pt x="199478" y="181194"/>
                    <a:pt x="199478" y="181194"/>
                    <a:pt x="213895" y="190391"/>
                  </a:cubicBezTo>
                  <a:cubicBezTo>
                    <a:pt x="203410" y="203528"/>
                    <a:pt x="187682" y="212725"/>
                    <a:pt x="169334" y="212725"/>
                  </a:cubicBezTo>
                  <a:cubicBezTo>
                    <a:pt x="137879" y="212725"/>
                    <a:pt x="112977" y="186449"/>
                    <a:pt x="112977" y="156232"/>
                  </a:cubicBezTo>
                  <a:cubicBezTo>
                    <a:pt x="112977" y="124701"/>
                    <a:pt x="137879" y="98425"/>
                    <a:pt x="169334" y="98425"/>
                  </a:cubicBezTo>
                  <a:close/>
                  <a:moveTo>
                    <a:pt x="169740" y="84137"/>
                  </a:moveTo>
                  <a:cubicBezTo>
                    <a:pt x="130268" y="84137"/>
                    <a:pt x="98689" y="117271"/>
                    <a:pt x="98689" y="157031"/>
                  </a:cubicBezTo>
                  <a:cubicBezTo>
                    <a:pt x="98689" y="195466"/>
                    <a:pt x="130268" y="228600"/>
                    <a:pt x="169740" y="228600"/>
                  </a:cubicBezTo>
                  <a:cubicBezTo>
                    <a:pt x="193424" y="228600"/>
                    <a:pt x="214477" y="216672"/>
                    <a:pt x="227634" y="198117"/>
                  </a:cubicBezTo>
                  <a:cubicBezTo>
                    <a:pt x="227634" y="198117"/>
                    <a:pt x="232897" y="203418"/>
                    <a:pt x="236845" y="203418"/>
                  </a:cubicBezTo>
                  <a:cubicBezTo>
                    <a:pt x="238160" y="203418"/>
                    <a:pt x="240792" y="200768"/>
                    <a:pt x="242108" y="199442"/>
                  </a:cubicBezTo>
                  <a:cubicBezTo>
                    <a:pt x="244739" y="195466"/>
                    <a:pt x="243423" y="191490"/>
                    <a:pt x="239476" y="190165"/>
                  </a:cubicBezTo>
                  <a:cubicBezTo>
                    <a:pt x="239476" y="190165"/>
                    <a:pt x="239476" y="190165"/>
                    <a:pt x="234213" y="186189"/>
                  </a:cubicBezTo>
                  <a:cubicBezTo>
                    <a:pt x="238160" y="176911"/>
                    <a:pt x="240792" y="167634"/>
                    <a:pt x="240792" y="157031"/>
                  </a:cubicBezTo>
                  <a:cubicBezTo>
                    <a:pt x="240792" y="117271"/>
                    <a:pt x="209213" y="84137"/>
                    <a:pt x="169740" y="84137"/>
                  </a:cubicBezTo>
                  <a:close/>
                  <a:moveTo>
                    <a:pt x="280981" y="82550"/>
                  </a:moveTo>
                  <a:cubicBezTo>
                    <a:pt x="333639" y="82550"/>
                    <a:pt x="333639" y="82550"/>
                    <a:pt x="333639" y="82550"/>
                  </a:cubicBezTo>
                  <a:cubicBezTo>
                    <a:pt x="332323" y="87313"/>
                    <a:pt x="332323" y="89694"/>
                    <a:pt x="331006" y="92075"/>
                  </a:cubicBezTo>
                  <a:cubicBezTo>
                    <a:pt x="279664" y="92075"/>
                    <a:pt x="279664" y="92075"/>
                    <a:pt x="279664" y="92075"/>
                  </a:cubicBezTo>
                  <a:cubicBezTo>
                    <a:pt x="279664" y="89694"/>
                    <a:pt x="279664" y="86122"/>
                    <a:pt x="280981" y="82550"/>
                  </a:cubicBezTo>
                  <a:close/>
                  <a:moveTo>
                    <a:pt x="5027" y="82550"/>
                  </a:moveTo>
                  <a:cubicBezTo>
                    <a:pt x="5027" y="82550"/>
                    <a:pt x="5027" y="82550"/>
                    <a:pt x="57685" y="82550"/>
                  </a:cubicBezTo>
                  <a:cubicBezTo>
                    <a:pt x="59002" y="86122"/>
                    <a:pt x="59002" y="89694"/>
                    <a:pt x="59002" y="92075"/>
                  </a:cubicBezTo>
                  <a:cubicBezTo>
                    <a:pt x="59002" y="92075"/>
                    <a:pt x="59002" y="92075"/>
                    <a:pt x="7660" y="92075"/>
                  </a:cubicBezTo>
                  <a:cubicBezTo>
                    <a:pt x="6343" y="89694"/>
                    <a:pt x="6343" y="87313"/>
                    <a:pt x="5027" y="82550"/>
                  </a:cubicBezTo>
                  <a:close/>
                  <a:moveTo>
                    <a:pt x="106627" y="47625"/>
                  </a:moveTo>
                  <a:lnTo>
                    <a:pt x="128852" y="47625"/>
                  </a:lnTo>
                  <a:lnTo>
                    <a:pt x="128852" y="66675"/>
                  </a:lnTo>
                  <a:lnTo>
                    <a:pt x="209815" y="66675"/>
                  </a:lnTo>
                  <a:lnTo>
                    <a:pt x="209815" y="47625"/>
                  </a:lnTo>
                  <a:lnTo>
                    <a:pt x="232040" y="47625"/>
                  </a:lnTo>
                  <a:lnTo>
                    <a:pt x="232040" y="66675"/>
                  </a:lnTo>
                  <a:lnTo>
                    <a:pt x="254265" y="66675"/>
                  </a:lnTo>
                  <a:lnTo>
                    <a:pt x="295540" y="238125"/>
                  </a:lnTo>
                  <a:lnTo>
                    <a:pt x="43127" y="238125"/>
                  </a:lnTo>
                  <a:lnTo>
                    <a:pt x="84402" y="66675"/>
                  </a:lnTo>
                  <a:lnTo>
                    <a:pt x="106627" y="66675"/>
                  </a:lnTo>
                  <a:close/>
                  <a:moveTo>
                    <a:pt x="169334" y="0"/>
                  </a:moveTo>
                  <a:cubicBezTo>
                    <a:pt x="244740" y="0"/>
                    <a:pt x="309563" y="11815"/>
                    <a:pt x="333376" y="30193"/>
                  </a:cubicBezTo>
                  <a:cubicBezTo>
                    <a:pt x="338667" y="34132"/>
                    <a:pt x="339990" y="48572"/>
                    <a:pt x="337344" y="68263"/>
                  </a:cubicBezTo>
                  <a:cubicBezTo>
                    <a:pt x="281782" y="68263"/>
                    <a:pt x="281782" y="68263"/>
                    <a:pt x="281782" y="68263"/>
                  </a:cubicBezTo>
                  <a:cubicBezTo>
                    <a:pt x="281782" y="57761"/>
                    <a:pt x="279136" y="49884"/>
                    <a:pt x="275167" y="45946"/>
                  </a:cubicBezTo>
                  <a:cubicBezTo>
                    <a:pt x="256646" y="26255"/>
                    <a:pt x="207698" y="19691"/>
                    <a:pt x="169334" y="19691"/>
                  </a:cubicBezTo>
                  <a:cubicBezTo>
                    <a:pt x="130969" y="19691"/>
                    <a:pt x="82021" y="26255"/>
                    <a:pt x="63500" y="45946"/>
                  </a:cubicBezTo>
                  <a:cubicBezTo>
                    <a:pt x="59531" y="49884"/>
                    <a:pt x="56885" y="57761"/>
                    <a:pt x="56885" y="68263"/>
                  </a:cubicBezTo>
                  <a:cubicBezTo>
                    <a:pt x="1323" y="68263"/>
                    <a:pt x="1323" y="68263"/>
                    <a:pt x="1323" y="68263"/>
                  </a:cubicBezTo>
                  <a:cubicBezTo>
                    <a:pt x="-1323" y="48572"/>
                    <a:pt x="0" y="35444"/>
                    <a:pt x="5291" y="30193"/>
                  </a:cubicBezTo>
                  <a:cubicBezTo>
                    <a:pt x="29104" y="11815"/>
                    <a:pt x="93927" y="0"/>
                    <a:pt x="169334" y="0"/>
                  </a:cubicBezTo>
                  <a:close/>
                </a:path>
              </a:pathLst>
            </a:custGeom>
            <a:solidFill>
              <a:srgbClr val="005DA2"/>
            </a:solidFill>
            <a:ln w="19050">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66" name="组合 65">
              <a:extLst>
                <a:ext uri="{FF2B5EF4-FFF2-40B4-BE49-F238E27FC236}">
                  <a16:creationId xmlns:a16="http://schemas.microsoft.com/office/drawing/2014/main" id="{E8FB3DC9-D73C-4C3B-BB0E-671B920A11B2}"/>
                </a:ext>
              </a:extLst>
            </p:cNvPr>
            <p:cNvGrpSpPr/>
            <p:nvPr/>
          </p:nvGrpSpPr>
          <p:grpSpPr>
            <a:xfrm>
              <a:off x="5591232" y="2832613"/>
              <a:ext cx="3155350" cy="743926"/>
              <a:chOff x="7505490" y="2041661"/>
              <a:chExt cx="4207134" cy="991902"/>
            </a:xfrm>
          </p:grpSpPr>
          <p:sp>
            <p:nvSpPr>
              <p:cNvPr id="67" name="文本框 25">
                <a:extLst>
                  <a:ext uri="{FF2B5EF4-FFF2-40B4-BE49-F238E27FC236}">
                    <a16:creationId xmlns:a16="http://schemas.microsoft.com/office/drawing/2014/main" id="{86A60CC0-8BE0-4284-AC0B-72151ED57DFB}"/>
                  </a:ext>
                </a:extLst>
              </p:cNvPr>
              <p:cNvSpPr txBox="1"/>
              <p:nvPr/>
            </p:nvSpPr>
            <p:spPr>
              <a:xfrm>
                <a:off x="7505490" y="2041661"/>
                <a:ext cx="4207134" cy="422405"/>
              </a:xfrm>
              <a:prstGeom prst="rect">
                <a:avLst/>
              </a:prstGeom>
              <a:noFill/>
            </p:spPr>
            <p:txBody>
              <a:bodyPr wrap="none" lIns="95988" tIns="95988" rIns="95988" bIns="95988" anchor="b" anchorCtr="0">
                <a:normAutofit fontScale="70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399"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标题文本预设</a:t>
                </a:r>
              </a:p>
            </p:txBody>
          </p:sp>
          <p:sp>
            <p:nvSpPr>
              <p:cNvPr id="68" name="文本框 26">
                <a:extLst>
                  <a:ext uri="{FF2B5EF4-FFF2-40B4-BE49-F238E27FC236}">
                    <a16:creationId xmlns:a16="http://schemas.microsoft.com/office/drawing/2014/main" id="{D9C6DF53-7D65-4807-94AC-6B4C3408D846}"/>
                  </a:ext>
                </a:extLst>
              </p:cNvPr>
              <p:cNvSpPr txBox="1"/>
              <p:nvPr/>
            </p:nvSpPr>
            <p:spPr>
              <a:xfrm>
                <a:off x="7505490" y="2464066"/>
                <a:ext cx="4207134" cy="569497"/>
              </a:xfrm>
              <a:prstGeom prst="rect">
                <a:avLst/>
              </a:prstGeom>
              <a:noFill/>
            </p:spPr>
            <p:txBody>
              <a:bodyPr wrap="square" lIns="95988" tIns="95988" rIns="95988" bIns="95988" anchor="t" anchorCtr="0">
                <a:normAutofit fontScale="77500" lnSpcReduction="20000"/>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599"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此部分内容作为文字排版占位显示（建议使用主题字体）</a:t>
                </a:r>
                <a:br>
                  <a:rPr kumimoji="0" lang="zh-CN" altLang="en-US" sz="1599"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br>
                <a:r>
                  <a:rPr kumimoji="0" lang="zh-CN" altLang="en-US" sz="1599"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如需更改请在（设置形状格式）菜单下（文本选项）中调整</a:t>
                </a:r>
              </a:p>
            </p:txBody>
          </p:sp>
        </p:grpSp>
      </p:grpSp>
      <p:pic>
        <p:nvPicPr>
          <p:cNvPr id="32" name="图片 3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26020" y="80982"/>
            <a:ext cx="1024089" cy="1025799"/>
          </a:xfrm>
          <a:prstGeom prst="rect">
            <a:avLst/>
          </a:prstGeom>
        </p:spPr>
      </p:pic>
    </p:spTree>
    <p:extLst>
      <p:ext uri="{BB962C8B-B14F-4D97-AF65-F5344CB8AC3E}">
        <p14:creationId xmlns:p14="http://schemas.microsoft.com/office/powerpoint/2010/main" val="216149829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down)">
                                      <p:cBhvr>
                                        <p:cTn id="7" dur="580">
                                          <p:stCondLst>
                                            <p:cond delay="0"/>
                                          </p:stCondLst>
                                        </p:cTn>
                                        <p:tgtEl>
                                          <p:spTgt spid="62"/>
                                        </p:tgtEl>
                                      </p:cBhvr>
                                    </p:animEffect>
                                    <p:anim calcmode="lin" valueType="num">
                                      <p:cBhvr>
                                        <p:cTn id="8" dur="1822" tmFilter="0,0; 0.14,0.36; 0.43,0.73; 0.71,0.91; 1.0,1.0">
                                          <p:stCondLst>
                                            <p:cond delay="0"/>
                                          </p:stCondLst>
                                        </p:cTn>
                                        <p:tgtEl>
                                          <p:spTgt spid="6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2"/>
                                        </p:tgtEl>
                                        <p:attrNameLst>
                                          <p:attrName>ppt_y</p:attrName>
                                        </p:attrNameLst>
                                      </p:cBhvr>
                                      <p:tavLst>
                                        <p:tav tm="0" fmla="#ppt_y-sin(pi*$)/81">
                                          <p:val>
                                            <p:fltVal val="0"/>
                                          </p:val>
                                        </p:tav>
                                        <p:tav tm="100000">
                                          <p:val>
                                            <p:fltVal val="1"/>
                                          </p:val>
                                        </p:tav>
                                      </p:tavLst>
                                    </p:anim>
                                    <p:animScale>
                                      <p:cBhvr>
                                        <p:cTn id="13" dur="26">
                                          <p:stCondLst>
                                            <p:cond delay="650"/>
                                          </p:stCondLst>
                                        </p:cTn>
                                        <p:tgtEl>
                                          <p:spTgt spid="62"/>
                                        </p:tgtEl>
                                      </p:cBhvr>
                                      <p:to x="100000" y="60000"/>
                                    </p:animScale>
                                    <p:animScale>
                                      <p:cBhvr>
                                        <p:cTn id="14" dur="166" decel="50000">
                                          <p:stCondLst>
                                            <p:cond delay="676"/>
                                          </p:stCondLst>
                                        </p:cTn>
                                        <p:tgtEl>
                                          <p:spTgt spid="62"/>
                                        </p:tgtEl>
                                      </p:cBhvr>
                                      <p:to x="100000" y="100000"/>
                                    </p:animScale>
                                    <p:animScale>
                                      <p:cBhvr>
                                        <p:cTn id="15" dur="26">
                                          <p:stCondLst>
                                            <p:cond delay="1312"/>
                                          </p:stCondLst>
                                        </p:cTn>
                                        <p:tgtEl>
                                          <p:spTgt spid="62"/>
                                        </p:tgtEl>
                                      </p:cBhvr>
                                      <p:to x="100000" y="80000"/>
                                    </p:animScale>
                                    <p:animScale>
                                      <p:cBhvr>
                                        <p:cTn id="16" dur="166" decel="50000">
                                          <p:stCondLst>
                                            <p:cond delay="1338"/>
                                          </p:stCondLst>
                                        </p:cTn>
                                        <p:tgtEl>
                                          <p:spTgt spid="62"/>
                                        </p:tgtEl>
                                      </p:cBhvr>
                                      <p:to x="100000" y="100000"/>
                                    </p:animScale>
                                    <p:animScale>
                                      <p:cBhvr>
                                        <p:cTn id="17" dur="26">
                                          <p:stCondLst>
                                            <p:cond delay="1642"/>
                                          </p:stCondLst>
                                        </p:cTn>
                                        <p:tgtEl>
                                          <p:spTgt spid="62"/>
                                        </p:tgtEl>
                                      </p:cBhvr>
                                      <p:to x="100000" y="90000"/>
                                    </p:animScale>
                                    <p:animScale>
                                      <p:cBhvr>
                                        <p:cTn id="18" dur="166" decel="50000">
                                          <p:stCondLst>
                                            <p:cond delay="1668"/>
                                          </p:stCondLst>
                                        </p:cTn>
                                        <p:tgtEl>
                                          <p:spTgt spid="62"/>
                                        </p:tgtEl>
                                      </p:cBhvr>
                                      <p:to x="100000" y="100000"/>
                                    </p:animScale>
                                    <p:animScale>
                                      <p:cBhvr>
                                        <p:cTn id="19" dur="26">
                                          <p:stCondLst>
                                            <p:cond delay="1808"/>
                                          </p:stCondLst>
                                        </p:cTn>
                                        <p:tgtEl>
                                          <p:spTgt spid="62"/>
                                        </p:tgtEl>
                                      </p:cBhvr>
                                      <p:to x="100000" y="95000"/>
                                    </p:animScale>
                                    <p:animScale>
                                      <p:cBhvr>
                                        <p:cTn id="20" dur="166" decel="50000">
                                          <p:stCondLst>
                                            <p:cond delay="1834"/>
                                          </p:stCondLst>
                                        </p:cTn>
                                        <p:tgtEl>
                                          <p:spTgt spid="62"/>
                                        </p:tgtEl>
                                      </p:cBhvr>
                                      <p:to x="100000" y="100000"/>
                                    </p:animScale>
                                  </p:childTnLst>
                                </p:cTn>
                              </p:par>
                            </p:childTnLst>
                          </p:cTn>
                        </p:par>
                        <p:par>
                          <p:cTn id="21" fill="hold">
                            <p:stCondLst>
                              <p:cond delay="2000"/>
                            </p:stCondLst>
                            <p:childTnLst>
                              <p:par>
                                <p:cTn id="22" presetID="26" presetClass="entr" presetSubtype="0" fill="hold" nodeType="afterEffect">
                                  <p:stCondLst>
                                    <p:cond delay="0"/>
                                  </p:stCondLst>
                                  <p:childTnLst>
                                    <p:set>
                                      <p:cBhvr>
                                        <p:cTn id="23" dur="1" fill="hold">
                                          <p:stCondLst>
                                            <p:cond delay="0"/>
                                          </p:stCondLst>
                                        </p:cTn>
                                        <p:tgtEl>
                                          <p:spTgt spid="55"/>
                                        </p:tgtEl>
                                        <p:attrNameLst>
                                          <p:attrName>style.visibility</p:attrName>
                                        </p:attrNameLst>
                                      </p:cBhvr>
                                      <p:to>
                                        <p:strVal val="visible"/>
                                      </p:to>
                                    </p:set>
                                    <p:animEffect transition="in" filter="wipe(down)">
                                      <p:cBhvr>
                                        <p:cTn id="24" dur="580">
                                          <p:stCondLst>
                                            <p:cond delay="0"/>
                                          </p:stCondLst>
                                        </p:cTn>
                                        <p:tgtEl>
                                          <p:spTgt spid="55"/>
                                        </p:tgtEl>
                                      </p:cBhvr>
                                    </p:animEffect>
                                    <p:anim calcmode="lin" valueType="num">
                                      <p:cBhvr>
                                        <p:cTn id="25" dur="1822" tmFilter="0,0; 0.14,0.36; 0.43,0.73; 0.71,0.91; 1.0,1.0">
                                          <p:stCondLst>
                                            <p:cond delay="0"/>
                                          </p:stCondLst>
                                        </p:cTn>
                                        <p:tgtEl>
                                          <p:spTgt spid="55"/>
                                        </p:tgtEl>
                                        <p:attrNameLst>
                                          <p:attrName>ppt_x</p:attrName>
                                        </p:attrNameLst>
                                      </p:cBhvr>
                                      <p:tavLst>
                                        <p:tav tm="0">
                                          <p:val>
                                            <p:strVal val="#ppt_x-0.25"/>
                                          </p:val>
                                        </p:tav>
                                        <p:tav tm="100000">
                                          <p:val>
                                            <p:strVal val="#ppt_x"/>
                                          </p:val>
                                        </p:tav>
                                      </p:tavLst>
                                    </p:anim>
                                    <p:anim calcmode="lin" valueType="num">
                                      <p:cBhvr>
                                        <p:cTn id="26" dur="664" tmFilter="0.0,0.0; 0.25,0.07; 0.50,0.2; 0.75,0.467; 1.0,1.0">
                                          <p:stCondLst>
                                            <p:cond delay="0"/>
                                          </p:stCondLst>
                                        </p:cTn>
                                        <p:tgtEl>
                                          <p:spTgt spid="55"/>
                                        </p:tgtEl>
                                        <p:attrNameLst>
                                          <p:attrName>ppt_y</p:attrName>
                                        </p:attrNameLst>
                                      </p:cBhvr>
                                      <p:tavLst>
                                        <p:tav tm="0" fmla="#ppt_y-sin(pi*$)/3">
                                          <p:val>
                                            <p:fltVal val="0.5"/>
                                          </p:val>
                                        </p:tav>
                                        <p:tav tm="100000">
                                          <p:val>
                                            <p:fltVal val="1"/>
                                          </p:val>
                                        </p:tav>
                                      </p:tavLst>
                                    </p:anim>
                                    <p:anim calcmode="lin" valueType="num">
                                      <p:cBhvr>
                                        <p:cTn id="27" dur="664" tmFilter="0, 0; 0.125,0.2665; 0.25,0.4; 0.375,0.465; 0.5,0.5;  0.625,0.535; 0.75,0.6; 0.875,0.7335; 1,1">
                                          <p:stCondLst>
                                            <p:cond delay="664"/>
                                          </p:stCondLst>
                                        </p:cTn>
                                        <p:tgtEl>
                                          <p:spTgt spid="55"/>
                                        </p:tgtEl>
                                        <p:attrNameLst>
                                          <p:attrName>ppt_y</p:attrName>
                                        </p:attrNameLst>
                                      </p:cBhvr>
                                      <p:tavLst>
                                        <p:tav tm="0" fmla="#ppt_y-sin(pi*$)/9">
                                          <p:val>
                                            <p:fltVal val="0"/>
                                          </p:val>
                                        </p:tav>
                                        <p:tav tm="100000">
                                          <p:val>
                                            <p:fltVal val="1"/>
                                          </p:val>
                                        </p:tav>
                                      </p:tavLst>
                                    </p:anim>
                                    <p:anim calcmode="lin" valueType="num">
                                      <p:cBhvr>
                                        <p:cTn id="28" dur="332" tmFilter="0, 0; 0.125,0.2665; 0.25,0.4; 0.375,0.465; 0.5,0.5;  0.625,0.535; 0.75,0.6; 0.875,0.7335; 1,1">
                                          <p:stCondLst>
                                            <p:cond delay="1324"/>
                                          </p:stCondLst>
                                        </p:cTn>
                                        <p:tgtEl>
                                          <p:spTgt spid="55"/>
                                        </p:tgtEl>
                                        <p:attrNameLst>
                                          <p:attrName>ppt_y</p:attrName>
                                        </p:attrNameLst>
                                      </p:cBhvr>
                                      <p:tavLst>
                                        <p:tav tm="0" fmla="#ppt_y-sin(pi*$)/27">
                                          <p:val>
                                            <p:fltVal val="0"/>
                                          </p:val>
                                        </p:tav>
                                        <p:tav tm="100000">
                                          <p:val>
                                            <p:fltVal val="1"/>
                                          </p:val>
                                        </p:tav>
                                      </p:tavLst>
                                    </p:anim>
                                    <p:anim calcmode="lin" valueType="num">
                                      <p:cBhvr>
                                        <p:cTn id="29" dur="164" tmFilter="0, 0; 0.125,0.2665; 0.25,0.4; 0.375,0.465; 0.5,0.5;  0.625,0.535; 0.75,0.6; 0.875,0.7335; 1,1">
                                          <p:stCondLst>
                                            <p:cond delay="1656"/>
                                          </p:stCondLst>
                                        </p:cTn>
                                        <p:tgtEl>
                                          <p:spTgt spid="55"/>
                                        </p:tgtEl>
                                        <p:attrNameLst>
                                          <p:attrName>ppt_y</p:attrName>
                                        </p:attrNameLst>
                                      </p:cBhvr>
                                      <p:tavLst>
                                        <p:tav tm="0" fmla="#ppt_y-sin(pi*$)/81">
                                          <p:val>
                                            <p:fltVal val="0"/>
                                          </p:val>
                                        </p:tav>
                                        <p:tav tm="100000">
                                          <p:val>
                                            <p:fltVal val="1"/>
                                          </p:val>
                                        </p:tav>
                                      </p:tavLst>
                                    </p:anim>
                                    <p:animScale>
                                      <p:cBhvr>
                                        <p:cTn id="30" dur="26">
                                          <p:stCondLst>
                                            <p:cond delay="650"/>
                                          </p:stCondLst>
                                        </p:cTn>
                                        <p:tgtEl>
                                          <p:spTgt spid="55"/>
                                        </p:tgtEl>
                                      </p:cBhvr>
                                      <p:to x="100000" y="60000"/>
                                    </p:animScale>
                                    <p:animScale>
                                      <p:cBhvr>
                                        <p:cTn id="31" dur="166" decel="50000">
                                          <p:stCondLst>
                                            <p:cond delay="676"/>
                                          </p:stCondLst>
                                        </p:cTn>
                                        <p:tgtEl>
                                          <p:spTgt spid="55"/>
                                        </p:tgtEl>
                                      </p:cBhvr>
                                      <p:to x="100000" y="100000"/>
                                    </p:animScale>
                                    <p:animScale>
                                      <p:cBhvr>
                                        <p:cTn id="32" dur="26">
                                          <p:stCondLst>
                                            <p:cond delay="1312"/>
                                          </p:stCondLst>
                                        </p:cTn>
                                        <p:tgtEl>
                                          <p:spTgt spid="55"/>
                                        </p:tgtEl>
                                      </p:cBhvr>
                                      <p:to x="100000" y="80000"/>
                                    </p:animScale>
                                    <p:animScale>
                                      <p:cBhvr>
                                        <p:cTn id="33" dur="166" decel="50000">
                                          <p:stCondLst>
                                            <p:cond delay="1338"/>
                                          </p:stCondLst>
                                        </p:cTn>
                                        <p:tgtEl>
                                          <p:spTgt spid="55"/>
                                        </p:tgtEl>
                                      </p:cBhvr>
                                      <p:to x="100000" y="100000"/>
                                    </p:animScale>
                                    <p:animScale>
                                      <p:cBhvr>
                                        <p:cTn id="34" dur="26">
                                          <p:stCondLst>
                                            <p:cond delay="1642"/>
                                          </p:stCondLst>
                                        </p:cTn>
                                        <p:tgtEl>
                                          <p:spTgt spid="55"/>
                                        </p:tgtEl>
                                      </p:cBhvr>
                                      <p:to x="100000" y="90000"/>
                                    </p:animScale>
                                    <p:animScale>
                                      <p:cBhvr>
                                        <p:cTn id="35" dur="166" decel="50000">
                                          <p:stCondLst>
                                            <p:cond delay="1668"/>
                                          </p:stCondLst>
                                        </p:cTn>
                                        <p:tgtEl>
                                          <p:spTgt spid="55"/>
                                        </p:tgtEl>
                                      </p:cBhvr>
                                      <p:to x="100000" y="100000"/>
                                    </p:animScale>
                                    <p:animScale>
                                      <p:cBhvr>
                                        <p:cTn id="36" dur="26">
                                          <p:stCondLst>
                                            <p:cond delay="1808"/>
                                          </p:stCondLst>
                                        </p:cTn>
                                        <p:tgtEl>
                                          <p:spTgt spid="55"/>
                                        </p:tgtEl>
                                      </p:cBhvr>
                                      <p:to x="100000" y="95000"/>
                                    </p:animScale>
                                    <p:animScale>
                                      <p:cBhvr>
                                        <p:cTn id="37" dur="166" decel="50000">
                                          <p:stCondLst>
                                            <p:cond delay="1834"/>
                                          </p:stCondLst>
                                        </p:cTn>
                                        <p:tgtEl>
                                          <p:spTgt spid="55"/>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0E42871-69DA-4227-B6CE-DF5783E6D413}"/>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01</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矩形 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56BC6C-975E-4405-A721-9AFA1CAA5118}"/>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400" dirty="0">
                <a:solidFill>
                  <a:srgbClr val="005DA2"/>
                </a:solidFill>
                <a:latin typeface="华康俪金黑W8" panose="020B0809000000000000" pitchFamily="49" charset="-122"/>
                <a:ea typeface="华康俪金黑W8" panose="020B0809000000000000" pitchFamily="49" charset="-122"/>
                <a:cs typeface="Meiryo UI" panose="020B0604030504040204" pitchFamily="34" charset="-128"/>
              </a:rPr>
              <a:t>国内外相关研究综述</a:t>
            </a:r>
          </a:p>
        </p:txBody>
      </p:sp>
      <p:sp>
        <p:nvSpPr>
          <p:cNvPr id="4" name="矩形 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3012AB-398A-41EC-9CC6-A69E9F0A7F00}"/>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B705A76F-B266-4739-A3C0-8F309074E624}"/>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6" name="矩形 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1991A60-A9C6-460C-BE73-8E23B2D6E1D6}"/>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7" name="矩形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CBFAFB4-B46D-4E03-97BA-341007B23766}"/>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8" name="矩形 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F50C0531-6F9D-4AC2-B638-21B981C6B199}"/>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9" name="矩形 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57760D9-8A82-47D7-BD45-13CD90090CC0}"/>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 name="矩形 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A2B768-65E0-4051-B5D0-FD15AB410771}"/>
              </a:ext>
            </a:extLst>
          </p:cNvPr>
          <p:cNvSpPr/>
          <p:nvPr/>
        </p:nvSpPr>
        <p:spPr>
          <a:xfrm>
            <a:off x="525343" y="976530"/>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91" name="组合 90">
            <a:extLst>
              <a:ext uri="{FF2B5EF4-FFF2-40B4-BE49-F238E27FC236}">
                <a16:creationId xmlns:a16="http://schemas.microsoft.com/office/drawing/2014/main" id="{3F581D47-ECB4-4CE0-A384-8E2208CD9C58}"/>
              </a:ext>
            </a:extLst>
          </p:cNvPr>
          <p:cNvGrpSpPr/>
          <p:nvPr/>
        </p:nvGrpSpPr>
        <p:grpSpPr>
          <a:xfrm>
            <a:off x="3467020" y="1670739"/>
            <a:ext cx="2814701" cy="3068158"/>
            <a:chOff x="2599997" y="1252875"/>
            <a:chExt cx="2111311" cy="2301428"/>
          </a:xfrm>
        </p:grpSpPr>
        <p:sp>
          <p:nvSpPr>
            <p:cNvPr id="92" name="TextBox 1">
              <a:extLst>
                <a:ext uri="{FF2B5EF4-FFF2-40B4-BE49-F238E27FC236}">
                  <a16:creationId xmlns:a16="http://schemas.microsoft.com/office/drawing/2014/main" id="{FE0ED446-5BE9-41ED-A8B7-B239785CF0C0}"/>
                </a:ext>
              </a:extLst>
            </p:cNvPr>
            <p:cNvSpPr txBox="1">
              <a:spLocks/>
            </p:cNvSpPr>
            <p:nvPr/>
          </p:nvSpPr>
          <p:spPr>
            <a:xfrm>
              <a:off x="2599997" y="1252875"/>
              <a:ext cx="1962232" cy="306559"/>
            </a:xfrm>
            <a:prstGeom prst="rect">
              <a:avLst/>
            </a:prstGeom>
            <a:ln w="12700">
              <a:miter lim="400000"/>
            </a:ln>
          </p:spPr>
          <p:txBody>
            <a:bodyPr lIns="0" tIns="0" rIns="0" bIns="0">
              <a:normAutofit/>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id-ID" sz="2399"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step 2</a:t>
              </a:r>
            </a:p>
          </p:txBody>
        </p:sp>
        <p:sp>
          <p:nvSpPr>
            <p:cNvPr id="93" name="TextBox 2">
              <a:extLst>
                <a:ext uri="{FF2B5EF4-FFF2-40B4-BE49-F238E27FC236}">
                  <a16:creationId xmlns:a16="http://schemas.microsoft.com/office/drawing/2014/main" id="{8BC73226-BE74-49AA-9359-90BB5A10D91C}"/>
                </a:ext>
              </a:extLst>
            </p:cNvPr>
            <p:cNvSpPr txBox="1">
              <a:spLocks/>
            </p:cNvSpPr>
            <p:nvPr/>
          </p:nvSpPr>
          <p:spPr>
            <a:xfrm>
              <a:off x="2716603" y="1614436"/>
              <a:ext cx="1994705" cy="393642"/>
            </a:xfrm>
            <a:prstGeom prst="rect">
              <a:avLst/>
            </a:prstGeom>
            <a:ln w="12700">
              <a:miter lim="400000"/>
            </a:ln>
          </p:spPr>
          <p:txBody>
            <a:bodyPr wrap="square" lIns="0" tIns="0" rIns="0" bIns="0">
              <a:normAutofit fontScale="55000" lnSpcReduction="20000"/>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2399"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2399"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2399"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94" name="Oval 11">
              <a:extLst>
                <a:ext uri="{FF2B5EF4-FFF2-40B4-BE49-F238E27FC236}">
                  <a16:creationId xmlns:a16="http://schemas.microsoft.com/office/drawing/2014/main" id="{797AD670-B653-4EE2-8305-430FE5006845}"/>
                </a:ext>
              </a:extLst>
            </p:cNvPr>
            <p:cNvSpPr/>
            <p:nvPr/>
          </p:nvSpPr>
          <p:spPr>
            <a:xfrm rot="10800000" flipH="1">
              <a:off x="2935506" y="2147022"/>
              <a:ext cx="1407281" cy="1407281"/>
            </a:xfrm>
            <a:prstGeom prst="ellipse">
              <a:avLst/>
            </a:prstGeom>
            <a:solidFill>
              <a:srgbClr val="E6E7EA"/>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5" name="Freeform: Shape 12">
              <a:extLst>
                <a:ext uri="{FF2B5EF4-FFF2-40B4-BE49-F238E27FC236}">
                  <a16:creationId xmlns:a16="http://schemas.microsoft.com/office/drawing/2014/main" id="{2329873E-5098-4E25-981A-53F00C990800}"/>
                </a:ext>
              </a:extLst>
            </p:cNvPr>
            <p:cNvSpPr/>
            <p:nvPr/>
          </p:nvSpPr>
          <p:spPr>
            <a:xfrm>
              <a:off x="2990643" y="2081308"/>
              <a:ext cx="1268364" cy="392516"/>
            </a:xfrm>
            <a:custGeom>
              <a:avLst/>
              <a:gdLst/>
              <a:ahLst/>
              <a:cxnLst>
                <a:cxn ang="0">
                  <a:pos x="wd2" y="hd2"/>
                </a:cxn>
                <a:cxn ang="5400000">
                  <a:pos x="wd2" y="hd2"/>
                </a:cxn>
                <a:cxn ang="10800000">
                  <a:pos x="wd2" y="hd2"/>
                </a:cxn>
                <a:cxn ang="16200000">
                  <a:pos x="wd2" y="hd2"/>
                </a:cxn>
              </a:cxnLst>
              <a:rect l="0" t="0" r="r" b="b"/>
              <a:pathLst>
                <a:path w="21600" h="17156" extrusionOk="0">
                  <a:moveTo>
                    <a:pt x="0" y="15834"/>
                  </a:moveTo>
                  <a:cubicBezTo>
                    <a:pt x="3445" y="817"/>
                    <a:pt x="11156" y="-4444"/>
                    <a:pt x="17223" y="4084"/>
                  </a:cubicBezTo>
                  <a:cubicBezTo>
                    <a:pt x="18678" y="6130"/>
                    <a:pt x="19955" y="8872"/>
                    <a:pt x="20978" y="12149"/>
                  </a:cubicBezTo>
                  <a:lnTo>
                    <a:pt x="21600" y="11275"/>
                  </a:lnTo>
                  <a:lnTo>
                    <a:pt x="21499" y="16495"/>
                  </a:lnTo>
                  <a:lnTo>
                    <a:pt x="19406" y="14359"/>
                  </a:lnTo>
                  <a:lnTo>
                    <a:pt x="20028" y="13486"/>
                  </a:lnTo>
                  <a:cubicBezTo>
                    <a:pt x="16058" y="1123"/>
                    <a:pt x="8792" y="-935"/>
                    <a:pt x="3798" y="8891"/>
                  </a:cubicBezTo>
                  <a:cubicBezTo>
                    <a:pt x="2640" y="11168"/>
                    <a:pt x="1670" y="13974"/>
                    <a:pt x="940" y="17156"/>
                  </a:cubicBezTo>
                  <a:close/>
                </a:path>
              </a:pathLst>
            </a:custGeom>
            <a:solidFill>
              <a:srgbClr val="005DA2"/>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96" name="Group 13">
              <a:extLst>
                <a:ext uri="{FF2B5EF4-FFF2-40B4-BE49-F238E27FC236}">
                  <a16:creationId xmlns:a16="http://schemas.microsoft.com/office/drawing/2014/main" id="{AB4B5D87-DFC2-4679-BB46-B1E8E195A320}"/>
                </a:ext>
              </a:extLst>
            </p:cNvPr>
            <p:cNvGrpSpPr/>
            <p:nvPr/>
          </p:nvGrpSpPr>
          <p:grpSpPr>
            <a:xfrm>
              <a:off x="3027991" y="2239507"/>
              <a:ext cx="1222314" cy="1222314"/>
              <a:chOff x="0" y="0"/>
              <a:chExt cx="3259500" cy="3259500"/>
            </a:xfrm>
          </p:grpSpPr>
          <p:sp>
            <p:nvSpPr>
              <p:cNvPr id="97" name="Oval 14">
                <a:extLst>
                  <a:ext uri="{FF2B5EF4-FFF2-40B4-BE49-F238E27FC236}">
                    <a16:creationId xmlns:a16="http://schemas.microsoft.com/office/drawing/2014/main" id="{8F3DCCDA-C359-461F-8D1F-FAD71618CD49}"/>
                  </a:ext>
                </a:extLst>
              </p:cNvPr>
              <p:cNvSpPr/>
              <p:nvPr/>
            </p:nvSpPr>
            <p:spPr>
              <a:xfrm rot="10800000" flipH="1">
                <a:off x="0" y="0"/>
                <a:ext cx="3259500" cy="3259500"/>
              </a:xfrm>
              <a:prstGeom prst="ellipse">
                <a:avLst/>
              </a:prstGeom>
              <a:solidFill>
                <a:srgbClr val="005DA2"/>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98" name="Group 15">
                <a:extLst>
                  <a:ext uri="{FF2B5EF4-FFF2-40B4-BE49-F238E27FC236}">
                    <a16:creationId xmlns:a16="http://schemas.microsoft.com/office/drawing/2014/main" id="{066C7D9F-3DB5-4686-86CD-770FAFDEC11D}"/>
                  </a:ext>
                </a:extLst>
              </p:cNvPr>
              <p:cNvGrpSpPr/>
              <p:nvPr/>
            </p:nvGrpSpPr>
            <p:grpSpPr>
              <a:xfrm>
                <a:off x="1103439" y="1088764"/>
                <a:ext cx="1052622" cy="1081972"/>
                <a:chOff x="-1" y="-1"/>
                <a:chExt cx="1052621" cy="1081970"/>
              </a:xfrm>
            </p:grpSpPr>
            <p:sp>
              <p:nvSpPr>
                <p:cNvPr id="99" name="Freeform: Shape 16">
                  <a:extLst>
                    <a:ext uri="{FF2B5EF4-FFF2-40B4-BE49-F238E27FC236}">
                      <a16:creationId xmlns:a16="http://schemas.microsoft.com/office/drawing/2014/main" id="{3554C762-0103-49CD-9A9D-F32EE1238AD4}"/>
                    </a:ext>
                  </a:extLst>
                </p:cNvPr>
                <p:cNvSpPr/>
                <p:nvPr/>
              </p:nvSpPr>
              <p:spPr>
                <a:xfrm>
                  <a:off x="-1" y="144251"/>
                  <a:ext cx="1052621" cy="937718"/>
                </a:xfrm>
                <a:custGeom>
                  <a:avLst/>
                  <a:gdLst/>
                  <a:ahLst/>
                  <a:cxnLst>
                    <a:cxn ang="0">
                      <a:pos x="wd2" y="hd2"/>
                    </a:cxn>
                    <a:cxn ang="5400000">
                      <a:pos x="wd2" y="hd2"/>
                    </a:cxn>
                    <a:cxn ang="10800000">
                      <a:pos x="wd2" y="hd2"/>
                    </a:cxn>
                    <a:cxn ang="16200000">
                      <a:pos x="wd2" y="hd2"/>
                    </a:cxn>
                  </a:cxnLst>
                  <a:rect l="0" t="0" r="r" b="b"/>
                  <a:pathLst>
                    <a:path w="21600" h="21600" extrusionOk="0">
                      <a:moveTo>
                        <a:pt x="19200" y="0"/>
                      </a:moveTo>
                      <a:lnTo>
                        <a:pt x="18120" y="0"/>
                      </a:lnTo>
                      <a:lnTo>
                        <a:pt x="18120" y="2700"/>
                      </a:lnTo>
                      <a:lnTo>
                        <a:pt x="14280" y="2700"/>
                      </a:lnTo>
                      <a:lnTo>
                        <a:pt x="14280" y="0"/>
                      </a:lnTo>
                      <a:lnTo>
                        <a:pt x="7320" y="0"/>
                      </a:lnTo>
                      <a:lnTo>
                        <a:pt x="7320" y="2700"/>
                      </a:lnTo>
                      <a:lnTo>
                        <a:pt x="3480" y="2700"/>
                      </a:lnTo>
                      <a:lnTo>
                        <a:pt x="3480" y="0"/>
                      </a:lnTo>
                      <a:lnTo>
                        <a:pt x="2400" y="0"/>
                      </a:lnTo>
                      <a:cubicBezTo>
                        <a:pt x="1079" y="0"/>
                        <a:pt x="0" y="1214"/>
                        <a:pt x="0" y="2700"/>
                      </a:cubicBezTo>
                      <a:lnTo>
                        <a:pt x="0" y="18900"/>
                      </a:lnTo>
                      <a:cubicBezTo>
                        <a:pt x="0" y="20386"/>
                        <a:pt x="1079" y="21600"/>
                        <a:pt x="2400" y="21600"/>
                      </a:cubicBezTo>
                      <a:lnTo>
                        <a:pt x="19200" y="21600"/>
                      </a:lnTo>
                      <a:cubicBezTo>
                        <a:pt x="20521" y="21600"/>
                        <a:pt x="21600" y="20386"/>
                        <a:pt x="21600" y="18900"/>
                      </a:cubicBezTo>
                      <a:lnTo>
                        <a:pt x="21600" y="2700"/>
                      </a:lnTo>
                      <a:cubicBezTo>
                        <a:pt x="21600" y="1214"/>
                        <a:pt x="20521" y="0"/>
                        <a:pt x="19200" y="0"/>
                      </a:cubicBezTo>
                      <a:close/>
                    </a:path>
                  </a:pathLst>
                </a:custGeom>
                <a:solidFill>
                  <a:srgbClr val="FFFFFF"/>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0" name="Freeform: Shape 17">
                  <a:extLst>
                    <a:ext uri="{FF2B5EF4-FFF2-40B4-BE49-F238E27FC236}">
                      <a16:creationId xmlns:a16="http://schemas.microsoft.com/office/drawing/2014/main" id="{9842505D-6429-4105-9E8A-A131CB770B03}"/>
                    </a:ext>
                  </a:extLst>
                </p:cNvPr>
                <p:cNvSpPr/>
                <p:nvPr/>
              </p:nvSpPr>
              <p:spPr>
                <a:xfrm>
                  <a:off x="216319" y="-1"/>
                  <a:ext cx="608143" cy="19884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8694" y="0"/>
                      </a:lnTo>
                      <a:lnTo>
                        <a:pt x="18694" y="21600"/>
                      </a:lnTo>
                      <a:lnTo>
                        <a:pt x="21600" y="21600"/>
                      </a:lnTo>
                      <a:cubicBezTo>
                        <a:pt x="21600" y="21600"/>
                        <a:pt x="21600" y="0"/>
                        <a:pt x="21600" y="0"/>
                      </a:cubicBezTo>
                      <a:close/>
                      <a:moveTo>
                        <a:pt x="2906" y="0"/>
                      </a:moveTo>
                      <a:lnTo>
                        <a:pt x="0" y="0"/>
                      </a:lnTo>
                      <a:lnTo>
                        <a:pt x="0" y="21600"/>
                      </a:lnTo>
                      <a:lnTo>
                        <a:pt x="2906" y="21600"/>
                      </a:lnTo>
                      <a:cubicBezTo>
                        <a:pt x="2906" y="21600"/>
                        <a:pt x="2906" y="0"/>
                        <a:pt x="2906" y="0"/>
                      </a:cubicBezTo>
                      <a:close/>
                    </a:path>
                  </a:pathLst>
                </a:custGeom>
                <a:solidFill>
                  <a:srgbClr val="FFFFFF"/>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grpSp>
        <p:nvGrpSpPr>
          <p:cNvPr id="101" name="组合 100">
            <a:extLst>
              <a:ext uri="{FF2B5EF4-FFF2-40B4-BE49-F238E27FC236}">
                <a16:creationId xmlns:a16="http://schemas.microsoft.com/office/drawing/2014/main" id="{B41E451E-F916-42F5-910F-C25ED558F3D7}"/>
              </a:ext>
            </a:extLst>
          </p:cNvPr>
          <p:cNvGrpSpPr/>
          <p:nvPr/>
        </p:nvGrpSpPr>
        <p:grpSpPr>
          <a:xfrm>
            <a:off x="8094373" y="1740812"/>
            <a:ext cx="2847140" cy="2998083"/>
            <a:chOff x="6070982" y="1305437"/>
            <a:chExt cx="2135643" cy="2248866"/>
          </a:xfrm>
        </p:grpSpPr>
        <p:sp>
          <p:nvSpPr>
            <p:cNvPr id="102" name="Rectangle 7">
              <a:extLst>
                <a:ext uri="{FF2B5EF4-FFF2-40B4-BE49-F238E27FC236}">
                  <a16:creationId xmlns:a16="http://schemas.microsoft.com/office/drawing/2014/main" id="{76069044-BD65-4239-B732-8479B793BD88}"/>
                </a:ext>
              </a:extLst>
            </p:cNvPr>
            <p:cNvSpPr/>
            <p:nvPr/>
          </p:nvSpPr>
          <p:spPr>
            <a:xfrm>
              <a:off x="6070982" y="1567846"/>
              <a:ext cx="2135643" cy="444134"/>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wrap="square" lIns="0" tIns="0" rIns="0" bIns="0">
              <a:normAutofit/>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103" name="Rectangle 8">
              <a:extLst>
                <a:ext uri="{FF2B5EF4-FFF2-40B4-BE49-F238E27FC236}">
                  <a16:creationId xmlns:a16="http://schemas.microsoft.com/office/drawing/2014/main" id="{57CE859C-4CB8-4174-AA22-8E62460489EE}"/>
                </a:ext>
              </a:extLst>
            </p:cNvPr>
            <p:cNvSpPr/>
            <p:nvPr/>
          </p:nvSpPr>
          <p:spPr>
            <a:xfrm>
              <a:off x="6386526" y="1305437"/>
              <a:ext cx="1349990" cy="214313"/>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lIns="0" tIns="0" rIns="0" bIns="0">
              <a:normAutofit fontScale="92500" lnSpcReduction="20000"/>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sz="2333"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step 4</a:t>
              </a:r>
            </a:p>
          </p:txBody>
        </p:sp>
        <p:sp>
          <p:nvSpPr>
            <p:cNvPr id="104" name="Oval 20">
              <a:extLst>
                <a:ext uri="{FF2B5EF4-FFF2-40B4-BE49-F238E27FC236}">
                  <a16:creationId xmlns:a16="http://schemas.microsoft.com/office/drawing/2014/main" id="{3CF218F2-FC84-481A-9AA0-3A39FBAFCF09}"/>
                </a:ext>
              </a:extLst>
            </p:cNvPr>
            <p:cNvSpPr/>
            <p:nvPr/>
          </p:nvSpPr>
          <p:spPr>
            <a:xfrm rot="10800000" flipH="1">
              <a:off x="6302142" y="2147022"/>
              <a:ext cx="1407281" cy="1407281"/>
            </a:xfrm>
            <a:prstGeom prst="ellipse">
              <a:avLst/>
            </a:prstGeom>
            <a:solidFill>
              <a:srgbClr val="E6E7EA"/>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5" name="Freeform: Shape 21">
              <a:extLst>
                <a:ext uri="{FF2B5EF4-FFF2-40B4-BE49-F238E27FC236}">
                  <a16:creationId xmlns:a16="http://schemas.microsoft.com/office/drawing/2014/main" id="{93F499CB-DC39-4331-9289-3D82FAFF1277}"/>
                </a:ext>
              </a:extLst>
            </p:cNvPr>
            <p:cNvSpPr/>
            <p:nvPr/>
          </p:nvSpPr>
          <p:spPr>
            <a:xfrm>
              <a:off x="6357279" y="2081308"/>
              <a:ext cx="1268364" cy="392516"/>
            </a:xfrm>
            <a:custGeom>
              <a:avLst/>
              <a:gdLst/>
              <a:ahLst/>
              <a:cxnLst>
                <a:cxn ang="0">
                  <a:pos x="wd2" y="hd2"/>
                </a:cxn>
                <a:cxn ang="5400000">
                  <a:pos x="wd2" y="hd2"/>
                </a:cxn>
                <a:cxn ang="10800000">
                  <a:pos x="wd2" y="hd2"/>
                </a:cxn>
                <a:cxn ang="16200000">
                  <a:pos x="wd2" y="hd2"/>
                </a:cxn>
              </a:cxnLst>
              <a:rect l="0" t="0" r="r" b="b"/>
              <a:pathLst>
                <a:path w="21600" h="17156" extrusionOk="0">
                  <a:moveTo>
                    <a:pt x="0" y="15834"/>
                  </a:moveTo>
                  <a:cubicBezTo>
                    <a:pt x="3445" y="817"/>
                    <a:pt x="11156" y="-4444"/>
                    <a:pt x="17223" y="4084"/>
                  </a:cubicBezTo>
                  <a:cubicBezTo>
                    <a:pt x="18678" y="6130"/>
                    <a:pt x="19955" y="8872"/>
                    <a:pt x="20978" y="12149"/>
                  </a:cubicBezTo>
                  <a:lnTo>
                    <a:pt x="21600" y="11275"/>
                  </a:lnTo>
                  <a:lnTo>
                    <a:pt x="21499" y="16495"/>
                  </a:lnTo>
                  <a:lnTo>
                    <a:pt x="19406" y="14359"/>
                  </a:lnTo>
                  <a:lnTo>
                    <a:pt x="20028" y="13486"/>
                  </a:lnTo>
                  <a:cubicBezTo>
                    <a:pt x="16058" y="1123"/>
                    <a:pt x="8792" y="-935"/>
                    <a:pt x="3798" y="8891"/>
                  </a:cubicBezTo>
                  <a:cubicBezTo>
                    <a:pt x="2640" y="11168"/>
                    <a:pt x="1670" y="13974"/>
                    <a:pt x="940" y="17156"/>
                  </a:cubicBezTo>
                  <a:close/>
                </a:path>
              </a:pathLst>
            </a:custGeom>
            <a:solidFill>
              <a:srgbClr val="005DA2"/>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106" name="Group 22">
              <a:extLst>
                <a:ext uri="{FF2B5EF4-FFF2-40B4-BE49-F238E27FC236}">
                  <a16:creationId xmlns:a16="http://schemas.microsoft.com/office/drawing/2014/main" id="{DE50D2F9-B01B-48BD-A7EC-571D59416330}"/>
                </a:ext>
              </a:extLst>
            </p:cNvPr>
            <p:cNvGrpSpPr/>
            <p:nvPr/>
          </p:nvGrpSpPr>
          <p:grpSpPr>
            <a:xfrm>
              <a:off x="6394626" y="2239507"/>
              <a:ext cx="1222314" cy="1222314"/>
              <a:chOff x="0" y="0"/>
              <a:chExt cx="3259500" cy="3259500"/>
            </a:xfrm>
          </p:grpSpPr>
          <p:sp>
            <p:nvSpPr>
              <p:cNvPr id="107" name="Oval 23">
                <a:extLst>
                  <a:ext uri="{FF2B5EF4-FFF2-40B4-BE49-F238E27FC236}">
                    <a16:creationId xmlns:a16="http://schemas.microsoft.com/office/drawing/2014/main" id="{2664D552-D9B2-4837-9C67-BBE11C5143E8}"/>
                  </a:ext>
                </a:extLst>
              </p:cNvPr>
              <p:cNvSpPr/>
              <p:nvPr/>
            </p:nvSpPr>
            <p:spPr>
              <a:xfrm rot="10800000" flipH="1">
                <a:off x="0" y="0"/>
                <a:ext cx="3259500" cy="3259500"/>
              </a:xfrm>
              <a:prstGeom prst="ellipse">
                <a:avLst/>
              </a:prstGeom>
              <a:solidFill>
                <a:srgbClr val="005DA2"/>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8" name="Freeform: Shape 24">
                <a:extLst>
                  <a:ext uri="{FF2B5EF4-FFF2-40B4-BE49-F238E27FC236}">
                    <a16:creationId xmlns:a16="http://schemas.microsoft.com/office/drawing/2014/main" id="{0EC767C0-FBAD-4BBB-9DCD-43A2FABA407C}"/>
                  </a:ext>
                </a:extLst>
              </p:cNvPr>
              <p:cNvSpPr/>
              <p:nvPr/>
            </p:nvSpPr>
            <p:spPr>
              <a:xfrm>
                <a:off x="1105920" y="1290493"/>
                <a:ext cx="1052620" cy="678513"/>
              </a:xfrm>
              <a:custGeom>
                <a:avLst/>
                <a:gdLst/>
                <a:ahLst/>
                <a:cxnLst>
                  <a:cxn ang="0">
                    <a:pos x="wd2" y="hd2"/>
                  </a:cxn>
                  <a:cxn ang="5400000">
                    <a:pos x="wd2" y="hd2"/>
                  </a:cxn>
                  <a:cxn ang="10800000">
                    <a:pos x="wd2" y="hd2"/>
                  </a:cxn>
                  <a:cxn ang="16200000">
                    <a:pos x="wd2" y="hd2"/>
                  </a:cxn>
                </a:cxnLst>
                <a:rect l="0" t="0" r="r" b="b"/>
                <a:pathLst>
                  <a:path w="20779" h="21600" extrusionOk="0">
                    <a:moveTo>
                      <a:pt x="20331" y="5746"/>
                    </a:moveTo>
                    <a:cubicBezTo>
                      <a:pt x="19692" y="6285"/>
                      <a:pt x="11827" y="12917"/>
                      <a:pt x="11435" y="13248"/>
                    </a:cubicBezTo>
                    <a:cubicBezTo>
                      <a:pt x="11043" y="13577"/>
                      <a:pt x="10769" y="13620"/>
                      <a:pt x="10390" y="13620"/>
                    </a:cubicBezTo>
                    <a:cubicBezTo>
                      <a:pt x="10011" y="13620"/>
                      <a:pt x="9735" y="13577"/>
                      <a:pt x="9343" y="13248"/>
                    </a:cubicBezTo>
                    <a:cubicBezTo>
                      <a:pt x="8951" y="12917"/>
                      <a:pt x="1088" y="6285"/>
                      <a:pt x="448" y="5746"/>
                    </a:cubicBezTo>
                    <a:cubicBezTo>
                      <a:pt x="-3" y="5367"/>
                      <a:pt x="0" y="5811"/>
                      <a:pt x="0" y="6155"/>
                    </a:cubicBezTo>
                    <a:cubicBezTo>
                      <a:pt x="0" y="6498"/>
                      <a:pt x="0" y="19814"/>
                      <a:pt x="0" y="19814"/>
                    </a:cubicBezTo>
                    <a:cubicBezTo>
                      <a:pt x="0" y="20594"/>
                      <a:pt x="645" y="21600"/>
                      <a:pt x="1145" y="21600"/>
                    </a:cubicBezTo>
                    <a:lnTo>
                      <a:pt x="19633" y="21600"/>
                    </a:lnTo>
                    <a:cubicBezTo>
                      <a:pt x="20134" y="21600"/>
                      <a:pt x="20779" y="20594"/>
                      <a:pt x="20779" y="19814"/>
                    </a:cubicBezTo>
                    <a:cubicBezTo>
                      <a:pt x="20779" y="19814"/>
                      <a:pt x="20779" y="6498"/>
                      <a:pt x="20779" y="6155"/>
                    </a:cubicBezTo>
                    <a:cubicBezTo>
                      <a:pt x="20779" y="5811"/>
                      <a:pt x="20783" y="5367"/>
                      <a:pt x="20331" y="5746"/>
                    </a:cubicBezTo>
                    <a:close/>
                    <a:moveTo>
                      <a:pt x="687" y="2021"/>
                    </a:moveTo>
                    <a:cubicBezTo>
                      <a:pt x="1250" y="2510"/>
                      <a:pt x="9053" y="9271"/>
                      <a:pt x="9343" y="9524"/>
                    </a:cubicBezTo>
                    <a:cubicBezTo>
                      <a:pt x="9634" y="9775"/>
                      <a:pt x="10011" y="9897"/>
                      <a:pt x="10390" y="9897"/>
                    </a:cubicBezTo>
                    <a:cubicBezTo>
                      <a:pt x="10769" y="9897"/>
                      <a:pt x="11145" y="9775"/>
                      <a:pt x="11435" y="9524"/>
                    </a:cubicBezTo>
                    <a:cubicBezTo>
                      <a:pt x="11726" y="9271"/>
                      <a:pt x="19529" y="2510"/>
                      <a:pt x="20093" y="2021"/>
                    </a:cubicBezTo>
                    <a:cubicBezTo>
                      <a:pt x="20656" y="1534"/>
                      <a:pt x="21190" y="0"/>
                      <a:pt x="20154" y="0"/>
                    </a:cubicBezTo>
                    <a:lnTo>
                      <a:pt x="624" y="0"/>
                    </a:lnTo>
                    <a:cubicBezTo>
                      <a:pt x="-410" y="0"/>
                      <a:pt x="122" y="1534"/>
                      <a:pt x="687" y="2021"/>
                    </a:cubicBezTo>
                    <a:close/>
                  </a:path>
                </a:pathLst>
              </a:custGeom>
              <a:solidFill>
                <a:srgbClr val="FFFFFF"/>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nvGrpSpPr>
          <p:cNvPr id="109" name="组合 108">
            <a:extLst>
              <a:ext uri="{FF2B5EF4-FFF2-40B4-BE49-F238E27FC236}">
                <a16:creationId xmlns:a16="http://schemas.microsoft.com/office/drawing/2014/main" id="{0CFC1259-32B3-430F-9AC9-12905B40330F}"/>
              </a:ext>
            </a:extLst>
          </p:cNvPr>
          <p:cNvGrpSpPr/>
          <p:nvPr/>
        </p:nvGrpSpPr>
        <p:grpSpPr>
          <a:xfrm>
            <a:off x="6082977" y="2775166"/>
            <a:ext cx="2773143" cy="3071167"/>
            <a:chOff x="4562230" y="2081308"/>
            <a:chExt cx="2080138" cy="2303686"/>
          </a:xfrm>
        </p:grpSpPr>
        <p:sp>
          <p:nvSpPr>
            <p:cNvPr id="110" name="Rectangle 5">
              <a:extLst>
                <a:ext uri="{FF2B5EF4-FFF2-40B4-BE49-F238E27FC236}">
                  <a16:creationId xmlns:a16="http://schemas.microsoft.com/office/drawing/2014/main" id="{3B0ADAA5-4BEB-454A-811B-985B570293ED}"/>
                </a:ext>
              </a:extLst>
            </p:cNvPr>
            <p:cNvSpPr/>
            <p:nvPr/>
          </p:nvSpPr>
          <p:spPr>
            <a:xfrm>
              <a:off x="4562230" y="3940860"/>
              <a:ext cx="2080138" cy="444134"/>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wrap="square" lIns="0" tIns="0" rIns="0" bIns="0">
              <a:normAutofit/>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111" name="Rectangle 6">
              <a:extLst>
                <a:ext uri="{FF2B5EF4-FFF2-40B4-BE49-F238E27FC236}">
                  <a16:creationId xmlns:a16="http://schemas.microsoft.com/office/drawing/2014/main" id="{1B85E3AF-5353-4C4A-A296-0A7BEA747938}"/>
                </a:ext>
              </a:extLst>
            </p:cNvPr>
            <p:cNvSpPr/>
            <p:nvPr/>
          </p:nvSpPr>
          <p:spPr>
            <a:xfrm>
              <a:off x="4775247" y="3649433"/>
              <a:ext cx="1349990" cy="214313"/>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lIns="0" tIns="0" rIns="0" bIns="0">
              <a:normAutofit fontScale="92500" lnSpcReduction="20000"/>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sz="2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step 3</a:t>
              </a:r>
            </a:p>
          </p:txBody>
        </p:sp>
        <p:sp>
          <p:nvSpPr>
            <p:cNvPr id="112" name="Oval 18">
              <a:extLst>
                <a:ext uri="{FF2B5EF4-FFF2-40B4-BE49-F238E27FC236}">
                  <a16:creationId xmlns:a16="http://schemas.microsoft.com/office/drawing/2014/main" id="{DA0DAD93-7D7A-407E-B0BB-43B43A232A08}"/>
                </a:ext>
              </a:extLst>
            </p:cNvPr>
            <p:cNvSpPr/>
            <p:nvPr/>
          </p:nvSpPr>
          <p:spPr>
            <a:xfrm>
              <a:off x="4618825" y="2081308"/>
              <a:ext cx="1407280" cy="1407281"/>
            </a:xfrm>
            <a:prstGeom prst="ellipse">
              <a:avLst/>
            </a:prstGeom>
            <a:solidFill>
              <a:srgbClr val="E6E7EA"/>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13" name="Freeform: Shape 19">
              <a:extLst>
                <a:ext uri="{FF2B5EF4-FFF2-40B4-BE49-F238E27FC236}">
                  <a16:creationId xmlns:a16="http://schemas.microsoft.com/office/drawing/2014/main" id="{FB4CC30F-51B0-4DA8-9EFC-283E2F77EB0B}"/>
                </a:ext>
              </a:extLst>
            </p:cNvPr>
            <p:cNvSpPr/>
            <p:nvPr/>
          </p:nvSpPr>
          <p:spPr>
            <a:xfrm rot="10800000" flipH="1">
              <a:off x="4673961" y="3161787"/>
              <a:ext cx="1268364" cy="392516"/>
            </a:xfrm>
            <a:custGeom>
              <a:avLst/>
              <a:gdLst/>
              <a:ahLst/>
              <a:cxnLst>
                <a:cxn ang="0">
                  <a:pos x="wd2" y="hd2"/>
                </a:cxn>
                <a:cxn ang="5400000">
                  <a:pos x="wd2" y="hd2"/>
                </a:cxn>
                <a:cxn ang="10800000">
                  <a:pos x="wd2" y="hd2"/>
                </a:cxn>
                <a:cxn ang="16200000">
                  <a:pos x="wd2" y="hd2"/>
                </a:cxn>
              </a:cxnLst>
              <a:rect l="0" t="0" r="r" b="b"/>
              <a:pathLst>
                <a:path w="21600" h="17156" extrusionOk="0">
                  <a:moveTo>
                    <a:pt x="0" y="15834"/>
                  </a:moveTo>
                  <a:cubicBezTo>
                    <a:pt x="3445" y="817"/>
                    <a:pt x="11156" y="-4444"/>
                    <a:pt x="17223" y="4084"/>
                  </a:cubicBezTo>
                  <a:cubicBezTo>
                    <a:pt x="18678" y="6130"/>
                    <a:pt x="19955" y="8872"/>
                    <a:pt x="20978" y="12149"/>
                  </a:cubicBezTo>
                  <a:lnTo>
                    <a:pt x="21600" y="11275"/>
                  </a:lnTo>
                  <a:lnTo>
                    <a:pt x="21499" y="16495"/>
                  </a:lnTo>
                  <a:lnTo>
                    <a:pt x="19406" y="14359"/>
                  </a:lnTo>
                  <a:lnTo>
                    <a:pt x="20028" y="13486"/>
                  </a:lnTo>
                  <a:cubicBezTo>
                    <a:pt x="16058" y="1123"/>
                    <a:pt x="8792" y="-935"/>
                    <a:pt x="3798" y="8891"/>
                  </a:cubicBezTo>
                  <a:cubicBezTo>
                    <a:pt x="2640" y="11168"/>
                    <a:pt x="1670" y="13974"/>
                    <a:pt x="940" y="17156"/>
                  </a:cubicBezTo>
                  <a:close/>
                </a:path>
              </a:pathLst>
            </a:custGeom>
            <a:solidFill>
              <a:srgbClr val="0070C0"/>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114" name="Group 25">
              <a:extLst>
                <a:ext uri="{FF2B5EF4-FFF2-40B4-BE49-F238E27FC236}">
                  <a16:creationId xmlns:a16="http://schemas.microsoft.com/office/drawing/2014/main" id="{625BB0BD-A5F7-427D-B5E5-1F96FDD92C52}"/>
                </a:ext>
              </a:extLst>
            </p:cNvPr>
            <p:cNvGrpSpPr/>
            <p:nvPr/>
          </p:nvGrpSpPr>
          <p:grpSpPr>
            <a:xfrm>
              <a:off x="4711308" y="2173791"/>
              <a:ext cx="1222313" cy="1222313"/>
              <a:chOff x="0" y="0"/>
              <a:chExt cx="3259500" cy="3259500"/>
            </a:xfrm>
          </p:grpSpPr>
          <p:sp>
            <p:nvSpPr>
              <p:cNvPr id="115" name="Oval 26">
                <a:extLst>
                  <a:ext uri="{FF2B5EF4-FFF2-40B4-BE49-F238E27FC236}">
                    <a16:creationId xmlns:a16="http://schemas.microsoft.com/office/drawing/2014/main" id="{E2F723F8-EF30-4CF2-B2F0-41725BA0CCBA}"/>
                  </a:ext>
                </a:extLst>
              </p:cNvPr>
              <p:cNvSpPr/>
              <p:nvPr/>
            </p:nvSpPr>
            <p:spPr>
              <a:xfrm>
                <a:off x="0" y="0"/>
                <a:ext cx="3259500" cy="3259500"/>
              </a:xfrm>
              <a:prstGeom prst="ellipse">
                <a:avLst/>
              </a:prstGeom>
              <a:solidFill>
                <a:srgbClr val="0070C0"/>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16" name="Freeform: Shape 27">
                <a:extLst>
                  <a:ext uri="{FF2B5EF4-FFF2-40B4-BE49-F238E27FC236}">
                    <a16:creationId xmlns:a16="http://schemas.microsoft.com/office/drawing/2014/main" id="{B12B9406-1FE8-46A1-82D7-05645EAA949A}"/>
                  </a:ext>
                </a:extLst>
              </p:cNvPr>
              <p:cNvSpPr/>
              <p:nvPr/>
            </p:nvSpPr>
            <p:spPr>
              <a:xfrm>
                <a:off x="1020253" y="1088765"/>
                <a:ext cx="1218990" cy="945497"/>
              </a:xfrm>
              <a:custGeom>
                <a:avLst/>
                <a:gdLst/>
                <a:ahLst/>
                <a:cxnLst>
                  <a:cxn ang="0">
                    <a:pos x="wd2" y="hd2"/>
                  </a:cxn>
                  <a:cxn ang="5400000">
                    <a:pos x="wd2" y="hd2"/>
                  </a:cxn>
                  <a:cxn ang="10800000">
                    <a:pos x="wd2" y="hd2"/>
                  </a:cxn>
                  <a:cxn ang="16200000">
                    <a:pos x="wd2" y="hd2"/>
                  </a:cxn>
                </a:cxnLst>
                <a:rect l="0" t="0" r="r" b="b"/>
                <a:pathLst>
                  <a:path w="20580" h="20757" extrusionOk="0">
                    <a:moveTo>
                      <a:pt x="11316" y="15681"/>
                    </a:moveTo>
                    <a:cubicBezTo>
                      <a:pt x="10444" y="15681"/>
                      <a:pt x="9737" y="14763"/>
                      <a:pt x="9737" y="13632"/>
                    </a:cubicBezTo>
                    <a:cubicBezTo>
                      <a:pt x="9737" y="12501"/>
                      <a:pt x="10444" y="11585"/>
                      <a:pt x="11316" y="11585"/>
                    </a:cubicBezTo>
                    <a:cubicBezTo>
                      <a:pt x="12189" y="11585"/>
                      <a:pt x="12896" y="12501"/>
                      <a:pt x="12896" y="13632"/>
                    </a:cubicBezTo>
                    <a:cubicBezTo>
                      <a:pt x="12896" y="14763"/>
                      <a:pt x="12189" y="15681"/>
                      <a:pt x="11316" y="15681"/>
                    </a:cubicBezTo>
                    <a:close/>
                    <a:moveTo>
                      <a:pt x="18009" y="2956"/>
                    </a:moveTo>
                    <a:cubicBezTo>
                      <a:pt x="14750" y="138"/>
                      <a:pt x="11090" y="-836"/>
                      <a:pt x="6751" y="781"/>
                    </a:cubicBezTo>
                    <a:cubicBezTo>
                      <a:pt x="3364" y="2045"/>
                      <a:pt x="258" y="7054"/>
                      <a:pt x="18" y="11348"/>
                    </a:cubicBezTo>
                    <a:cubicBezTo>
                      <a:pt x="-265" y="16419"/>
                      <a:pt x="2772" y="20764"/>
                      <a:pt x="8123" y="20757"/>
                    </a:cubicBezTo>
                    <a:cubicBezTo>
                      <a:pt x="13892" y="20749"/>
                      <a:pt x="16051" y="17148"/>
                      <a:pt x="16098" y="16053"/>
                    </a:cubicBezTo>
                    <a:cubicBezTo>
                      <a:pt x="16146" y="14957"/>
                      <a:pt x="13849" y="12933"/>
                      <a:pt x="15327" y="10853"/>
                    </a:cubicBezTo>
                    <a:cubicBezTo>
                      <a:pt x="17179" y="8245"/>
                      <a:pt x="18829" y="10466"/>
                      <a:pt x="19829" y="10154"/>
                    </a:cubicBezTo>
                    <a:cubicBezTo>
                      <a:pt x="20829" y="9841"/>
                      <a:pt x="21335" y="5836"/>
                      <a:pt x="18009" y="2956"/>
                    </a:cubicBezTo>
                    <a:close/>
                  </a:path>
                </a:pathLst>
              </a:custGeom>
              <a:solidFill>
                <a:srgbClr val="FFFFFF"/>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nvGrpSpPr>
          <p:cNvPr id="117" name="组合 116">
            <a:extLst>
              <a:ext uri="{FF2B5EF4-FFF2-40B4-BE49-F238E27FC236}">
                <a16:creationId xmlns:a16="http://schemas.microsoft.com/office/drawing/2014/main" id="{986ECD11-D429-4CC6-999D-BE2318BA3517}"/>
              </a:ext>
            </a:extLst>
          </p:cNvPr>
          <p:cNvGrpSpPr/>
          <p:nvPr/>
        </p:nvGrpSpPr>
        <p:grpSpPr>
          <a:xfrm>
            <a:off x="1548441" y="2775166"/>
            <a:ext cx="2489159" cy="3075738"/>
            <a:chOff x="1160870" y="2081308"/>
            <a:chExt cx="1867121" cy="2307115"/>
          </a:xfrm>
        </p:grpSpPr>
        <p:sp>
          <p:nvSpPr>
            <p:cNvPr id="118" name="Rectangle 3">
              <a:extLst>
                <a:ext uri="{FF2B5EF4-FFF2-40B4-BE49-F238E27FC236}">
                  <a16:creationId xmlns:a16="http://schemas.microsoft.com/office/drawing/2014/main" id="{B1292C49-BCE6-40D0-9235-D7A2CEF84099}"/>
                </a:ext>
              </a:extLst>
            </p:cNvPr>
            <p:cNvSpPr/>
            <p:nvPr/>
          </p:nvSpPr>
          <p:spPr>
            <a:xfrm>
              <a:off x="1160870" y="3944289"/>
              <a:ext cx="1867121" cy="444134"/>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wrap="square" lIns="0" tIns="0" rIns="0" bIns="0">
              <a:normAutofit fontScale="92500"/>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1333"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119" name="Rectangle 4">
              <a:extLst>
                <a:ext uri="{FF2B5EF4-FFF2-40B4-BE49-F238E27FC236}">
                  <a16:creationId xmlns:a16="http://schemas.microsoft.com/office/drawing/2014/main" id="{50BEB246-A468-4FAF-AA25-FF8B9E007011}"/>
                </a:ext>
              </a:extLst>
            </p:cNvPr>
            <p:cNvSpPr/>
            <p:nvPr/>
          </p:nvSpPr>
          <p:spPr>
            <a:xfrm>
              <a:off x="1344672" y="3654173"/>
              <a:ext cx="1349990" cy="214313"/>
            </a:xfrm>
            <a:prstGeom prst="rect">
              <a:avLst/>
            </a:prstGeom>
            <a:ln w="12700">
              <a:miter lim="400000"/>
            </a:ln>
            <a:extLst>
              <a:ext uri="{C572A759-6A51-4108-AA02-DFA0A04FC94B}">
                <ma14:wrappingTextBoxFlag xmlns="" xmlns:lc="http://schemas.openxmlformats.org/drawingml/2006/lockedCanvas" xmlns:ma14="http://schemas.microsoft.com/office/mac/drawingml/2011/main" xmlns:p14="http://schemas.microsoft.com/office/powerpoint/2010/main" val="1"/>
              </a:ext>
            </a:extLst>
          </p:spPr>
          <p:txBody>
            <a:bodyPr lIns="0" tIns="0" rIns="0" bIns="0">
              <a:normAutofit fontScale="92500" lnSpcReduction="20000"/>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sz="2333"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step 1</a:t>
              </a:r>
            </a:p>
          </p:txBody>
        </p:sp>
        <p:sp>
          <p:nvSpPr>
            <p:cNvPr id="120" name="Oval 9">
              <a:extLst>
                <a:ext uri="{FF2B5EF4-FFF2-40B4-BE49-F238E27FC236}">
                  <a16:creationId xmlns:a16="http://schemas.microsoft.com/office/drawing/2014/main" id="{8241861E-681D-4D5D-AA00-3DB583BAB684}"/>
                </a:ext>
              </a:extLst>
            </p:cNvPr>
            <p:cNvSpPr/>
            <p:nvPr/>
          </p:nvSpPr>
          <p:spPr>
            <a:xfrm>
              <a:off x="1252189" y="2081308"/>
              <a:ext cx="1407281" cy="1407281"/>
            </a:xfrm>
            <a:prstGeom prst="ellipse">
              <a:avLst/>
            </a:prstGeom>
            <a:solidFill>
              <a:srgbClr val="E6E7EA"/>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21" name="Freeform: Shape 10">
              <a:extLst>
                <a:ext uri="{FF2B5EF4-FFF2-40B4-BE49-F238E27FC236}">
                  <a16:creationId xmlns:a16="http://schemas.microsoft.com/office/drawing/2014/main" id="{E5FF9D7C-8AFF-44CD-B5DB-47B22B45C2B3}"/>
                </a:ext>
              </a:extLst>
            </p:cNvPr>
            <p:cNvSpPr/>
            <p:nvPr/>
          </p:nvSpPr>
          <p:spPr>
            <a:xfrm rot="10800000" flipH="1">
              <a:off x="1307326" y="3161787"/>
              <a:ext cx="1268364" cy="392516"/>
            </a:xfrm>
            <a:custGeom>
              <a:avLst/>
              <a:gdLst/>
              <a:ahLst/>
              <a:cxnLst>
                <a:cxn ang="0">
                  <a:pos x="wd2" y="hd2"/>
                </a:cxn>
                <a:cxn ang="5400000">
                  <a:pos x="wd2" y="hd2"/>
                </a:cxn>
                <a:cxn ang="10800000">
                  <a:pos x="wd2" y="hd2"/>
                </a:cxn>
                <a:cxn ang="16200000">
                  <a:pos x="wd2" y="hd2"/>
                </a:cxn>
              </a:cxnLst>
              <a:rect l="0" t="0" r="r" b="b"/>
              <a:pathLst>
                <a:path w="21600" h="17156" extrusionOk="0">
                  <a:moveTo>
                    <a:pt x="0" y="15834"/>
                  </a:moveTo>
                  <a:cubicBezTo>
                    <a:pt x="3445" y="817"/>
                    <a:pt x="11156" y="-4444"/>
                    <a:pt x="17223" y="4084"/>
                  </a:cubicBezTo>
                  <a:cubicBezTo>
                    <a:pt x="18678" y="6130"/>
                    <a:pt x="19955" y="8872"/>
                    <a:pt x="20978" y="12149"/>
                  </a:cubicBezTo>
                  <a:lnTo>
                    <a:pt x="21600" y="11275"/>
                  </a:lnTo>
                  <a:lnTo>
                    <a:pt x="21499" y="16495"/>
                  </a:lnTo>
                  <a:lnTo>
                    <a:pt x="19406" y="14359"/>
                  </a:lnTo>
                  <a:lnTo>
                    <a:pt x="20028" y="13486"/>
                  </a:lnTo>
                  <a:cubicBezTo>
                    <a:pt x="16058" y="1123"/>
                    <a:pt x="8792" y="-935"/>
                    <a:pt x="3798" y="8891"/>
                  </a:cubicBezTo>
                  <a:cubicBezTo>
                    <a:pt x="2640" y="11168"/>
                    <a:pt x="1670" y="13974"/>
                    <a:pt x="940" y="17156"/>
                  </a:cubicBezTo>
                  <a:close/>
                </a:path>
              </a:pathLst>
            </a:custGeom>
            <a:solidFill>
              <a:srgbClr val="0070C0"/>
            </a:solidFill>
            <a:ln w="12700">
              <a:miter lim="400000"/>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122" name="Group 28">
              <a:extLst>
                <a:ext uri="{FF2B5EF4-FFF2-40B4-BE49-F238E27FC236}">
                  <a16:creationId xmlns:a16="http://schemas.microsoft.com/office/drawing/2014/main" id="{A421059C-C8CD-41CA-A7C3-DB503CC42C8B}"/>
                </a:ext>
              </a:extLst>
            </p:cNvPr>
            <p:cNvGrpSpPr/>
            <p:nvPr/>
          </p:nvGrpSpPr>
          <p:grpSpPr>
            <a:xfrm>
              <a:off x="1344672" y="2173791"/>
              <a:ext cx="1222313" cy="1222313"/>
              <a:chOff x="0" y="0"/>
              <a:chExt cx="3259500" cy="3259500"/>
            </a:xfrm>
          </p:grpSpPr>
          <p:sp>
            <p:nvSpPr>
              <p:cNvPr id="123" name="Oval 29">
                <a:extLst>
                  <a:ext uri="{FF2B5EF4-FFF2-40B4-BE49-F238E27FC236}">
                    <a16:creationId xmlns:a16="http://schemas.microsoft.com/office/drawing/2014/main" id="{E2D4F2FD-DCFE-4DAA-88F7-1DFC8058F9F9}"/>
                  </a:ext>
                </a:extLst>
              </p:cNvPr>
              <p:cNvSpPr/>
              <p:nvPr/>
            </p:nvSpPr>
            <p:spPr>
              <a:xfrm>
                <a:off x="0" y="0"/>
                <a:ext cx="3259500" cy="3259500"/>
              </a:xfrm>
              <a:prstGeom prst="ellipse">
                <a:avLst/>
              </a:prstGeom>
              <a:solidFill>
                <a:srgbClr val="0070C0"/>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24" name="Freeform: Shape 30">
                <a:extLst>
                  <a:ext uri="{FF2B5EF4-FFF2-40B4-BE49-F238E27FC236}">
                    <a16:creationId xmlns:a16="http://schemas.microsoft.com/office/drawing/2014/main" id="{9E6263EA-6892-4CCE-8E8E-55CEDEADA6F4}"/>
                  </a:ext>
                </a:extLst>
              </p:cNvPr>
              <p:cNvSpPr/>
              <p:nvPr/>
            </p:nvSpPr>
            <p:spPr>
              <a:xfrm rot="1878951">
                <a:off x="1103273" y="1050034"/>
                <a:ext cx="1129045" cy="1130422"/>
              </a:xfrm>
              <a:custGeom>
                <a:avLst/>
                <a:gdLst/>
                <a:ahLst/>
                <a:cxnLst>
                  <a:cxn ang="0">
                    <a:pos x="wd2" y="hd2"/>
                  </a:cxn>
                  <a:cxn ang="5400000">
                    <a:pos x="wd2" y="hd2"/>
                  </a:cxn>
                  <a:cxn ang="10800000">
                    <a:pos x="wd2" y="hd2"/>
                  </a:cxn>
                  <a:cxn ang="16200000">
                    <a:pos x="wd2" y="hd2"/>
                  </a:cxn>
                </a:cxnLst>
                <a:rect l="0" t="0" r="r" b="b"/>
                <a:pathLst>
                  <a:path w="21600" h="21600" extrusionOk="0">
                    <a:moveTo>
                      <a:pt x="21297" y="7822"/>
                    </a:moveTo>
                    <a:cubicBezTo>
                      <a:pt x="20468" y="10162"/>
                      <a:pt x="18217" y="11779"/>
                      <a:pt x="15729" y="11779"/>
                    </a:cubicBezTo>
                    <a:cubicBezTo>
                      <a:pt x="12478" y="11779"/>
                      <a:pt x="9833" y="9137"/>
                      <a:pt x="9833" y="5890"/>
                    </a:cubicBezTo>
                    <a:cubicBezTo>
                      <a:pt x="9833" y="2642"/>
                      <a:pt x="12478" y="0"/>
                      <a:pt x="15729" y="0"/>
                    </a:cubicBezTo>
                    <a:cubicBezTo>
                      <a:pt x="16690" y="0"/>
                      <a:pt x="17941" y="289"/>
                      <a:pt x="18744" y="828"/>
                    </a:cubicBezTo>
                    <a:cubicBezTo>
                      <a:pt x="18875" y="920"/>
                      <a:pt x="18954" y="1039"/>
                      <a:pt x="18954" y="1196"/>
                    </a:cubicBezTo>
                    <a:cubicBezTo>
                      <a:pt x="18954" y="1341"/>
                      <a:pt x="18862" y="1486"/>
                      <a:pt x="18744" y="1564"/>
                    </a:cubicBezTo>
                    <a:lnTo>
                      <a:pt x="14887" y="3786"/>
                    </a:lnTo>
                    <a:lnTo>
                      <a:pt x="14887" y="6731"/>
                    </a:lnTo>
                    <a:lnTo>
                      <a:pt x="17427" y="8138"/>
                    </a:lnTo>
                    <a:cubicBezTo>
                      <a:pt x="17862" y="7888"/>
                      <a:pt x="20916" y="5969"/>
                      <a:pt x="21179" y="5969"/>
                    </a:cubicBezTo>
                    <a:cubicBezTo>
                      <a:pt x="21442" y="5969"/>
                      <a:pt x="21600" y="6166"/>
                      <a:pt x="21600" y="6429"/>
                    </a:cubicBezTo>
                    <a:cubicBezTo>
                      <a:pt x="21600" y="6863"/>
                      <a:pt x="21442" y="7402"/>
                      <a:pt x="21297" y="7822"/>
                    </a:cubicBezTo>
                    <a:close/>
                    <a:moveTo>
                      <a:pt x="3936" y="16828"/>
                    </a:moveTo>
                    <a:cubicBezTo>
                      <a:pt x="3475" y="16828"/>
                      <a:pt x="3093" y="17209"/>
                      <a:pt x="3093" y="17669"/>
                    </a:cubicBezTo>
                    <a:cubicBezTo>
                      <a:pt x="3093" y="18129"/>
                      <a:pt x="3475" y="18511"/>
                      <a:pt x="3936" y="18511"/>
                    </a:cubicBezTo>
                    <a:cubicBezTo>
                      <a:pt x="4396" y="18511"/>
                      <a:pt x="4778" y="18129"/>
                      <a:pt x="4778" y="17669"/>
                    </a:cubicBezTo>
                    <a:cubicBezTo>
                      <a:pt x="4778" y="17209"/>
                      <a:pt x="4396" y="16828"/>
                      <a:pt x="3936" y="16828"/>
                    </a:cubicBezTo>
                    <a:close/>
                    <a:moveTo>
                      <a:pt x="4278" y="21114"/>
                    </a:moveTo>
                    <a:cubicBezTo>
                      <a:pt x="3975" y="21416"/>
                      <a:pt x="3541" y="21600"/>
                      <a:pt x="3093" y="21600"/>
                    </a:cubicBezTo>
                    <a:cubicBezTo>
                      <a:pt x="2646" y="21600"/>
                      <a:pt x="2211" y="21416"/>
                      <a:pt x="1895" y="21114"/>
                    </a:cubicBezTo>
                    <a:lnTo>
                      <a:pt x="500" y="19694"/>
                    </a:lnTo>
                    <a:cubicBezTo>
                      <a:pt x="184" y="19391"/>
                      <a:pt x="0" y="18958"/>
                      <a:pt x="0" y="18511"/>
                    </a:cubicBezTo>
                    <a:cubicBezTo>
                      <a:pt x="0" y="18064"/>
                      <a:pt x="184" y="17630"/>
                      <a:pt x="500" y="17314"/>
                    </a:cubicBezTo>
                    <a:lnTo>
                      <a:pt x="9464" y="8361"/>
                    </a:lnTo>
                    <a:cubicBezTo>
                      <a:pt x="10148" y="10084"/>
                      <a:pt x="11531" y="11464"/>
                      <a:pt x="13255" y="12148"/>
                    </a:cubicBezTo>
                    <a:cubicBezTo>
                      <a:pt x="13255" y="12148"/>
                      <a:pt x="4278" y="21114"/>
                      <a:pt x="4278" y="21114"/>
                    </a:cubicBezTo>
                    <a:close/>
                  </a:path>
                </a:pathLst>
              </a:custGeom>
              <a:solidFill>
                <a:srgbClr val="FFFFFF"/>
              </a:solidFill>
              <a:ln w="12700" cap="flat">
                <a:noFill/>
                <a:miter lim="4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pic>
        <p:nvPicPr>
          <p:cNvPr id="45" name="图片 4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26020" y="80982"/>
            <a:ext cx="1024089" cy="1025799"/>
          </a:xfrm>
          <a:prstGeom prst="rect">
            <a:avLst/>
          </a:prstGeom>
        </p:spPr>
      </p:pic>
    </p:spTree>
    <p:extLst>
      <p:ext uri="{BB962C8B-B14F-4D97-AF65-F5344CB8AC3E}">
        <p14:creationId xmlns:p14="http://schemas.microsoft.com/office/powerpoint/2010/main" val="157235188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7"/>
                                        </p:tgtEl>
                                        <p:attrNameLst>
                                          <p:attrName>style.visibility</p:attrName>
                                        </p:attrNameLst>
                                      </p:cBhvr>
                                      <p:to>
                                        <p:strVal val="visible"/>
                                      </p:to>
                                    </p:set>
                                    <p:animEffect transition="in" filter="fade">
                                      <p:cBhvr>
                                        <p:cTn id="7" dur="1000"/>
                                        <p:tgtEl>
                                          <p:spTgt spid="117"/>
                                        </p:tgtEl>
                                      </p:cBhvr>
                                    </p:animEffect>
                                    <p:anim calcmode="lin" valueType="num">
                                      <p:cBhvr>
                                        <p:cTn id="8" dur="1000" fill="hold"/>
                                        <p:tgtEl>
                                          <p:spTgt spid="117"/>
                                        </p:tgtEl>
                                        <p:attrNameLst>
                                          <p:attrName>ppt_x</p:attrName>
                                        </p:attrNameLst>
                                      </p:cBhvr>
                                      <p:tavLst>
                                        <p:tav tm="0">
                                          <p:val>
                                            <p:strVal val="#ppt_x"/>
                                          </p:val>
                                        </p:tav>
                                        <p:tav tm="100000">
                                          <p:val>
                                            <p:strVal val="#ppt_x"/>
                                          </p:val>
                                        </p:tav>
                                      </p:tavLst>
                                    </p:anim>
                                    <p:anim calcmode="lin" valueType="num">
                                      <p:cBhvr>
                                        <p:cTn id="9" dur="1000" fill="hold"/>
                                        <p:tgtEl>
                                          <p:spTgt spid="1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1"/>
                                        </p:tgtEl>
                                        <p:attrNameLst>
                                          <p:attrName>style.visibility</p:attrName>
                                        </p:attrNameLst>
                                      </p:cBhvr>
                                      <p:to>
                                        <p:strVal val="visible"/>
                                      </p:to>
                                    </p:set>
                                    <p:animEffect transition="in" filter="fade">
                                      <p:cBhvr>
                                        <p:cTn id="13" dur="1000"/>
                                        <p:tgtEl>
                                          <p:spTgt spid="91"/>
                                        </p:tgtEl>
                                      </p:cBhvr>
                                    </p:animEffect>
                                    <p:anim calcmode="lin" valueType="num">
                                      <p:cBhvr>
                                        <p:cTn id="14" dur="1000" fill="hold"/>
                                        <p:tgtEl>
                                          <p:spTgt spid="91"/>
                                        </p:tgtEl>
                                        <p:attrNameLst>
                                          <p:attrName>ppt_x</p:attrName>
                                        </p:attrNameLst>
                                      </p:cBhvr>
                                      <p:tavLst>
                                        <p:tav tm="0">
                                          <p:val>
                                            <p:strVal val="#ppt_x"/>
                                          </p:val>
                                        </p:tav>
                                        <p:tav tm="100000">
                                          <p:val>
                                            <p:strVal val="#ppt_x"/>
                                          </p:val>
                                        </p:tav>
                                      </p:tavLst>
                                    </p:anim>
                                    <p:anim calcmode="lin" valueType="num">
                                      <p:cBhvr>
                                        <p:cTn id="15" dur="1000" fill="hold"/>
                                        <p:tgtEl>
                                          <p:spTgt spid="9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nodeType="afterEffect">
                                  <p:stCondLst>
                                    <p:cond delay="0"/>
                                  </p:stCondLst>
                                  <p:childTnLst>
                                    <p:set>
                                      <p:cBhvr>
                                        <p:cTn id="18" dur="1" fill="hold">
                                          <p:stCondLst>
                                            <p:cond delay="0"/>
                                          </p:stCondLst>
                                        </p:cTn>
                                        <p:tgtEl>
                                          <p:spTgt spid="109"/>
                                        </p:tgtEl>
                                        <p:attrNameLst>
                                          <p:attrName>style.visibility</p:attrName>
                                        </p:attrNameLst>
                                      </p:cBhvr>
                                      <p:to>
                                        <p:strVal val="visible"/>
                                      </p:to>
                                    </p:set>
                                    <p:animEffect transition="in" filter="fade">
                                      <p:cBhvr>
                                        <p:cTn id="19" dur="1000"/>
                                        <p:tgtEl>
                                          <p:spTgt spid="109"/>
                                        </p:tgtEl>
                                      </p:cBhvr>
                                    </p:animEffect>
                                    <p:anim calcmode="lin" valueType="num">
                                      <p:cBhvr>
                                        <p:cTn id="20" dur="1000" fill="hold"/>
                                        <p:tgtEl>
                                          <p:spTgt spid="109"/>
                                        </p:tgtEl>
                                        <p:attrNameLst>
                                          <p:attrName>ppt_x</p:attrName>
                                        </p:attrNameLst>
                                      </p:cBhvr>
                                      <p:tavLst>
                                        <p:tav tm="0">
                                          <p:val>
                                            <p:strVal val="#ppt_x"/>
                                          </p:val>
                                        </p:tav>
                                        <p:tav tm="100000">
                                          <p:val>
                                            <p:strVal val="#ppt_x"/>
                                          </p:val>
                                        </p:tav>
                                      </p:tavLst>
                                    </p:anim>
                                    <p:anim calcmode="lin" valueType="num">
                                      <p:cBhvr>
                                        <p:cTn id="21" dur="1000" fill="hold"/>
                                        <p:tgtEl>
                                          <p:spTgt spid="109"/>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101"/>
                                        </p:tgtEl>
                                        <p:attrNameLst>
                                          <p:attrName>style.visibility</p:attrName>
                                        </p:attrNameLst>
                                      </p:cBhvr>
                                      <p:to>
                                        <p:strVal val="visible"/>
                                      </p:to>
                                    </p:set>
                                    <p:animEffect transition="in" filter="fade">
                                      <p:cBhvr>
                                        <p:cTn id="25" dur="1000"/>
                                        <p:tgtEl>
                                          <p:spTgt spid="101"/>
                                        </p:tgtEl>
                                      </p:cBhvr>
                                    </p:animEffect>
                                    <p:anim calcmode="lin" valueType="num">
                                      <p:cBhvr>
                                        <p:cTn id="26" dur="1000" fill="hold"/>
                                        <p:tgtEl>
                                          <p:spTgt spid="101"/>
                                        </p:tgtEl>
                                        <p:attrNameLst>
                                          <p:attrName>ppt_x</p:attrName>
                                        </p:attrNameLst>
                                      </p:cBhvr>
                                      <p:tavLst>
                                        <p:tav tm="0">
                                          <p:val>
                                            <p:strVal val="#ppt_x"/>
                                          </p:val>
                                        </p:tav>
                                        <p:tav tm="100000">
                                          <p:val>
                                            <p:strVal val="#ppt_x"/>
                                          </p:val>
                                        </p:tav>
                                      </p:tavLst>
                                    </p:anim>
                                    <p:anim calcmode="lin" valueType="num">
                                      <p:cBhvr>
                                        <p:cTn id="27" dur="1000" fill="hold"/>
                                        <p:tgtEl>
                                          <p:spTgt spid="10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0E42871-69DA-4227-B6CE-DF5783E6D413}"/>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01</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矩形 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56BC6C-975E-4405-A721-9AFA1CAA5118}"/>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400" dirty="0">
                <a:solidFill>
                  <a:srgbClr val="005DA2"/>
                </a:solidFill>
                <a:latin typeface="华康俪金黑W8" panose="020B0809000000000000" pitchFamily="49" charset="-122"/>
                <a:ea typeface="华康俪金黑W8" panose="020B0809000000000000" pitchFamily="49" charset="-122"/>
                <a:cs typeface="Meiryo UI" panose="020B0604030504040204" pitchFamily="34" charset="-128"/>
              </a:rPr>
              <a:t>研究理论与文献综述</a:t>
            </a:r>
          </a:p>
        </p:txBody>
      </p:sp>
      <p:sp>
        <p:nvSpPr>
          <p:cNvPr id="4" name="矩形 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3012AB-398A-41EC-9CC6-A69E9F0A7F00}"/>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B705A76F-B266-4739-A3C0-8F309074E624}"/>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6" name="矩形 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1991A60-A9C6-460C-BE73-8E23B2D6E1D6}"/>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7" name="矩形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CBFAFB4-B46D-4E03-97BA-341007B23766}"/>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8" name="矩形 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F50C0531-6F9D-4AC2-B638-21B981C6B199}"/>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9" name="矩形 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57760D9-8A82-47D7-BD45-13CD90090CC0}"/>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 name="矩形 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A2B768-65E0-4051-B5D0-FD15AB410771}"/>
              </a:ext>
            </a:extLst>
          </p:cNvPr>
          <p:cNvSpPr/>
          <p:nvPr/>
        </p:nvSpPr>
        <p:spPr>
          <a:xfrm>
            <a:off x="525343" y="976530"/>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15" name="Group 2">
            <a:extLst>
              <a:ext uri="{FF2B5EF4-FFF2-40B4-BE49-F238E27FC236}">
                <a16:creationId xmlns:a16="http://schemas.microsoft.com/office/drawing/2014/main" id="{E6EB47E9-F120-453D-9535-56C090A97D59}"/>
              </a:ext>
            </a:extLst>
          </p:cNvPr>
          <p:cNvGrpSpPr/>
          <p:nvPr/>
        </p:nvGrpSpPr>
        <p:grpSpPr>
          <a:xfrm>
            <a:off x="5888067" y="1230610"/>
            <a:ext cx="353965" cy="7322149"/>
            <a:chOff x="5888038" y="1230313"/>
            <a:chExt cx="354013" cy="7323137"/>
          </a:xfrm>
        </p:grpSpPr>
        <p:sp>
          <p:nvSpPr>
            <p:cNvPr id="16" name="Rectangle 44">
              <a:extLst>
                <a:ext uri="{FF2B5EF4-FFF2-40B4-BE49-F238E27FC236}">
                  <a16:creationId xmlns:a16="http://schemas.microsoft.com/office/drawing/2014/main" id="{023E90C5-3C1F-4838-890C-EE09EC136C5D}"/>
                </a:ext>
              </a:extLst>
            </p:cNvPr>
            <p:cNvSpPr>
              <a:spLocks/>
            </p:cNvSpPr>
            <p:nvPr/>
          </p:nvSpPr>
          <p:spPr bwMode="auto">
            <a:xfrm>
              <a:off x="5916613" y="1384300"/>
              <a:ext cx="300038" cy="7169150"/>
            </a:xfrm>
            <a:prstGeom prst="rect">
              <a:avLst/>
            </a:prstGeom>
            <a:gradFill>
              <a:gsLst>
                <a:gs pos="15000">
                  <a:srgbClr val="7F7F7F"/>
                </a:gs>
                <a:gs pos="100000">
                  <a:srgbClr val="7F7F7F">
                    <a:lumMod val="60000"/>
                    <a:lumOff val="40000"/>
                  </a:srgbClr>
                </a:gs>
              </a:gsLst>
              <a:lin ang="10800000" scaled="0"/>
            </a:gra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17" name="Rectangle 45">
              <a:extLst>
                <a:ext uri="{FF2B5EF4-FFF2-40B4-BE49-F238E27FC236}">
                  <a16:creationId xmlns:a16="http://schemas.microsoft.com/office/drawing/2014/main" id="{DFC4512D-0389-4DA2-8E20-0FF79BAB2913}"/>
                </a:ext>
              </a:extLst>
            </p:cNvPr>
            <p:cNvSpPr>
              <a:spLocks/>
            </p:cNvSpPr>
            <p:nvPr/>
          </p:nvSpPr>
          <p:spPr bwMode="auto">
            <a:xfrm>
              <a:off x="5888038" y="1230313"/>
              <a:ext cx="354013" cy="255588"/>
            </a:xfrm>
            <a:prstGeom prst="rect">
              <a:avLst/>
            </a:prstGeom>
            <a:gradFill>
              <a:gsLst>
                <a:gs pos="15000">
                  <a:srgbClr val="5A6378"/>
                </a:gs>
                <a:gs pos="100000">
                  <a:srgbClr val="5A6378">
                    <a:lumMod val="60000"/>
                    <a:lumOff val="40000"/>
                  </a:srgbClr>
                </a:gs>
              </a:gsLst>
              <a:lin ang="10800000" scaled="0"/>
            </a:gra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grpSp>
      <p:grpSp>
        <p:nvGrpSpPr>
          <p:cNvPr id="18" name="组合 17">
            <a:extLst>
              <a:ext uri="{FF2B5EF4-FFF2-40B4-BE49-F238E27FC236}">
                <a16:creationId xmlns:a16="http://schemas.microsoft.com/office/drawing/2014/main" id="{C0066AC4-9044-4EEF-89DC-8C32C1BD5375}"/>
              </a:ext>
            </a:extLst>
          </p:cNvPr>
          <p:cNvGrpSpPr/>
          <p:nvPr/>
        </p:nvGrpSpPr>
        <p:grpSpPr>
          <a:xfrm>
            <a:off x="7073668" y="1718759"/>
            <a:ext cx="2755628" cy="868819"/>
            <a:chOff x="5305350" y="1288896"/>
            <a:chExt cx="2067000" cy="651702"/>
          </a:xfrm>
        </p:grpSpPr>
        <p:sp>
          <p:nvSpPr>
            <p:cNvPr id="19" name="TextBox 11">
              <a:extLst>
                <a:ext uri="{FF2B5EF4-FFF2-40B4-BE49-F238E27FC236}">
                  <a16:creationId xmlns:a16="http://schemas.microsoft.com/office/drawing/2014/main" id="{DD18BC26-4CCC-4818-9DA9-F199523D3193}"/>
                </a:ext>
              </a:extLst>
            </p:cNvPr>
            <p:cNvSpPr txBox="1"/>
            <p:nvPr/>
          </p:nvSpPr>
          <p:spPr>
            <a:xfrm>
              <a:off x="5305350" y="1288896"/>
              <a:ext cx="1061829" cy="253916"/>
            </a:xfrm>
            <a:prstGeom prst="rect">
              <a:avLst/>
            </a:prstGeom>
            <a:noFill/>
          </p:spPr>
          <p:txBody>
            <a:bodyPr wrap="none">
              <a:normAutofit/>
            </a:bodyPr>
            <a:lstStyle/>
            <a:p>
              <a:pP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20" name="Rectangle 12">
              <a:extLst>
                <a:ext uri="{FF2B5EF4-FFF2-40B4-BE49-F238E27FC236}">
                  <a16:creationId xmlns:a16="http://schemas.microsoft.com/office/drawing/2014/main" id="{D99E12D0-7726-4D81-B9F0-F92A26A950B1}"/>
                </a:ext>
              </a:extLst>
            </p:cNvPr>
            <p:cNvSpPr/>
            <p:nvPr/>
          </p:nvSpPr>
          <p:spPr>
            <a:xfrm>
              <a:off x="5305350" y="1525099"/>
              <a:ext cx="2067000" cy="415499"/>
            </a:xfrm>
            <a:prstGeom prst="rect">
              <a:avLst/>
            </a:prstGeom>
            <a:noFill/>
          </p:spPr>
          <p:txBody>
            <a:bodyPr wrap="square">
              <a:normAutofit/>
            </a:bodyPr>
            <a:lstStyle/>
            <a:p>
              <a:pP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21" name="组合 20">
            <a:extLst>
              <a:ext uri="{FF2B5EF4-FFF2-40B4-BE49-F238E27FC236}">
                <a16:creationId xmlns:a16="http://schemas.microsoft.com/office/drawing/2014/main" id="{25930856-9B19-468A-BC15-EC46D7C9B5B7}"/>
              </a:ext>
            </a:extLst>
          </p:cNvPr>
          <p:cNvGrpSpPr/>
          <p:nvPr/>
        </p:nvGrpSpPr>
        <p:grpSpPr>
          <a:xfrm>
            <a:off x="3494440" y="1729017"/>
            <a:ext cx="3323777" cy="884119"/>
            <a:chOff x="2620566" y="1296590"/>
            <a:chExt cx="2493169" cy="663179"/>
          </a:xfrm>
        </p:grpSpPr>
        <p:grpSp>
          <p:nvGrpSpPr>
            <p:cNvPr id="22" name="Group 9">
              <a:extLst>
                <a:ext uri="{FF2B5EF4-FFF2-40B4-BE49-F238E27FC236}">
                  <a16:creationId xmlns:a16="http://schemas.microsoft.com/office/drawing/2014/main" id="{2EEDCC75-9AE6-4EE8-A86A-4AA9C9064877}"/>
                </a:ext>
              </a:extLst>
            </p:cNvPr>
            <p:cNvGrpSpPr/>
            <p:nvPr/>
          </p:nvGrpSpPr>
          <p:grpSpPr>
            <a:xfrm>
              <a:off x="2620566" y="1296590"/>
              <a:ext cx="2493169" cy="663179"/>
              <a:chOff x="3494088" y="1728788"/>
              <a:chExt cx="3324225" cy="884238"/>
            </a:xfrm>
          </p:grpSpPr>
          <p:sp>
            <p:nvSpPr>
              <p:cNvPr id="27" name="Freeform: Shape 38">
                <a:extLst>
                  <a:ext uri="{FF2B5EF4-FFF2-40B4-BE49-F238E27FC236}">
                    <a16:creationId xmlns:a16="http://schemas.microsoft.com/office/drawing/2014/main" id="{631C442F-F578-48ED-A2B8-877A1D8EF352}"/>
                  </a:ext>
                </a:extLst>
              </p:cNvPr>
              <p:cNvSpPr>
                <a:spLocks/>
              </p:cNvSpPr>
              <p:nvPr/>
            </p:nvSpPr>
            <p:spPr bwMode="auto">
              <a:xfrm>
                <a:off x="3494088" y="1728788"/>
                <a:ext cx="3324225" cy="884238"/>
              </a:xfrm>
              <a:custGeom>
                <a:avLst/>
                <a:gdLst>
                  <a:gd name="T0" fmla="*/ 1282 w 1282"/>
                  <a:gd name="T1" fmla="*/ 311 h 341"/>
                  <a:gd name="T2" fmla="*/ 1252 w 1282"/>
                  <a:gd name="T3" fmla="*/ 341 h 341"/>
                  <a:gd name="T4" fmla="*/ 30 w 1282"/>
                  <a:gd name="T5" fmla="*/ 341 h 341"/>
                  <a:gd name="T6" fmla="*/ 0 w 1282"/>
                  <a:gd name="T7" fmla="*/ 311 h 341"/>
                  <a:gd name="T8" fmla="*/ 0 w 1282"/>
                  <a:gd name="T9" fmla="*/ 30 h 341"/>
                  <a:gd name="T10" fmla="*/ 30 w 1282"/>
                  <a:gd name="T11" fmla="*/ 0 h 341"/>
                  <a:gd name="T12" fmla="*/ 1252 w 1282"/>
                  <a:gd name="T13" fmla="*/ 0 h 341"/>
                  <a:gd name="T14" fmla="*/ 1282 w 1282"/>
                  <a:gd name="T15" fmla="*/ 30 h 341"/>
                  <a:gd name="T16" fmla="*/ 1282 w 1282"/>
                  <a:gd name="T17" fmla="*/ 31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2" h="341">
                    <a:moveTo>
                      <a:pt x="1282" y="311"/>
                    </a:moveTo>
                    <a:cubicBezTo>
                      <a:pt x="1282" y="327"/>
                      <a:pt x="1268" y="341"/>
                      <a:pt x="1252" y="341"/>
                    </a:cubicBezTo>
                    <a:cubicBezTo>
                      <a:pt x="30" y="341"/>
                      <a:pt x="30" y="341"/>
                      <a:pt x="30" y="341"/>
                    </a:cubicBezTo>
                    <a:cubicBezTo>
                      <a:pt x="13" y="341"/>
                      <a:pt x="0" y="327"/>
                      <a:pt x="0" y="311"/>
                    </a:cubicBezTo>
                    <a:cubicBezTo>
                      <a:pt x="0" y="30"/>
                      <a:pt x="0" y="30"/>
                      <a:pt x="0" y="30"/>
                    </a:cubicBezTo>
                    <a:cubicBezTo>
                      <a:pt x="0" y="13"/>
                      <a:pt x="13" y="0"/>
                      <a:pt x="30" y="0"/>
                    </a:cubicBezTo>
                    <a:cubicBezTo>
                      <a:pt x="1252" y="0"/>
                      <a:pt x="1252" y="0"/>
                      <a:pt x="1252" y="0"/>
                    </a:cubicBezTo>
                    <a:cubicBezTo>
                      <a:pt x="1268" y="0"/>
                      <a:pt x="1282" y="13"/>
                      <a:pt x="1282" y="30"/>
                    </a:cubicBezTo>
                    <a:lnTo>
                      <a:pt x="1282" y="311"/>
                    </a:lnTo>
                    <a:close/>
                  </a:path>
                </a:pathLst>
              </a:custGeom>
              <a:solidFill>
                <a:srgbClr val="0070C0"/>
              </a:soli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8" name="Freeform: Shape 39">
                <a:extLst>
                  <a:ext uri="{FF2B5EF4-FFF2-40B4-BE49-F238E27FC236}">
                    <a16:creationId xmlns:a16="http://schemas.microsoft.com/office/drawing/2014/main" id="{583056CE-2B37-4669-BA77-2EE9F4583F6F}"/>
                  </a:ext>
                </a:extLst>
              </p:cNvPr>
              <p:cNvSpPr>
                <a:spLocks/>
              </p:cNvSpPr>
              <p:nvPr/>
            </p:nvSpPr>
            <p:spPr bwMode="auto">
              <a:xfrm>
                <a:off x="3590926" y="1812925"/>
                <a:ext cx="3128963" cy="714375"/>
              </a:xfrm>
              <a:custGeom>
                <a:avLst/>
                <a:gdLst>
                  <a:gd name="T0" fmla="*/ 24 w 1207"/>
                  <a:gd name="T1" fmla="*/ 0 h 276"/>
                  <a:gd name="T2" fmla="*/ 0 w 1207"/>
                  <a:gd name="T3" fmla="*/ 24 h 276"/>
                  <a:gd name="T4" fmla="*/ 0 w 1207"/>
                  <a:gd name="T5" fmla="*/ 252 h 276"/>
                  <a:gd name="T6" fmla="*/ 24 w 1207"/>
                  <a:gd name="T7" fmla="*/ 276 h 276"/>
                  <a:gd name="T8" fmla="*/ 1183 w 1207"/>
                  <a:gd name="T9" fmla="*/ 276 h 276"/>
                  <a:gd name="T10" fmla="*/ 1207 w 1207"/>
                  <a:gd name="T11" fmla="*/ 252 h 276"/>
                  <a:gd name="T12" fmla="*/ 1207 w 1207"/>
                  <a:gd name="T13" fmla="*/ 24 h 276"/>
                  <a:gd name="T14" fmla="*/ 1183 w 1207"/>
                  <a:gd name="T15" fmla="*/ 0 h 276"/>
                  <a:gd name="T16" fmla="*/ 24 w 1207"/>
                  <a:gd name="T1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7" h="276">
                    <a:moveTo>
                      <a:pt x="24" y="0"/>
                    </a:moveTo>
                    <a:cubicBezTo>
                      <a:pt x="11" y="0"/>
                      <a:pt x="0" y="11"/>
                      <a:pt x="0" y="24"/>
                    </a:cubicBezTo>
                    <a:cubicBezTo>
                      <a:pt x="0" y="252"/>
                      <a:pt x="0" y="252"/>
                      <a:pt x="0" y="252"/>
                    </a:cubicBezTo>
                    <a:cubicBezTo>
                      <a:pt x="0" y="265"/>
                      <a:pt x="11" y="276"/>
                      <a:pt x="24" y="276"/>
                    </a:cubicBezTo>
                    <a:cubicBezTo>
                      <a:pt x="1183" y="276"/>
                      <a:pt x="1183" y="276"/>
                      <a:pt x="1183" y="276"/>
                    </a:cubicBezTo>
                    <a:cubicBezTo>
                      <a:pt x="1196" y="276"/>
                      <a:pt x="1207" y="265"/>
                      <a:pt x="1207" y="252"/>
                    </a:cubicBezTo>
                    <a:cubicBezTo>
                      <a:pt x="1207" y="24"/>
                      <a:pt x="1207" y="24"/>
                      <a:pt x="1207" y="24"/>
                    </a:cubicBezTo>
                    <a:cubicBezTo>
                      <a:pt x="1207" y="11"/>
                      <a:pt x="1196" y="0"/>
                      <a:pt x="1183" y="0"/>
                    </a:cubicBezTo>
                    <a:lnTo>
                      <a:pt x="24" y="0"/>
                    </a:lnTo>
                    <a:close/>
                  </a:path>
                </a:pathLst>
              </a:custGeom>
              <a:noFill/>
              <a:ln w="3175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23" name="TextBox 13">
              <a:extLst>
                <a:ext uri="{FF2B5EF4-FFF2-40B4-BE49-F238E27FC236}">
                  <a16:creationId xmlns:a16="http://schemas.microsoft.com/office/drawing/2014/main" id="{C64F4B5F-1118-42C7-A564-8504996D6565}"/>
                </a:ext>
              </a:extLst>
            </p:cNvPr>
            <p:cNvSpPr txBox="1"/>
            <p:nvPr/>
          </p:nvSpPr>
          <p:spPr>
            <a:xfrm>
              <a:off x="3362250" y="1488921"/>
              <a:ext cx="715580" cy="300083"/>
            </a:xfrm>
            <a:prstGeom prst="rect">
              <a:avLst/>
            </a:prstGeom>
            <a:noFill/>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666"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关键词</a:t>
              </a:r>
            </a:p>
          </p:txBody>
        </p:sp>
        <p:grpSp>
          <p:nvGrpSpPr>
            <p:cNvPr id="24" name="Group 14">
              <a:extLst>
                <a:ext uri="{FF2B5EF4-FFF2-40B4-BE49-F238E27FC236}">
                  <a16:creationId xmlns:a16="http://schemas.microsoft.com/office/drawing/2014/main" id="{863C6321-7A9D-4BE9-9F97-4D549B8B2961}"/>
                </a:ext>
              </a:extLst>
            </p:cNvPr>
            <p:cNvGrpSpPr/>
            <p:nvPr/>
          </p:nvGrpSpPr>
          <p:grpSpPr>
            <a:xfrm>
              <a:off x="2938697" y="1485899"/>
              <a:ext cx="347429" cy="302488"/>
              <a:chOff x="1482726" y="3625850"/>
              <a:chExt cx="319088" cy="277813"/>
            </a:xfrm>
            <a:solidFill>
              <a:sysClr val="window" lastClr="FFFFFF"/>
            </a:solidFill>
          </p:grpSpPr>
          <p:sp>
            <p:nvSpPr>
              <p:cNvPr id="25" name="Freeform: Shape 34">
                <a:extLst>
                  <a:ext uri="{FF2B5EF4-FFF2-40B4-BE49-F238E27FC236}">
                    <a16:creationId xmlns:a16="http://schemas.microsoft.com/office/drawing/2014/main" id="{60EF0F8F-CD5A-4AAC-8E69-A9251A476C78}"/>
                  </a:ext>
                </a:extLst>
              </p:cNvPr>
              <p:cNvSpPr>
                <a:spLocks/>
              </p:cNvSpPr>
              <p:nvPr/>
            </p:nvSpPr>
            <p:spPr bwMode="auto">
              <a:xfrm>
                <a:off x="1482726" y="3625850"/>
                <a:ext cx="319088" cy="277813"/>
              </a:xfrm>
              <a:custGeom>
                <a:avLst/>
                <a:gdLst>
                  <a:gd name="T0" fmla="*/ 108 w 120"/>
                  <a:gd name="T1" fmla="*/ 0 h 104"/>
                  <a:gd name="T2" fmla="*/ 12 w 120"/>
                  <a:gd name="T3" fmla="*/ 0 h 104"/>
                  <a:gd name="T4" fmla="*/ 0 w 120"/>
                  <a:gd name="T5" fmla="*/ 12 h 104"/>
                  <a:gd name="T6" fmla="*/ 0 w 120"/>
                  <a:gd name="T7" fmla="*/ 16 h 104"/>
                  <a:gd name="T8" fmla="*/ 8 w 120"/>
                  <a:gd name="T9" fmla="*/ 27 h 104"/>
                  <a:gd name="T10" fmla="*/ 8 w 120"/>
                  <a:gd name="T11" fmla="*/ 96 h 104"/>
                  <a:gd name="T12" fmla="*/ 16 w 120"/>
                  <a:gd name="T13" fmla="*/ 104 h 104"/>
                  <a:gd name="T14" fmla="*/ 104 w 120"/>
                  <a:gd name="T15" fmla="*/ 104 h 104"/>
                  <a:gd name="T16" fmla="*/ 112 w 120"/>
                  <a:gd name="T17" fmla="*/ 96 h 104"/>
                  <a:gd name="T18" fmla="*/ 112 w 120"/>
                  <a:gd name="T19" fmla="*/ 27 h 104"/>
                  <a:gd name="T20" fmla="*/ 120 w 120"/>
                  <a:gd name="T21" fmla="*/ 16 h 104"/>
                  <a:gd name="T22" fmla="*/ 120 w 120"/>
                  <a:gd name="T23" fmla="*/ 12 h 104"/>
                  <a:gd name="T24" fmla="*/ 108 w 120"/>
                  <a:gd name="T25" fmla="*/ 0 h 104"/>
                  <a:gd name="T26" fmla="*/ 8 w 120"/>
                  <a:gd name="T27" fmla="*/ 12 h 104"/>
                  <a:gd name="T28" fmla="*/ 12 w 120"/>
                  <a:gd name="T29" fmla="*/ 8 h 104"/>
                  <a:gd name="T30" fmla="*/ 108 w 120"/>
                  <a:gd name="T31" fmla="*/ 8 h 104"/>
                  <a:gd name="T32" fmla="*/ 112 w 120"/>
                  <a:gd name="T33" fmla="*/ 12 h 104"/>
                  <a:gd name="T34" fmla="*/ 112 w 120"/>
                  <a:gd name="T35" fmla="*/ 16 h 104"/>
                  <a:gd name="T36" fmla="*/ 108 w 120"/>
                  <a:gd name="T37" fmla="*/ 20 h 104"/>
                  <a:gd name="T38" fmla="*/ 108 w 120"/>
                  <a:gd name="T39" fmla="*/ 20 h 104"/>
                  <a:gd name="T40" fmla="*/ 12 w 120"/>
                  <a:gd name="T41" fmla="*/ 20 h 104"/>
                  <a:gd name="T42" fmla="*/ 12 w 120"/>
                  <a:gd name="T43" fmla="*/ 20 h 104"/>
                  <a:gd name="T44" fmla="*/ 8 w 120"/>
                  <a:gd name="T45" fmla="*/ 16 h 104"/>
                  <a:gd name="T46" fmla="*/ 8 w 120"/>
                  <a:gd name="T47" fmla="*/ 12 h 104"/>
                  <a:gd name="T48" fmla="*/ 16 w 120"/>
                  <a:gd name="T49" fmla="*/ 96 h 104"/>
                  <a:gd name="T50" fmla="*/ 16 w 120"/>
                  <a:gd name="T51" fmla="*/ 28 h 104"/>
                  <a:gd name="T52" fmla="*/ 104 w 120"/>
                  <a:gd name="T53" fmla="*/ 28 h 104"/>
                  <a:gd name="T54" fmla="*/ 104 w 120"/>
                  <a:gd name="T55" fmla="*/ 96 h 104"/>
                  <a:gd name="T56" fmla="*/ 16 w 120"/>
                  <a:gd name="T57" fmla="*/ 9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0" h="104">
                    <a:moveTo>
                      <a:pt x="108" y="0"/>
                    </a:moveTo>
                    <a:cubicBezTo>
                      <a:pt x="12" y="0"/>
                      <a:pt x="12" y="0"/>
                      <a:pt x="12" y="0"/>
                    </a:cubicBezTo>
                    <a:cubicBezTo>
                      <a:pt x="5" y="0"/>
                      <a:pt x="0" y="5"/>
                      <a:pt x="0" y="12"/>
                    </a:cubicBezTo>
                    <a:cubicBezTo>
                      <a:pt x="0" y="16"/>
                      <a:pt x="0" y="16"/>
                      <a:pt x="0" y="16"/>
                    </a:cubicBezTo>
                    <a:cubicBezTo>
                      <a:pt x="0" y="21"/>
                      <a:pt x="3" y="26"/>
                      <a:pt x="8" y="27"/>
                    </a:cubicBezTo>
                    <a:cubicBezTo>
                      <a:pt x="8" y="96"/>
                      <a:pt x="8" y="96"/>
                      <a:pt x="8" y="96"/>
                    </a:cubicBezTo>
                    <a:cubicBezTo>
                      <a:pt x="8" y="100"/>
                      <a:pt x="12" y="104"/>
                      <a:pt x="16" y="104"/>
                    </a:cubicBezTo>
                    <a:cubicBezTo>
                      <a:pt x="104" y="104"/>
                      <a:pt x="104" y="104"/>
                      <a:pt x="104" y="104"/>
                    </a:cubicBezTo>
                    <a:cubicBezTo>
                      <a:pt x="108" y="104"/>
                      <a:pt x="112" y="100"/>
                      <a:pt x="112" y="96"/>
                    </a:cubicBezTo>
                    <a:cubicBezTo>
                      <a:pt x="112" y="27"/>
                      <a:pt x="112" y="27"/>
                      <a:pt x="112" y="27"/>
                    </a:cubicBezTo>
                    <a:cubicBezTo>
                      <a:pt x="117" y="26"/>
                      <a:pt x="120" y="21"/>
                      <a:pt x="120" y="16"/>
                    </a:cubicBezTo>
                    <a:cubicBezTo>
                      <a:pt x="120" y="12"/>
                      <a:pt x="120" y="12"/>
                      <a:pt x="120" y="12"/>
                    </a:cubicBezTo>
                    <a:cubicBezTo>
                      <a:pt x="120" y="5"/>
                      <a:pt x="115" y="0"/>
                      <a:pt x="108" y="0"/>
                    </a:cubicBezTo>
                    <a:close/>
                    <a:moveTo>
                      <a:pt x="8" y="12"/>
                    </a:moveTo>
                    <a:cubicBezTo>
                      <a:pt x="8" y="10"/>
                      <a:pt x="10" y="8"/>
                      <a:pt x="12" y="8"/>
                    </a:cubicBezTo>
                    <a:cubicBezTo>
                      <a:pt x="108" y="8"/>
                      <a:pt x="108" y="8"/>
                      <a:pt x="108" y="8"/>
                    </a:cubicBezTo>
                    <a:cubicBezTo>
                      <a:pt x="110" y="8"/>
                      <a:pt x="112" y="10"/>
                      <a:pt x="112" y="12"/>
                    </a:cubicBezTo>
                    <a:cubicBezTo>
                      <a:pt x="112" y="16"/>
                      <a:pt x="112" y="16"/>
                      <a:pt x="112" y="16"/>
                    </a:cubicBezTo>
                    <a:cubicBezTo>
                      <a:pt x="112" y="18"/>
                      <a:pt x="110" y="20"/>
                      <a:pt x="108" y="20"/>
                    </a:cubicBezTo>
                    <a:cubicBezTo>
                      <a:pt x="108" y="20"/>
                      <a:pt x="108" y="20"/>
                      <a:pt x="108" y="20"/>
                    </a:cubicBezTo>
                    <a:cubicBezTo>
                      <a:pt x="12" y="20"/>
                      <a:pt x="12" y="20"/>
                      <a:pt x="12" y="20"/>
                    </a:cubicBezTo>
                    <a:cubicBezTo>
                      <a:pt x="12" y="20"/>
                      <a:pt x="12" y="20"/>
                      <a:pt x="12" y="20"/>
                    </a:cubicBezTo>
                    <a:cubicBezTo>
                      <a:pt x="10" y="20"/>
                      <a:pt x="8" y="18"/>
                      <a:pt x="8" y="16"/>
                    </a:cubicBezTo>
                    <a:lnTo>
                      <a:pt x="8" y="12"/>
                    </a:lnTo>
                    <a:close/>
                    <a:moveTo>
                      <a:pt x="16" y="96"/>
                    </a:moveTo>
                    <a:cubicBezTo>
                      <a:pt x="16" y="28"/>
                      <a:pt x="16" y="28"/>
                      <a:pt x="16" y="28"/>
                    </a:cubicBezTo>
                    <a:cubicBezTo>
                      <a:pt x="104" y="28"/>
                      <a:pt x="104" y="28"/>
                      <a:pt x="104" y="28"/>
                    </a:cubicBezTo>
                    <a:cubicBezTo>
                      <a:pt x="104" y="96"/>
                      <a:pt x="104" y="96"/>
                      <a:pt x="104" y="96"/>
                    </a:cubicBezTo>
                    <a:lnTo>
                      <a:pt x="16"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26" name="Freeform: Shape 35">
                <a:extLst>
                  <a:ext uri="{FF2B5EF4-FFF2-40B4-BE49-F238E27FC236}">
                    <a16:creationId xmlns:a16="http://schemas.microsoft.com/office/drawing/2014/main" id="{62760B85-56D3-46CF-AF0B-C5A75876380B}"/>
                  </a:ext>
                </a:extLst>
              </p:cNvPr>
              <p:cNvSpPr>
                <a:spLocks/>
              </p:cNvSpPr>
              <p:nvPr/>
            </p:nvSpPr>
            <p:spPr bwMode="auto">
              <a:xfrm>
                <a:off x="1600201" y="3732213"/>
                <a:ext cx="84138" cy="22225"/>
              </a:xfrm>
              <a:custGeom>
                <a:avLst/>
                <a:gdLst>
                  <a:gd name="T0" fmla="*/ 28 w 32"/>
                  <a:gd name="T1" fmla="*/ 0 h 8"/>
                  <a:gd name="T2" fmla="*/ 4 w 32"/>
                  <a:gd name="T3" fmla="*/ 0 h 8"/>
                  <a:gd name="T4" fmla="*/ 0 w 32"/>
                  <a:gd name="T5" fmla="*/ 4 h 8"/>
                  <a:gd name="T6" fmla="*/ 4 w 32"/>
                  <a:gd name="T7" fmla="*/ 8 h 8"/>
                  <a:gd name="T8" fmla="*/ 28 w 32"/>
                  <a:gd name="T9" fmla="*/ 8 h 8"/>
                  <a:gd name="T10" fmla="*/ 32 w 32"/>
                  <a:gd name="T11" fmla="*/ 4 h 8"/>
                  <a:gd name="T12" fmla="*/ 28 w 32"/>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32" h="8">
                    <a:moveTo>
                      <a:pt x="28" y="0"/>
                    </a:moveTo>
                    <a:cubicBezTo>
                      <a:pt x="4" y="0"/>
                      <a:pt x="4" y="0"/>
                      <a:pt x="4" y="0"/>
                    </a:cubicBezTo>
                    <a:cubicBezTo>
                      <a:pt x="2" y="0"/>
                      <a:pt x="0" y="2"/>
                      <a:pt x="0" y="4"/>
                    </a:cubicBezTo>
                    <a:cubicBezTo>
                      <a:pt x="0" y="6"/>
                      <a:pt x="2" y="8"/>
                      <a:pt x="4" y="8"/>
                    </a:cubicBezTo>
                    <a:cubicBezTo>
                      <a:pt x="28" y="8"/>
                      <a:pt x="28" y="8"/>
                      <a:pt x="28" y="8"/>
                    </a:cubicBezTo>
                    <a:cubicBezTo>
                      <a:pt x="30" y="8"/>
                      <a:pt x="32" y="6"/>
                      <a:pt x="32" y="4"/>
                    </a:cubicBezTo>
                    <a:cubicBezTo>
                      <a:pt x="32" y="2"/>
                      <a:pt x="30" y="0"/>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grpSp>
        <p:nvGrpSpPr>
          <p:cNvPr id="29" name="组合 28">
            <a:extLst>
              <a:ext uri="{FF2B5EF4-FFF2-40B4-BE49-F238E27FC236}">
                <a16:creationId xmlns:a16="http://schemas.microsoft.com/office/drawing/2014/main" id="{761AA1EB-8C4A-4AFB-B8D9-83223B4C17B4}"/>
              </a:ext>
            </a:extLst>
          </p:cNvPr>
          <p:cNvGrpSpPr/>
          <p:nvPr/>
        </p:nvGrpSpPr>
        <p:grpSpPr>
          <a:xfrm>
            <a:off x="2502286" y="2810813"/>
            <a:ext cx="2755628" cy="868819"/>
            <a:chOff x="1876350" y="2108046"/>
            <a:chExt cx="2067000" cy="651702"/>
          </a:xfrm>
        </p:grpSpPr>
        <p:sp>
          <p:nvSpPr>
            <p:cNvPr id="30" name="TextBox 15">
              <a:extLst>
                <a:ext uri="{FF2B5EF4-FFF2-40B4-BE49-F238E27FC236}">
                  <a16:creationId xmlns:a16="http://schemas.microsoft.com/office/drawing/2014/main" id="{EDC1E84F-672F-4690-851E-B04D2176D72F}"/>
                </a:ext>
              </a:extLst>
            </p:cNvPr>
            <p:cNvSpPr txBox="1"/>
            <p:nvPr/>
          </p:nvSpPr>
          <p:spPr>
            <a:xfrm>
              <a:off x="2881521" y="2108046"/>
              <a:ext cx="1061829" cy="253916"/>
            </a:xfrm>
            <a:prstGeom prst="rect">
              <a:avLst/>
            </a:prstGeom>
            <a:noFill/>
          </p:spPr>
          <p:txBody>
            <a:bodyPr wrap="none">
              <a:normAutofit/>
            </a:bodyPr>
            <a:lstStyle/>
            <a:p>
              <a:pPr algn="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31" name="Rectangle 16">
              <a:extLst>
                <a:ext uri="{FF2B5EF4-FFF2-40B4-BE49-F238E27FC236}">
                  <a16:creationId xmlns:a16="http://schemas.microsoft.com/office/drawing/2014/main" id="{CEF8D424-84F7-45F4-A71C-03078DB464B2}"/>
                </a:ext>
              </a:extLst>
            </p:cNvPr>
            <p:cNvSpPr/>
            <p:nvPr/>
          </p:nvSpPr>
          <p:spPr>
            <a:xfrm>
              <a:off x="1876350" y="2344249"/>
              <a:ext cx="2067000" cy="415499"/>
            </a:xfrm>
            <a:prstGeom prst="rect">
              <a:avLst/>
            </a:prstGeom>
            <a:noFill/>
          </p:spPr>
          <p:txBody>
            <a:bodyPr wrap="square">
              <a:normAutofit/>
            </a:bodyPr>
            <a:lstStyle/>
            <a:p>
              <a:pPr algn="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32" name="组合 31">
            <a:extLst>
              <a:ext uri="{FF2B5EF4-FFF2-40B4-BE49-F238E27FC236}">
                <a16:creationId xmlns:a16="http://schemas.microsoft.com/office/drawing/2014/main" id="{EEF0C2C4-75BE-46A2-AC2A-D78DB166D345}"/>
              </a:ext>
            </a:extLst>
          </p:cNvPr>
          <p:cNvGrpSpPr/>
          <p:nvPr/>
        </p:nvGrpSpPr>
        <p:grpSpPr>
          <a:xfrm>
            <a:off x="7099066" y="3902865"/>
            <a:ext cx="2755628" cy="868819"/>
            <a:chOff x="5324400" y="2927196"/>
            <a:chExt cx="2067000" cy="651702"/>
          </a:xfrm>
        </p:grpSpPr>
        <p:sp>
          <p:nvSpPr>
            <p:cNvPr id="33" name="TextBox 17">
              <a:extLst>
                <a:ext uri="{FF2B5EF4-FFF2-40B4-BE49-F238E27FC236}">
                  <a16:creationId xmlns:a16="http://schemas.microsoft.com/office/drawing/2014/main" id="{215123BB-A981-4246-B627-3FBF5742004D}"/>
                </a:ext>
              </a:extLst>
            </p:cNvPr>
            <p:cNvSpPr txBox="1"/>
            <p:nvPr/>
          </p:nvSpPr>
          <p:spPr>
            <a:xfrm>
              <a:off x="5324400" y="2927196"/>
              <a:ext cx="1061829" cy="253916"/>
            </a:xfrm>
            <a:prstGeom prst="rect">
              <a:avLst/>
            </a:prstGeom>
            <a:noFill/>
          </p:spPr>
          <p:txBody>
            <a:bodyPr wrap="none">
              <a:normAutofit/>
            </a:bodyPr>
            <a:lstStyle/>
            <a:p>
              <a:pP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34" name="Rectangle 18">
              <a:extLst>
                <a:ext uri="{FF2B5EF4-FFF2-40B4-BE49-F238E27FC236}">
                  <a16:creationId xmlns:a16="http://schemas.microsoft.com/office/drawing/2014/main" id="{1D2DF0B0-46A5-46F6-9A9B-98255AD68917}"/>
                </a:ext>
              </a:extLst>
            </p:cNvPr>
            <p:cNvSpPr/>
            <p:nvPr/>
          </p:nvSpPr>
          <p:spPr>
            <a:xfrm>
              <a:off x="5324400" y="3163399"/>
              <a:ext cx="2067000" cy="415499"/>
            </a:xfrm>
            <a:prstGeom prst="rect">
              <a:avLst/>
            </a:prstGeom>
            <a:noFill/>
          </p:spPr>
          <p:txBody>
            <a:bodyPr wrap="square">
              <a:normAutofit/>
            </a:bodyPr>
            <a:lstStyle/>
            <a:p>
              <a:pP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35" name="组合 34">
            <a:extLst>
              <a:ext uri="{FF2B5EF4-FFF2-40B4-BE49-F238E27FC236}">
                <a16:creationId xmlns:a16="http://schemas.microsoft.com/office/drawing/2014/main" id="{F85CC009-FBFC-44B1-ABEA-DA03C53EB9C9}"/>
              </a:ext>
            </a:extLst>
          </p:cNvPr>
          <p:cNvGrpSpPr/>
          <p:nvPr/>
        </p:nvGrpSpPr>
        <p:grpSpPr>
          <a:xfrm>
            <a:off x="2527682" y="4994917"/>
            <a:ext cx="2755628" cy="868819"/>
            <a:chOff x="1895400" y="3746346"/>
            <a:chExt cx="2067000" cy="651702"/>
          </a:xfrm>
        </p:grpSpPr>
        <p:sp>
          <p:nvSpPr>
            <p:cNvPr id="36" name="TextBox 19">
              <a:extLst>
                <a:ext uri="{FF2B5EF4-FFF2-40B4-BE49-F238E27FC236}">
                  <a16:creationId xmlns:a16="http://schemas.microsoft.com/office/drawing/2014/main" id="{C82C3EEC-37D8-4B69-A51A-F7B8ECA384A6}"/>
                </a:ext>
              </a:extLst>
            </p:cNvPr>
            <p:cNvSpPr txBox="1"/>
            <p:nvPr/>
          </p:nvSpPr>
          <p:spPr>
            <a:xfrm>
              <a:off x="2900571" y="3746346"/>
              <a:ext cx="1061829" cy="253916"/>
            </a:xfrm>
            <a:prstGeom prst="rect">
              <a:avLst/>
            </a:prstGeom>
            <a:noFill/>
          </p:spPr>
          <p:txBody>
            <a:bodyPr wrap="none">
              <a:normAutofit/>
            </a:bodyPr>
            <a:lstStyle/>
            <a:p>
              <a:pPr algn="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37" name="Rectangle 20">
              <a:extLst>
                <a:ext uri="{FF2B5EF4-FFF2-40B4-BE49-F238E27FC236}">
                  <a16:creationId xmlns:a16="http://schemas.microsoft.com/office/drawing/2014/main" id="{04C73B24-63DB-4EE4-A309-9E9207CB4F97}"/>
                </a:ext>
              </a:extLst>
            </p:cNvPr>
            <p:cNvSpPr/>
            <p:nvPr/>
          </p:nvSpPr>
          <p:spPr>
            <a:xfrm>
              <a:off x="1895400" y="3982549"/>
              <a:ext cx="2067000" cy="415499"/>
            </a:xfrm>
            <a:prstGeom prst="rect">
              <a:avLst/>
            </a:prstGeom>
            <a:noFill/>
          </p:spPr>
          <p:txBody>
            <a:bodyPr wrap="square">
              <a:normAutofit/>
            </a:bodyPr>
            <a:lstStyle/>
            <a:p>
              <a:pPr algn="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38" name="组合 37">
            <a:extLst>
              <a:ext uri="{FF2B5EF4-FFF2-40B4-BE49-F238E27FC236}">
                <a16:creationId xmlns:a16="http://schemas.microsoft.com/office/drawing/2014/main" id="{5CBE6BA9-0522-46AC-8C08-9C03B03E637C}"/>
              </a:ext>
            </a:extLst>
          </p:cNvPr>
          <p:cNvGrpSpPr/>
          <p:nvPr/>
        </p:nvGrpSpPr>
        <p:grpSpPr>
          <a:xfrm>
            <a:off x="5486484" y="2797261"/>
            <a:ext cx="3322191" cy="882532"/>
            <a:chOff x="4114801" y="2097881"/>
            <a:chExt cx="2491979" cy="661988"/>
          </a:xfrm>
        </p:grpSpPr>
        <p:grpSp>
          <p:nvGrpSpPr>
            <p:cNvPr id="39" name="Group 10">
              <a:extLst>
                <a:ext uri="{FF2B5EF4-FFF2-40B4-BE49-F238E27FC236}">
                  <a16:creationId xmlns:a16="http://schemas.microsoft.com/office/drawing/2014/main" id="{A133EFD9-9EB6-4CC9-AF6E-D13DB26403AD}"/>
                </a:ext>
              </a:extLst>
            </p:cNvPr>
            <p:cNvGrpSpPr/>
            <p:nvPr/>
          </p:nvGrpSpPr>
          <p:grpSpPr>
            <a:xfrm>
              <a:off x="4114801" y="2097881"/>
              <a:ext cx="2491979" cy="661988"/>
              <a:chOff x="5486401" y="2797175"/>
              <a:chExt cx="3322638" cy="882650"/>
            </a:xfrm>
          </p:grpSpPr>
          <p:sp>
            <p:nvSpPr>
              <p:cNvPr id="44" name="Freeform: Shape 36">
                <a:extLst>
                  <a:ext uri="{FF2B5EF4-FFF2-40B4-BE49-F238E27FC236}">
                    <a16:creationId xmlns:a16="http://schemas.microsoft.com/office/drawing/2014/main" id="{28B050D5-4C47-4D6E-9F6D-0E7338C55FC9}"/>
                  </a:ext>
                </a:extLst>
              </p:cNvPr>
              <p:cNvSpPr>
                <a:spLocks/>
              </p:cNvSpPr>
              <p:nvPr/>
            </p:nvSpPr>
            <p:spPr bwMode="auto">
              <a:xfrm>
                <a:off x="5486401" y="2797175"/>
                <a:ext cx="3322638" cy="882650"/>
              </a:xfrm>
              <a:custGeom>
                <a:avLst/>
                <a:gdLst>
                  <a:gd name="T0" fmla="*/ 1282 w 1282"/>
                  <a:gd name="T1" fmla="*/ 311 h 341"/>
                  <a:gd name="T2" fmla="*/ 1252 w 1282"/>
                  <a:gd name="T3" fmla="*/ 341 h 341"/>
                  <a:gd name="T4" fmla="*/ 30 w 1282"/>
                  <a:gd name="T5" fmla="*/ 341 h 341"/>
                  <a:gd name="T6" fmla="*/ 0 w 1282"/>
                  <a:gd name="T7" fmla="*/ 311 h 341"/>
                  <a:gd name="T8" fmla="*/ 0 w 1282"/>
                  <a:gd name="T9" fmla="*/ 30 h 341"/>
                  <a:gd name="T10" fmla="*/ 30 w 1282"/>
                  <a:gd name="T11" fmla="*/ 0 h 341"/>
                  <a:gd name="T12" fmla="*/ 1252 w 1282"/>
                  <a:gd name="T13" fmla="*/ 0 h 341"/>
                  <a:gd name="T14" fmla="*/ 1282 w 1282"/>
                  <a:gd name="T15" fmla="*/ 30 h 341"/>
                  <a:gd name="T16" fmla="*/ 1282 w 1282"/>
                  <a:gd name="T17" fmla="*/ 31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2" h="341">
                    <a:moveTo>
                      <a:pt x="1282" y="311"/>
                    </a:moveTo>
                    <a:cubicBezTo>
                      <a:pt x="1282" y="327"/>
                      <a:pt x="1268" y="341"/>
                      <a:pt x="1252" y="341"/>
                    </a:cubicBezTo>
                    <a:cubicBezTo>
                      <a:pt x="30" y="341"/>
                      <a:pt x="30" y="341"/>
                      <a:pt x="30" y="341"/>
                    </a:cubicBezTo>
                    <a:cubicBezTo>
                      <a:pt x="13" y="341"/>
                      <a:pt x="0" y="327"/>
                      <a:pt x="0" y="311"/>
                    </a:cubicBezTo>
                    <a:cubicBezTo>
                      <a:pt x="0" y="30"/>
                      <a:pt x="0" y="30"/>
                      <a:pt x="0" y="30"/>
                    </a:cubicBezTo>
                    <a:cubicBezTo>
                      <a:pt x="0" y="13"/>
                      <a:pt x="13" y="0"/>
                      <a:pt x="30" y="0"/>
                    </a:cubicBezTo>
                    <a:cubicBezTo>
                      <a:pt x="1252" y="0"/>
                      <a:pt x="1252" y="0"/>
                      <a:pt x="1252" y="0"/>
                    </a:cubicBezTo>
                    <a:cubicBezTo>
                      <a:pt x="1268" y="0"/>
                      <a:pt x="1282" y="13"/>
                      <a:pt x="1282" y="30"/>
                    </a:cubicBezTo>
                    <a:lnTo>
                      <a:pt x="1282" y="311"/>
                    </a:lnTo>
                    <a:close/>
                  </a:path>
                </a:pathLst>
              </a:custGeom>
              <a:solidFill>
                <a:srgbClr val="005DA2"/>
              </a:soli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5" name="Freeform: Shape 37">
                <a:extLst>
                  <a:ext uri="{FF2B5EF4-FFF2-40B4-BE49-F238E27FC236}">
                    <a16:creationId xmlns:a16="http://schemas.microsoft.com/office/drawing/2014/main" id="{15461FEC-7D10-42D5-87A6-3539374DCF06}"/>
                  </a:ext>
                </a:extLst>
              </p:cNvPr>
              <p:cNvSpPr>
                <a:spLocks/>
              </p:cNvSpPr>
              <p:nvPr/>
            </p:nvSpPr>
            <p:spPr bwMode="auto">
              <a:xfrm>
                <a:off x="5581651" y="2879725"/>
                <a:ext cx="3128963" cy="714375"/>
              </a:xfrm>
              <a:custGeom>
                <a:avLst/>
                <a:gdLst>
                  <a:gd name="T0" fmla="*/ 24 w 1207"/>
                  <a:gd name="T1" fmla="*/ 0 h 276"/>
                  <a:gd name="T2" fmla="*/ 0 w 1207"/>
                  <a:gd name="T3" fmla="*/ 24 h 276"/>
                  <a:gd name="T4" fmla="*/ 0 w 1207"/>
                  <a:gd name="T5" fmla="*/ 252 h 276"/>
                  <a:gd name="T6" fmla="*/ 24 w 1207"/>
                  <a:gd name="T7" fmla="*/ 276 h 276"/>
                  <a:gd name="T8" fmla="*/ 1183 w 1207"/>
                  <a:gd name="T9" fmla="*/ 276 h 276"/>
                  <a:gd name="T10" fmla="*/ 1207 w 1207"/>
                  <a:gd name="T11" fmla="*/ 252 h 276"/>
                  <a:gd name="T12" fmla="*/ 1207 w 1207"/>
                  <a:gd name="T13" fmla="*/ 24 h 276"/>
                  <a:gd name="T14" fmla="*/ 1183 w 1207"/>
                  <a:gd name="T15" fmla="*/ 0 h 276"/>
                  <a:gd name="T16" fmla="*/ 24 w 1207"/>
                  <a:gd name="T1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7" h="276">
                    <a:moveTo>
                      <a:pt x="24" y="0"/>
                    </a:moveTo>
                    <a:cubicBezTo>
                      <a:pt x="11" y="0"/>
                      <a:pt x="0" y="11"/>
                      <a:pt x="0" y="24"/>
                    </a:cubicBezTo>
                    <a:cubicBezTo>
                      <a:pt x="0" y="252"/>
                      <a:pt x="0" y="252"/>
                      <a:pt x="0" y="252"/>
                    </a:cubicBezTo>
                    <a:cubicBezTo>
                      <a:pt x="0" y="265"/>
                      <a:pt x="11" y="276"/>
                      <a:pt x="24" y="276"/>
                    </a:cubicBezTo>
                    <a:cubicBezTo>
                      <a:pt x="1183" y="276"/>
                      <a:pt x="1183" y="276"/>
                      <a:pt x="1183" y="276"/>
                    </a:cubicBezTo>
                    <a:cubicBezTo>
                      <a:pt x="1196" y="276"/>
                      <a:pt x="1207" y="265"/>
                      <a:pt x="1207" y="252"/>
                    </a:cubicBezTo>
                    <a:cubicBezTo>
                      <a:pt x="1207" y="24"/>
                      <a:pt x="1207" y="24"/>
                      <a:pt x="1207" y="24"/>
                    </a:cubicBezTo>
                    <a:cubicBezTo>
                      <a:pt x="1207" y="11"/>
                      <a:pt x="1196" y="0"/>
                      <a:pt x="1183" y="0"/>
                    </a:cubicBezTo>
                    <a:lnTo>
                      <a:pt x="24" y="0"/>
                    </a:lnTo>
                    <a:close/>
                  </a:path>
                </a:pathLst>
              </a:custGeom>
              <a:noFill/>
              <a:ln w="3175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40" name="Group 21">
              <a:extLst>
                <a:ext uri="{FF2B5EF4-FFF2-40B4-BE49-F238E27FC236}">
                  <a16:creationId xmlns:a16="http://schemas.microsoft.com/office/drawing/2014/main" id="{164C2EA4-A1CD-4047-BA1D-6BC11B521943}"/>
                </a:ext>
              </a:extLst>
            </p:cNvPr>
            <p:cNvGrpSpPr/>
            <p:nvPr/>
          </p:nvGrpSpPr>
          <p:grpSpPr>
            <a:xfrm>
              <a:off x="4358401" y="2266950"/>
              <a:ext cx="381360" cy="333375"/>
              <a:chOff x="9344026" y="4030663"/>
              <a:chExt cx="239713" cy="209551"/>
            </a:xfrm>
            <a:solidFill>
              <a:sysClr val="window" lastClr="FFFFFF"/>
            </a:solidFill>
          </p:grpSpPr>
          <p:sp>
            <p:nvSpPr>
              <p:cNvPr id="42" name="Freeform: Shape 32">
                <a:extLst>
                  <a:ext uri="{FF2B5EF4-FFF2-40B4-BE49-F238E27FC236}">
                    <a16:creationId xmlns:a16="http://schemas.microsoft.com/office/drawing/2014/main" id="{52180C99-8B7A-44D7-A8D5-A1044FCB279B}"/>
                  </a:ext>
                </a:extLst>
              </p:cNvPr>
              <p:cNvSpPr>
                <a:spLocks/>
              </p:cNvSpPr>
              <p:nvPr/>
            </p:nvSpPr>
            <p:spPr bwMode="auto">
              <a:xfrm>
                <a:off x="9344026" y="4030663"/>
                <a:ext cx="239713" cy="179388"/>
              </a:xfrm>
              <a:custGeom>
                <a:avLst/>
                <a:gdLst>
                  <a:gd name="T0" fmla="*/ 56 w 64"/>
                  <a:gd name="T1" fmla="*/ 18 h 48"/>
                  <a:gd name="T2" fmla="*/ 56 w 64"/>
                  <a:gd name="T3" fmla="*/ 18 h 48"/>
                  <a:gd name="T4" fmla="*/ 38 w 64"/>
                  <a:gd name="T5" fmla="*/ 0 h 48"/>
                  <a:gd name="T6" fmla="*/ 22 w 64"/>
                  <a:gd name="T7" fmla="*/ 9 h 48"/>
                  <a:gd name="T8" fmla="*/ 18 w 64"/>
                  <a:gd name="T9" fmla="*/ 8 h 48"/>
                  <a:gd name="T10" fmla="*/ 8 w 64"/>
                  <a:gd name="T11" fmla="*/ 18 h 48"/>
                  <a:gd name="T12" fmla="*/ 8 w 64"/>
                  <a:gd name="T13" fmla="*/ 18 h 48"/>
                  <a:gd name="T14" fmla="*/ 0 w 64"/>
                  <a:gd name="T15" fmla="*/ 32 h 48"/>
                  <a:gd name="T16" fmla="*/ 16 w 64"/>
                  <a:gd name="T17" fmla="*/ 48 h 48"/>
                  <a:gd name="T18" fmla="*/ 20 w 64"/>
                  <a:gd name="T19" fmla="*/ 48 h 48"/>
                  <a:gd name="T20" fmla="*/ 20 w 64"/>
                  <a:gd name="T21" fmla="*/ 44 h 48"/>
                  <a:gd name="T22" fmla="*/ 16 w 64"/>
                  <a:gd name="T23" fmla="*/ 44 h 48"/>
                  <a:gd name="T24" fmla="*/ 4 w 64"/>
                  <a:gd name="T25" fmla="*/ 32 h 48"/>
                  <a:gd name="T26" fmla="*/ 10 w 64"/>
                  <a:gd name="T27" fmla="*/ 22 h 48"/>
                  <a:gd name="T28" fmla="*/ 12 w 64"/>
                  <a:gd name="T29" fmla="*/ 21 h 48"/>
                  <a:gd name="T30" fmla="*/ 12 w 64"/>
                  <a:gd name="T31" fmla="*/ 18 h 48"/>
                  <a:gd name="T32" fmla="*/ 12 w 64"/>
                  <a:gd name="T33" fmla="*/ 18 h 48"/>
                  <a:gd name="T34" fmla="*/ 18 w 64"/>
                  <a:gd name="T35" fmla="*/ 12 h 48"/>
                  <a:gd name="T36" fmla="*/ 21 w 64"/>
                  <a:gd name="T37" fmla="*/ 13 h 48"/>
                  <a:gd name="T38" fmla="*/ 24 w 64"/>
                  <a:gd name="T39" fmla="*/ 14 h 48"/>
                  <a:gd name="T40" fmla="*/ 26 w 64"/>
                  <a:gd name="T41" fmla="*/ 11 h 48"/>
                  <a:gd name="T42" fmla="*/ 38 w 64"/>
                  <a:gd name="T43" fmla="*/ 4 h 48"/>
                  <a:gd name="T44" fmla="*/ 52 w 64"/>
                  <a:gd name="T45" fmla="*/ 18 h 48"/>
                  <a:gd name="T46" fmla="*/ 52 w 64"/>
                  <a:gd name="T47" fmla="*/ 18 h 48"/>
                  <a:gd name="T48" fmla="*/ 52 w 64"/>
                  <a:gd name="T49" fmla="*/ 21 h 48"/>
                  <a:gd name="T50" fmla="*/ 54 w 64"/>
                  <a:gd name="T51" fmla="*/ 22 h 48"/>
                  <a:gd name="T52" fmla="*/ 60 w 64"/>
                  <a:gd name="T53" fmla="*/ 32 h 48"/>
                  <a:gd name="T54" fmla="*/ 48 w 64"/>
                  <a:gd name="T55" fmla="*/ 44 h 48"/>
                  <a:gd name="T56" fmla="*/ 44 w 64"/>
                  <a:gd name="T57" fmla="*/ 44 h 48"/>
                  <a:gd name="T58" fmla="*/ 44 w 64"/>
                  <a:gd name="T59" fmla="*/ 48 h 48"/>
                  <a:gd name="T60" fmla="*/ 48 w 64"/>
                  <a:gd name="T61" fmla="*/ 48 h 48"/>
                  <a:gd name="T62" fmla="*/ 64 w 64"/>
                  <a:gd name="T63" fmla="*/ 32 h 48"/>
                  <a:gd name="T64" fmla="*/ 56 w 64"/>
                  <a:gd name="T65" fmla="*/ 1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4" h="48">
                    <a:moveTo>
                      <a:pt x="56" y="18"/>
                    </a:moveTo>
                    <a:cubicBezTo>
                      <a:pt x="56" y="18"/>
                      <a:pt x="56" y="18"/>
                      <a:pt x="56" y="18"/>
                    </a:cubicBezTo>
                    <a:cubicBezTo>
                      <a:pt x="56" y="8"/>
                      <a:pt x="48" y="0"/>
                      <a:pt x="38" y="0"/>
                    </a:cubicBezTo>
                    <a:cubicBezTo>
                      <a:pt x="31" y="0"/>
                      <a:pt x="26" y="4"/>
                      <a:pt x="22" y="9"/>
                    </a:cubicBezTo>
                    <a:cubicBezTo>
                      <a:pt x="21" y="8"/>
                      <a:pt x="20" y="8"/>
                      <a:pt x="18" y="8"/>
                    </a:cubicBezTo>
                    <a:cubicBezTo>
                      <a:pt x="12" y="8"/>
                      <a:pt x="8" y="12"/>
                      <a:pt x="8" y="18"/>
                    </a:cubicBezTo>
                    <a:cubicBezTo>
                      <a:pt x="8" y="18"/>
                      <a:pt x="8" y="18"/>
                      <a:pt x="8" y="18"/>
                    </a:cubicBezTo>
                    <a:cubicBezTo>
                      <a:pt x="3" y="21"/>
                      <a:pt x="0" y="26"/>
                      <a:pt x="0" y="32"/>
                    </a:cubicBezTo>
                    <a:cubicBezTo>
                      <a:pt x="0" y="41"/>
                      <a:pt x="7" y="48"/>
                      <a:pt x="16" y="48"/>
                    </a:cubicBezTo>
                    <a:cubicBezTo>
                      <a:pt x="20" y="48"/>
                      <a:pt x="20" y="48"/>
                      <a:pt x="20" y="48"/>
                    </a:cubicBezTo>
                    <a:cubicBezTo>
                      <a:pt x="20" y="44"/>
                      <a:pt x="20" y="44"/>
                      <a:pt x="20" y="44"/>
                    </a:cubicBezTo>
                    <a:cubicBezTo>
                      <a:pt x="16" y="44"/>
                      <a:pt x="16" y="44"/>
                      <a:pt x="16" y="44"/>
                    </a:cubicBezTo>
                    <a:cubicBezTo>
                      <a:pt x="9" y="44"/>
                      <a:pt x="4" y="39"/>
                      <a:pt x="4" y="32"/>
                    </a:cubicBezTo>
                    <a:cubicBezTo>
                      <a:pt x="4" y="28"/>
                      <a:pt x="6" y="24"/>
                      <a:pt x="10" y="22"/>
                    </a:cubicBezTo>
                    <a:cubicBezTo>
                      <a:pt x="12" y="21"/>
                      <a:pt x="12" y="21"/>
                      <a:pt x="12" y="21"/>
                    </a:cubicBezTo>
                    <a:cubicBezTo>
                      <a:pt x="12" y="18"/>
                      <a:pt x="12" y="18"/>
                      <a:pt x="12" y="18"/>
                    </a:cubicBezTo>
                    <a:cubicBezTo>
                      <a:pt x="12" y="18"/>
                      <a:pt x="12" y="18"/>
                      <a:pt x="12" y="18"/>
                    </a:cubicBezTo>
                    <a:cubicBezTo>
                      <a:pt x="12" y="15"/>
                      <a:pt x="15" y="12"/>
                      <a:pt x="18" y="12"/>
                    </a:cubicBezTo>
                    <a:cubicBezTo>
                      <a:pt x="19" y="12"/>
                      <a:pt x="20" y="12"/>
                      <a:pt x="21" y="13"/>
                    </a:cubicBezTo>
                    <a:cubicBezTo>
                      <a:pt x="24" y="14"/>
                      <a:pt x="24" y="14"/>
                      <a:pt x="24" y="14"/>
                    </a:cubicBezTo>
                    <a:cubicBezTo>
                      <a:pt x="26" y="11"/>
                      <a:pt x="26" y="11"/>
                      <a:pt x="26" y="11"/>
                    </a:cubicBezTo>
                    <a:cubicBezTo>
                      <a:pt x="28" y="7"/>
                      <a:pt x="33" y="4"/>
                      <a:pt x="38" y="4"/>
                    </a:cubicBezTo>
                    <a:cubicBezTo>
                      <a:pt x="46" y="4"/>
                      <a:pt x="52" y="10"/>
                      <a:pt x="52" y="18"/>
                    </a:cubicBezTo>
                    <a:cubicBezTo>
                      <a:pt x="52" y="18"/>
                      <a:pt x="52" y="18"/>
                      <a:pt x="52" y="18"/>
                    </a:cubicBezTo>
                    <a:cubicBezTo>
                      <a:pt x="52" y="21"/>
                      <a:pt x="52" y="21"/>
                      <a:pt x="52" y="21"/>
                    </a:cubicBezTo>
                    <a:cubicBezTo>
                      <a:pt x="54" y="22"/>
                      <a:pt x="54" y="22"/>
                      <a:pt x="54" y="22"/>
                    </a:cubicBezTo>
                    <a:cubicBezTo>
                      <a:pt x="58" y="24"/>
                      <a:pt x="60" y="28"/>
                      <a:pt x="60" y="32"/>
                    </a:cubicBezTo>
                    <a:cubicBezTo>
                      <a:pt x="60" y="39"/>
                      <a:pt x="55" y="44"/>
                      <a:pt x="48" y="44"/>
                    </a:cubicBezTo>
                    <a:cubicBezTo>
                      <a:pt x="44" y="44"/>
                      <a:pt x="44" y="44"/>
                      <a:pt x="44" y="44"/>
                    </a:cubicBezTo>
                    <a:cubicBezTo>
                      <a:pt x="44" y="48"/>
                      <a:pt x="44" y="48"/>
                      <a:pt x="44" y="48"/>
                    </a:cubicBezTo>
                    <a:cubicBezTo>
                      <a:pt x="48" y="48"/>
                      <a:pt x="48" y="48"/>
                      <a:pt x="48" y="48"/>
                    </a:cubicBezTo>
                    <a:cubicBezTo>
                      <a:pt x="57" y="48"/>
                      <a:pt x="64" y="41"/>
                      <a:pt x="64" y="32"/>
                    </a:cubicBezTo>
                    <a:cubicBezTo>
                      <a:pt x="64" y="26"/>
                      <a:pt x="61" y="21"/>
                      <a:pt x="5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43" name="Freeform: Shape 33">
                <a:extLst>
                  <a:ext uri="{FF2B5EF4-FFF2-40B4-BE49-F238E27FC236}">
                    <a16:creationId xmlns:a16="http://schemas.microsoft.com/office/drawing/2014/main" id="{CC64FE4C-69CB-47E4-B206-71DCD88EA693}"/>
                  </a:ext>
                </a:extLst>
              </p:cNvPr>
              <p:cNvSpPr>
                <a:spLocks/>
              </p:cNvSpPr>
              <p:nvPr/>
            </p:nvSpPr>
            <p:spPr bwMode="auto">
              <a:xfrm>
                <a:off x="9418638" y="4105276"/>
                <a:ext cx="90488" cy="134938"/>
              </a:xfrm>
              <a:custGeom>
                <a:avLst/>
                <a:gdLst>
                  <a:gd name="T0" fmla="*/ 28 w 57"/>
                  <a:gd name="T1" fmla="*/ 0 h 85"/>
                  <a:gd name="T2" fmla="*/ 0 w 57"/>
                  <a:gd name="T3" fmla="*/ 38 h 85"/>
                  <a:gd name="T4" fmla="*/ 19 w 57"/>
                  <a:gd name="T5" fmla="*/ 38 h 85"/>
                  <a:gd name="T6" fmla="*/ 19 w 57"/>
                  <a:gd name="T7" fmla="*/ 85 h 85"/>
                  <a:gd name="T8" fmla="*/ 38 w 57"/>
                  <a:gd name="T9" fmla="*/ 85 h 85"/>
                  <a:gd name="T10" fmla="*/ 38 w 57"/>
                  <a:gd name="T11" fmla="*/ 38 h 85"/>
                  <a:gd name="T12" fmla="*/ 57 w 57"/>
                  <a:gd name="T13" fmla="*/ 38 h 85"/>
                  <a:gd name="T14" fmla="*/ 28 w 57"/>
                  <a:gd name="T15" fmla="*/ 0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85">
                    <a:moveTo>
                      <a:pt x="28" y="0"/>
                    </a:moveTo>
                    <a:lnTo>
                      <a:pt x="0" y="38"/>
                    </a:lnTo>
                    <a:lnTo>
                      <a:pt x="19" y="38"/>
                    </a:lnTo>
                    <a:lnTo>
                      <a:pt x="19" y="85"/>
                    </a:lnTo>
                    <a:lnTo>
                      <a:pt x="38" y="85"/>
                    </a:lnTo>
                    <a:lnTo>
                      <a:pt x="38" y="38"/>
                    </a:lnTo>
                    <a:lnTo>
                      <a:pt x="57" y="38"/>
                    </a:lnTo>
                    <a:lnTo>
                      <a:pt x="2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41" name="TextBox 23">
              <a:extLst>
                <a:ext uri="{FF2B5EF4-FFF2-40B4-BE49-F238E27FC236}">
                  <a16:creationId xmlns:a16="http://schemas.microsoft.com/office/drawing/2014/main" id="{78CF2280-B2B0-419A-9D3D-6492F75F770F}"/>
                </a:ext>
              </a:extLst>
            </p:cNvPr>
            <p:cNvSpPr txBox="1"/>
            <p:nvPr/>
          </p:nvSpPr>
          <p:spPr>
            <a:xfrm>
              <a:off x="4810050" y="2271667"/>
              <a:ext cx="715580" cy="300083"/>
            </a:xfrm>
            <a:prstGeom prst="rect">
              <a:avLst/>
            </a:prstGeom>
            <a:noFill/>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666"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关键词</a:t>
              </a:r>
            </a:p>
          </p:txBody>
        </p:sp>
      </p:grpSp>
      <p:grpSp>
        <p:nvGrpSpPr>
          <p:cNvPr id="46" name="组合 45">
            <a:extLst>
              <a:ext uri="{FF2B5EF4-FFF2-40B4-BE49-F238E27FC236}">
                <a16:creationId xmlns:a16="http://schemas.microsoft.com/office/drawing/2014/main" id="{59F15358-822C-48D3-928A-E6265B337E16}"/>
              </a:ext>
            </a:extLst>
          </p:cNvPr>
          <p:cNvGrpSpPr/>
          <p:nvPr/>
        </p:nvGrpSpPr>
        <p:grpSpPr>
          <a:xfrm>
            <a:off x="3494440" y="3925820"/>
            <a:ext cx="3323777" cy="884119"/>
            <a:chOff x="2620566" y="2944415"/>
            <a:chExt cx="2493169" cy="663179"/>
          </a:xfrm>
        </p:grpSpPr>
        <p:grpSp>
          <p:nvGrpSpPr>
            <p:cNvPr id="47" name="Group 5">
              <a:extLst>
                <a:ext uri="{FF2B5EF4-FFF2-40B4-BE49-F238E27FC236}">
                  <a16:creationId xmlns:a16="http://schemas.microsoft.com/office/drawing/2014/main" id="{D4E0AED6-9C31-47D4-9C77-016BEE004283}"/>
                </a:ext>
              </a:extLst>
            </p:cNvPr>
            <p:cNvGrpSpPr/>
            <p:nvPr/>
          </p:nvGrpSpPr>
          <p:grpSpPr>
            <a:xfrm>
              <a:off x="2620566" y="2944415"/>
              <a:ext cx="2493169" cy="663179"/>
              <a:chOff x="3494088" y="3925888"/>
              <a:chExt cx="3324225" cy="884238"/>
            </a:xfrm>
          </p:grpSpPr>
          <p:sp>
            <p:nvSpPr>
              <p:cNvPr id="52" name="Freeform: Shape 42">
                <a:extLst>
                  <a:ext uri="{FF2B5EF4-FFF2-40B4-BE49-F238E27FC236}">
                    <a16:creationId xmlns:a16="http://schemas.microsoft.com/office/drawing/2014/main" id="{857AD606-3075-4CD4-A2B2-1572324ECBD8}"/>
                  </a:ext>
                </a:extLst>
              </p:cNvPr>
              <p:cNvSpPr>
                <a:spLocks/>
              </p:cNvSpPr>
              <p:nvPr/>
            </p:nvSpPr>
            <p:spPr bwMode="auto">
              <a:xfrm>
                <a:off x="3494088" y="3925888"/>
                <a:ext cx="3324225" cy="884238"/>
              </a:xfrm>
              <a:custGeom>
                <a:avLst/>
                <a:gdLst>
                  <a:gd name="T0" fmla="*/ 1282 w 1282"/>
                  <a:gd name="T1" fmla="*/ 311 h 341"/>
                  <a:gd name="T2" fmla="*/ 1252 w 1282"/>
                  <a:gd name="T3" fmla="*/ 341 h 341"/>
                  <a:gd name="T4" fmla="*/ 30 w 1282"/>
                  <a:gd name="T5" fmla="*/ 341 h 341"/>
                  <a:gd name="T6" fmla="*/ 0 w 1282"/>
                  <a:gd name="T7" fmla="*/ 311 h 341"/>
                  <a:gd name="T8" fmla="*/ 0 w 1282"/>
                  <a:gd name="T9" fmla="*/ 30 h 341"/>
                  <a:gd name="T10" fmla="*/ 30 w 1282"/>
                  <a:gd name="T11" fmla="*/ 0 h 341"/>
                  <a:gd name="T12" fmla="*/ 1252 w 1282"/>
                  <a:gd name="T13" fmla="*/ 0 h 341"/>
                  <a:gd name="T14" fmla="*/ 1282 w 1282"/>
                  <a:gd name="T15" fmla="*/ 30 h 341"/>
                  <a:gd name="T16" fmla="*/ 1282 w 1282"/>
                  <a:gd name="T17" fmla="*/ 31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2" h="341">
                    <a:moveTo>
                      <a:pt x="1282" y="311"/>
                    </a:moveTo>
                    <a:cubicBezTo>
                      <a:pt x="1282" y="327"/>
                      <a:pt x="1268" y="341"/>
                      <a:pt x="1252" y="341"/>
                    </a:cubicBezTo>
                    <a:cubicBezTo>
                      <a:pt x="30" y="341"/>
                      <a:pt x="30" y="341"/>
                      <a:pt x="30" y="341"/>
                    </a:cubicBezTo>
                    <a:cubicBezTo>
                      <a:pt x="13" y="341"/>
                      <a:pt x="0" y="327"/>
                      <a:pt x="0" y="311"/>
                    </a:cubicBezTo>
                    <a:cubicBezTo>
                      <a:pt x="0" y="30"/>
                      <a:pt x="0" y="30"/>
                      <a:pt x="0" y="30"/>
                    </a:cubicBezTo>
                    <a:cubicBezTo>
                      <a:pt x="0" y="13"/>
                      <a:pt x="13" y="0"/>
                      <a:pt x="30" y="0"/>
                    </a:cubicBezTo>
                    <a:cubicBezTo>
                      <a:pt x="1252" y="0"/>
                      <a:pt x="1252" y="0"/>
                      <a:pt x="1252" y="0"/>
                    </a:cubicBezTo>
                    <a:cubicBezTo>
                      <a:pt x="1268" y="0"/>
                      <a:pt x="1282" y="13"/>
                      <a:pt x="1282" y="30"/>
                    </a:cubicBezTo>
                    <a:lnTo>
                      <a:pt x="1282" y="311"/>
                    </a:lnTo>
                    <a:close/>
                  </a:path>
                </a:pathLst>
              </a:custGeom>
              <a:solidFill>
                <a:srgbClr val="0070C0"/>
              </a:soli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3" name="Freeform: Shape 43">
                <a:extLst>
                  <a:ext uri="{FF2B5EF4-FFF2-40B4-BE49-F238E27FC236}">
                    <a16:creationId xmlns:a16="http://schemas.microsoft.com/office/drawing/2014/main" id="{16D409B6-66A5-409F-A136-CEF716CDB4FD}"/>
                  </a:ext>
                </a:extLst>
              </p:cNvPr>
              <p:cNvSpPr>
                <a:spLocks/>
              </p:cNvSpPr>
              <p:nvPr/>
            </p:nvSpPr>
            <p:spPr bwMode="auto">
              <a:xfrm>
                <a:off x="3590926" y="4010025"/>
                <a:ext cx="3128963" cy="714375"/>
              </a:xfrm>
              <a:custGeom>
                <a:avLst/>
                <a:gdLst>
                  <a:gd name="T0" fmla="*/ 24 w 1207"/>
                  <a:gd name="T1" fmla="*/ 0 h 276"/>
                  <a:gd name="T2" fmla="*/ 0 w 1207"/>
                  <a:gd name="T3" fmla="*/ 24 h 276"/>
                  <a:gd name="T4" fmla="*/ 0 w 1207"/>
                  <a:gd name="T5" fmla="*/ 252 h 276"/>
                  <a:gd name="T6" fmla="*/ 24 w 1207"/>
                  <a:gd name="T7" fmla="*/ 276 h 276"/>
                  <a:gd name="T8" fmla="*/ 1183 w 1207"/>
                  <a:gd name="T9" fmla="*/ 276 h 276"/>
                  <a:gd name="T10" fmla="*/ 1207 w 1207"/>
                  <a:gd name="T11" fmla="*/ 252 h 276"/>
                  <a:gd name="T12" fmla="*/ 1207 w 1207"/>
                  <a:gd name="T13" fmla="*/ 24 h 276"/>
                  <a:gd name="T14" fmla="*/ 1183 w 1207"/>
                  <a:gd name="T15" fmla="*/ 0 h 276"/>
                  <a:gd name="T16" fmla="*/ 24 w 1207"/>
                  <a:gd name="T1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7" h="276">
                    <a:moveTo>
                      <a:pt x="24" y="0"/>
                    </a:moveTo>
                    <a:cubicBezTo>
                      <a:pt x="11" y="0"/>
                      <a:pt x="0" y="11"/>
                      <a:pt x="0" y="24"/>
                    </a:cubicBezTo>
                    <a:cubicBezTo>
                      <a:pt x="0" y="252"/>
                      <a:pt x="0" y="252"/>
                      <a:pt x="0" y="252"/>
                    </a:cubicBezTo>
                    <a:cubicBezTo>
                      <a:pt x="0" y="265"/>
                      <a:pt x="11" y="276"/>
                      <a:pt x="24" y="276"/>
                    </a:cubicBezTo>
                    <a:cubicBezTo>
                      <a:pt x="1183" y="276"/>
                      <a:pt x="1183" y="276"/>
                      <a:pt x="1183" y="276"/>
                    </a:cubicBezTo>
                    <a:cubicBezTo>
                      <a:pt x="1196" y="276"/>
                      <a:pt x="1207" y="265"/>
                      <a:pt x="1207" y="252"/>
                    </a:cubicBezTo>
                    <a:cubicBezTo>
                      <a:pt x="1207" y="24"/>
                      <a:pt x="1207" y="24"/>
                      <a:pt x="1207" y="24"/>
                    </a:cubicBezTo>
                    <a:cubicBezTo>
                      <a:pt x="1207" y="11"/>
                      <a:pt x="1196" y="0"/>
                      <a:pt x="1183" y="0"/>
                    </a:cubicBezTo>
                    <a:lnTo>
                      <a:pt x="24" y="0"/>
                    </a:lnTo>
                    <a:close/>
                  </a:path>
                </a:pathLst>
              </a:custGeom>
              <a:noFill/>
              <a:ln w="3175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nvGrpSpPr>
            <p:cNvPr id="48" name="Group 22">
              <a:extLst>
                <a:ext uri="{FF2B5EF4-FFF2-40B4-BE49-F238E27FC236}">
                  <a16:creationId xmlns:a16="http://schemas.microsoft.com/office/drawing/2014/main" id="{9CF4E58E-39F9-4532-B040-D41CEB9E63FD}"/>
                </a:ext>
              </a:extLst>
            </p:cNvPr>
            <p:cNvGrpSpPr/>
            <p:nvPr/>
          </p:nvGrpSpPr>
          <p:grpSpPr>
            <a:xfrm>
              <a:off x="2815323" y="3122951"/>
              <a:ext cx="381359" cy="333375"/>
              <a:chOff x="8863013" y="4030663"/>
              <a:chExt cx="239713" cy="209551"/>
            </a:xfrm>
            <a:solidFill>
              <a:sysClr val="window" lastClr="FFFFFF"/>
            </a:solidFill>
          </p:grpSpPr>
          <p:sp>
            <p:nvSpPr>
              <p:cNvPr id="50" name="Freeform: Shape 30">
                <a:extLst>
                  <a:ext uri="{FF2B5EF4-FFF2-40B4-BE49-F238E27FC236}">
                    <a16:creationId xmlns:a16="http://schemas.microsoft.com/office/drawing/2014/main" id="{E957272E-854C-49D1-8029-F7B56B155E63}"/>
                  </a:ext>
                </a:extLst>
              </p:cNvPr>
              <p:cNvSpPr>
                <a:spLocks/>
              </p:cNvSpPr>
              <p:nvPr/>
            </p:nvSpPr>
            <p:spPr bwMode="auto">
              <a:xfrm>
                <a:off x="8937626" y="4105276"/>
                <a:ext cx="90488" cy="134938"/>
              </a:xfrm>
              <a:custGeom>
                <a:avLst/>
                <a:gdLst>
                  <a:gd name="T0" fmla="*/ 38 w 57"/>
                  <a:gd name="T1" fmla="*/ 0 h 85"/>
                  <a:gd name="T2" fmla="*/ 19 w 57"/>
                  <a:gd name="T3" fmla="*/ 0 h 85"/>
                  <a:gd name="T4" fmla="*/ 19 w 57"/>
                  <a:gd name="T5" fmla="*/ 47 h 85"/>
                  <a:gd name="T6" fmla="*/ 0 w 57"/>
                  <a:gd name="T7" fmla="*/ 47 h 85"/>
                  <a:gd name="T8" fmla="*/ 28 w 57"/>
                  <a:gd name="T9" fmla="*/ 85 h 85"/>
                  <a:gd name="T10" fmla="*/ 57 w 57"/>
                  <a:gd name="T11" fmla="*/ 47 h 85"/>
                  <a:gd name="T12" fmla="*/ 38 w 57"/>
                  <a:gd name="T13" fmla="*/ 47 h 85"/>
                  <a:gd name="T14" fmla="*/ 38 w 57"/>
                  <a:gd name="T15" fmla="*/ 0 h 8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85">
                    <a:moveTo>
                      <a:pt x="38" y="0"/>
                    </a:moveTo>
                    <a:lnTo>
                      <a:pt x="19" y="0"/>
                    </a:lnTo>
                    <a:lnTo>
                      <a:pt x="19" y="47"/>
                    </a:lnTo>
                    <a:lnTo>
                      <a:pt x="0" y="47"/>
                    </a:lnTo>
                    <a:lnTo>
                      <a:pt x="28" y="85"/>
                    </a:lnTo>
                    <a:lnTo>
                      <a:pt x="57" y="47"/>
                    </a:lnTo>
                    <a:lnTo>
                      <a:pt x="38" y="47"/>
                    </a:lnTo>
                    <a:lnTo>
                      <a:pt x="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51" name="Freeform: Shape 31">
                <a:extLst>
                  <a:ext uri="{FF2B5EF4-FFF2-40B4-BE49-F238E27FC236}">
                    <a16:creationId xmlns:a16="http://schemas.microsoft.com/office/drawing/2014/main" id="{764EF310-AA74-4DAA-B409-3979334F4FC1}"/>
                  </a:ext>
                </a:extLst>
              </p:cNvPr>
              <p:cNvSpPr>
                <a:spLocks/>
              </p:cNvSpPr>
              <p:nvPr/>
            </p:nvSpPr>
            <p:spPr bwMode="auto">
              <a:xfrm>
                <a:off x="8863013" y="4030663"/>
                <a:ext cx="239713" cy="179388"/>
              </a:xfrm>
              <a:custGeom>
                <a:avLst/>
                <a:gdLst>
                  <a:gd name="T0" fmla="*/ 56 w 64"/>
                  <a:gd name="T1" fmla="*/ 18 h 48"/>
                  <a:gd name="T2" fmla="*/ 56 w 64"/>
                  <a:gd name="T3" fmla="*/ 18 h 48"/>
                  <a:gd name="T4" fmla="*/ 38 w 64"/>
                  <a:gd name="T5" fmla="*/ 0 h 48"/>
                  <a:gd name="T6" fmla="*/ 22 w 64"/>
                  <a:gd name="T7" fmla="*/ 9 h 48"/>
                  <a:gd name="T8" fmla="*/ 18 w 64"/>
                  <a:gd name="T9" fmla="*/ 8 h 48"/>
                  <a:gd name="T10" fmla="*/ 8 w 64"/>
                  <a:gd name="T11" fmla="*/ 18 h 48"/>
                  <a:gd name="T12" fmla="*/ 8 w 64"/>
                  <a:gd name="T13" fmla="*/ 18 h 48"/>
                  <a:gd name="T14" fmla="*/ 0 w 64"/>
                  <a:gd name="T15" fmla="*/ 32 h 48"/>
                  <a:gd name="T16" fmla="*/ 16 w 64"/>
                  <a:gd name="T17" fmla="*/ 48 h 48"/>
                  <a:gd name="T18" fmla="*/ 16 w 64"/>
                  <a:gd name="T19" fmla="*/ 44 h 48"/>
                  <a:gd name="T20" fmla="*/ 4 w 64"/>
                  <a:gd name="T21" fmla="*/ 32 h 48"/>
                  <a:gd name="T22" fmla="*/ 10 w 64"/>
                  <a:gd name="T23" fmla="*/ 22 h 48"/>
                  <a:gd name="T24" fmla="*/ 12 w 64"/>
                  <a:gd name="T25" fmla="*/ 21 h 48"/>
                  <a:gd name="T26" fmla="*/ 12 w 64"/>
                  <a:gd name="T27" fmla="*/ 18 h 48"/>
                  <a:gd name="T28" fmla="*/ 12 w 64"/>
                  <a:gd name="T29" fmla="*/ 18 h 48"/>
                  <a:gd name="T30" fmla="*/ 18 w 64"/>
                  <a:gd name="T31" fmla="*/ 12 h 48"/>
                  <a:gd name="T32" fmla="*/ 21 w 64"/>
                  <a:gd name="T33" fmla="*/ 13 h 48"/>
                  <a:gd name="T34" fmla="*/ 24 w 64"/>
                  <a:gd name="T35" fmla="*/ 14 h 48"/>
                  <a:gd name="T36" fmla="*/ 26 w 64"/>
                  <a:gd name="T37" fmla="*/ 11 h 48"/>
                  <a:gd name="T38" fmla="*/ 38 w 64"/>
                  <a:gd name="T39" fmla="*/ 4 h 48"/>
                  <a:gd name="T40" fmla="*/ 52 w 64"/>
                  <a:gd name="T41" fmla="*/ 18 h 48"/>
                  <a:gd name="T42" fmla="*/ 52 w 64"/>
                  <a:gd name="T43" fmla="*/ 18 h 48"/>
                  <a:gd name="T44" fmla="*/ 52 w 64"/>
                  <a:gd name="T45" fmla="*/ 21 h 48"/>
                  <a:gd name="T46" fmla="*/ 54 w 64"/>
                  <a:gd name="T47" fmla="*/ 22 h 48"/>
                  <a:gd name="T48" fmla="*/ 60 w 64"/>
                  <a:gd name="T49" fmla="*/ 32 h 48"/>
                  <a:gd name="T50" fmla="*/ 48 w 64"/>
                  <a:gd name="T51" fmla="*/ 44 h 48"/>
                  <a:gd name="T52" fmla="*/ 48 w 64"/>
                  <a:gd name="T53" fmla="*/ 48 h 48"/>
                  <a:gd name="T54" fmla="*/ 64 w 64"/>
                  <a:gd name="T55" fmla="*/ 32 h 48"/>
                  <a:gd name="T56" fmla="*/ 56 w 64"/>
                  <a:gd name="T57" fmla="*/ 1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4" h="48">
                    <a:moveTo>
                      <a:pt x="56" y="18"/>
                    </a:moveTo>
                    <a:cubicBezTo>
                      <a:pt x="56" y="18"/>
                      <a:pt x="56" y="18"/>
                      <a:pt x="56" y="18"/>
                    </a:cubicBezTo>
                    <a:cubicBezTo>
                      <a:pt x="56" y="8"/>
                      <a:pt x="48" y="0"/>
                      <a:pt x="38" y="0"/>
                    </a:cubicBezTo>
                    <a:cubicBezTo>
                      <a:pt x="31" y="0"/>
                      <a:pt x="26" y="4"/>
                      <a:pt x="22" y="9"/>
                    </a:cubicBezTo>
                    <a:cubicBezTo>
                      <a:pt x="21" y="8"/>
                      <a:pt x="20" y="8"/>
                      <a:pt x="18" y="8"/>
                    </a:cubicBezTo>
                    <a:cubicBezTo>
                      <a:pt x="12" y="8"/>
                      <a:pt x="8" y="12"/>
                      <a:pt x="8" y="18"/>
                    </a:cubicBezTo>
                    <a:cubicBezTo>
                      <a:pt x="8" y="18"/>
                      <a:pt x="8" y="18"/>
                      <a:pt x="8" y="18"/>
                    </a:cubicBezTo>
                    <a:cubicBezTo>
                      <a:pt x="3" y="21"/>
                      <a:pt x="0" y="26"/>
                      <a:pt x="0" y="32"/>
                    </a:cubicBezTo>
                    <a:cubicBezTo>
                      <a:pt x="0" y="41"/>
                      <a:pt x="7" y="48"/>
                      <a:pt x="16" y="48"/>
                    </a:cubicBezTo>
                    <a:cubicBezTo>
                      <a:pt x="16" y="44"/>
                      <a:pt x="16" y="44"/>
                      <a:pt x="16" y="44"/>
                    </a:cubicBezTo>
                    <a:cubicBezTo>
                      <a:pt x="9" y="44"/>
                      <a:pt x="4" y="39"/>
                      <a:pt x="4" y="32"/>
                    </a:cubicBezTo>
                    <a:cubicBezTo>
                      <a:pt x="4" y="28"/>
                      <a:pt x="6" y="24"/>
                      <a:pt x="10" y="22"/>
                    </a:cubicBezTo>
                    <a:cubicBezTo>
                      <a:pt x="12" y="21"/>
                      <a:pt x="12" y="21"/>
                      <a:pt x="12" y="21"/>
                    </a:cubicBezTo>
                    <a:cubicBezTo>
                      <a:pt x="12" y="18"/>
                      <a:pt x="12" y="18"/>
                      <a:pt x="12" y="18"/>
                    </a:cubicBezTo>
                    <a:cubicBezTo>
                      <a:pt x="12" y="18"/>
                      <a:pt x="12" y="18"/>
                      <a:pt x="12" y="18"/>
                    </a:cubicBezTo>
                    <a:cubicBezTo>
                      <a:pt x="12" y="15"/>
                      <a:pt x="15" y="12"/>
                      <a:pt x="18" y="12"/>
                    </a:cubicBezTo>
                    <a:cubicBezTo>
                      <a:pt x="19" y="12"/>
                      <a:pt x="20" y="12"/>
                      <a:pt x="21" y="13"/>
                    </a:cubicBezTo>
                    <a:cubicBezTo>
                      <a:pt x="24" y="14"/>
                      <a:pt x="24" y="14"/>
                      <a:pt x="24" y="14"/>
                    </a:cubicBezTo>
                    <a:cubicBezTo>
                      <a:pt x="26" y="11"/>
                      <a:pt x="26" y="11"/>
                      <a:pt x="26" y="11"/>
                    </a:cubicBezTo>
                    <a:cubicBezTo>
                      <a:pt x="28" y="7"/>
                      <a:pt x="33" y="4"/>
                      <a:pt x="38" y="4"/>
                    </a:cubicBezTo>
                    <a:cubicBezTo>
                      <a:pt x="46" y="4"/>
                      <a:pt x="52" y="10"/>
                      <a:pt x="52" y="18"/>
                    </a:cubicBezTo>
                    <a:cubicBezTo>
                      <a:pt x="52" y="18"/>
                      <a:pt x="52" y="18"/>
                      <a:pt x="52" y="18"/>
                    </a:cubicBezTo>
                    <a:cubicBezTo>
                      <a:pt x="52" y="21"/>
                      <a:pt x="52" y="21"/>
                      <a:pt x="52" y="21"/>
                    </a:cubicBezTo>
                    <a:cubicBezTo>
                      <a:pt x="54" y="22"/>
                      <a:pt x="54" y="22"/>
                      <a:pt x="54" y="22"/>
                    </a:cubicBezTo>
                    <a:cubicBezTo>
                      <a:pt x="58" y="24"/>
                      <a:pt x="60" y="28"/>
                      <a:pt x="60" y="32"/>
                    </a:cubicBezTo>
                    <a:cubicBezTo>
                      <a:pt x="60" y="39"/>
                      <a:pt x="55" y="44"/>
                      <a:pt x="48" y="44"/>
                    </a:cubicBezTo>
                    <a:cubicBezTo>
                      <a:pt x="48" y="48"/>
                      <a:pt x="48" y="48"/>
                      <a:pt x="48" y="48"/>
                    </a:cubicBezTo>
                    <a:cubicBezTo>
                      <a:pt x="57" y="48"/>
                      <a:pt x="64" y="41"/>
                      <a:pt x="64" y="32"/>
                    </a:cubicBezTo>
                    <a:cubicBezTo>
                      <a:pt x="64" y="26"/>
                      <a:pt x="61" y="21"/>
                      <a:pt x="56"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49" name="TextBox 24">
              <a:extLst>
                <a:ext uri="{FF2B5EF4-FFF2-40B4-BE49-F238E27FC236}">
                  <a16:creationId xmlns:a16="http://schemas.microsoft.com/office/drawing/2014/main" id="{374F9556-BFE7-4D6C-BA24-C80FAF625205}"/>
                </a:ext>
              </a:extLst>
            </p:cNvPr>
            <p:cNvSpPr txBox="1"/>
            <p:nvPr/>
          </p:nvSpPr>
          <p:spPr>
            <a:xfrm>
              <a:off x="3238425" y="3146271"/>
              <a:ext cx="715580" cy="300083"/>
            </a:xfrm>
            <a:prstGeom prst="rect">
              <a:avLst/>
            </a:prstGeom>
            <a:noFill/>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666"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关键词</a:t>
              </a:r>
            </a:p>
          </p:txBody>
        </p:sp>
      </p:grpSp>
      <p:grpSp>
        <p:nvGrpSpPr>
          <p:cNvPr id="54" name="组合 53">
            <a:extLst>
              <a:ext uri="{FF2B5EF4-FFF2-40B4-BE49-F238E27FC236}">
                <a16:creationId xmlns:a16="http://schemas.microsoft.com/office/drawing/2014/main" id="{2C425B77-A4B4-4991-BB5E-BC86C1BF05A9}"/>
              </a:ext>
            </a:extLst>
          </p:cNvPr>
          <p:cNvGrpSpPr/>
          <p:nvPr/>
        </p:nvGrpSpPr>
        <p:grpSpPr>
          <a:xfrm>
            <a:off x="5486484" y="4994064"/>
            <a:ext cx="3322191" cy="944435"/>
            <a:chOff x="4114801" y="3745706"/>
            <a:chExt cx="2491979" cy="708422"/>
          </a:xfrm>
        </p:grpSpPr>
        <p:sp>
          <p:nvSpPr>
            <p:cNvPr id="55" name="Rectangle 7">
              <a:extLst>
                <a:ext uri="{FF2B5EF4-FFF2-40B4-BE49-F238E27FC236}">
                  <a16:creationId xmlns:a16="http://schemas.microsoft.com/office/drawing/2014/main" id="{0599E1CE-E6A7-4767-BF0F-25EBE7DD0A89}"/>
                </a:ext>
              </a:extLst>
            </p:cNvPr>
            <p:cNvSpPr>
              <a:spLocks/>
            </p:cNvSpPr>
            <p:nvPr/>
          </p:nvSpPr>
          <p:spPr bwMode="auto">
            <a:xfrm>
              <a:off x="4437460" y="4237434"/>
              <a:ext cx="225029" cy="216694"/>
            </a:xfrm>
            <a:prstGeom prst="rect">
              <a:avLst/>
            </a:prstGeom>
            <a:gradFill flip="none" rotWithShape="1">
              <a:gsLst>
                <a:gs pos="46000">
                  <a:srgbClr val="5A6378"/>
                </a:gs>
                <a:gs pos="100000">
                  <a:srgbClr val="5A6378">
                    <a:lumMod val="60000"/>
                    <a:lumOff val="40000"/>
                  </a:srgbClr>
                </a:gs>
              </a:gsLst>
              <a:lin ang="5400000" scaled="1"/>
              <a:tileRect/>
            </a:gra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nvGrpSpPr>
            <p:cNvPr id="56" name="Group 8">
              <a:extLst>
                <a:ext uri="{FF2B5EF4-FFF2-40B4-BE49-F238E27FC236}">
                  <a16:creationId xmlns:a16="http://schemas.microsoft.com/office/drawing/2014/main" id="{D9C4F5DC-03A6-434B-84EB-BD1C81BAF3F2}"/>
                </a:ext>
              </a:extLst>
            </p:cNvPr>
            <p:cNvGrpSpPr/>
            <p:nvPr/>
          </p:nvGrpSpPr>
          <p:grpSpPr>
            <a:xfrm>
              <a:off x="4114801" y="3745706"/>
              <a:ext cx="2491979" cy="661988"/>
              <a:chOff x="5486401" y="4994275"/>
              <a:chExt cx="3322638" cy="882650"/>
            </a:xfrm>
          </p:grpSpPr>
          <p:sp>
            <p:nvSpPr>
              <p:cNvPr id="62" name="Freeform: Shape 40">
                <a:extLst>
                  <a:ext uri="{FF2B5EF4-FFF2-40B4-BE49-F238E27FC236}">
                    <a16:creationId xmlns:a16="http://schemas.microsoft.com/office/drawing/2014/main" id="{26F88D0E-F0F8-49DC-9D2F-E8926B0E732E}"/>
                  </a:ext>
                </a:extLst>
              </p:cNvPr>
              <p:cNvSpPr>
                <a:spLocks/>
              </p:cNvSpPr>
              <p:nvPr/>
            </p:nvSpPr>
            <p:spPr bwMode="auto">
              <a:xfrm>
                <a:off x="5486401" y="4994275"/>
                <a:ext cx="3322638" cy="882650"/>
              </a:xfrm>
              <a:custGeom>
                <a:avLst/>
                <a:gdLst>
                  <a:gd name="T0" fmla="*/ 1282 w 1282"/>
                  <a:gd name="T1" fmla="*/ 311 h 341"/>
                  <a:gd name="T2" fmla="*/ 1252 w 1282"/>
                  <a:gd name="T3" fmla="*/ 341 h 341"/>
                  <a:gd name="T4" fmla="*/ 30 w 1282"/>
                  <a:gd name="T5" fmla="*/ 341 h 341"/>
                  <a:gd name="T6" fmla="*/ 0 w 1282"/>
                  <a:gd name="T7" fmla="*/ 311 h 341"/>
                  <a:gd name="T8" fmla="*/ 0 w 1282"/>
                  <a:gd name="T9" fmla="*/ 30 h 341"/>
                  <a:gd name="T10" fmla="*/ 30 w 1282"/>
                  <a:gd name="T11" fmla="*/ 0 h 341"/>
                  <a:gd name="T12" fmla="*/ 1252 w 1282"/>
                  <a:gd name="T13" fmla="*/ 0 h 341"/>
                  <a:gd name="T14" fmla="*/ 1282 w 1282"/>
                  <a:gd name="T15" fmla="*/ 30 h 341"/>
                  <a:gd name="T16" fmla="*/ 1282 w 1282"/>
                  <a:gd name="T17" fmla="*/ 311 h 3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82" h="341">
                    <a:moveTo>
                      <a:pt x="1282" y="311"/>
                    </a:moveTo>
                    <a:cubicBezTo>
                      <a:pt x="1282" y="327"/>
                      <a:pt x="1268" y="341"/>
                      <a:pt x="1252" y="341"/>
                    </a:cubicBezTo>
                    <a:cubicBezTo>
                      <a:pt x="30" y="341"/>
                      <a:pt x="30" y="341"/>
                      <a:pt x="30" y="341"/>
                    </a:cubicBezTo>
                    <a:cubicBezTo>
                      <a:pt x="13" y="341"/>
                      <a:pt x="0" y="327"/>
                      <a:pt x="0" y="311"/>
                    </a:cubicBezTo>
                    <a:cubicBezTo>
                      <a:pt x="0" y="30"/>
                      <a:pt x="0" y="30"/>
                      <a:pt x="0" y="30"/>
                    </a:cubicBezTo>
                    <a:cubicBezTo>
                      <a:pt x="0" y="13"/>
                      <a:pt x="13" y="0"/>
                      <a:pt x="30" y="0"/>
                    </a:cubicBezTo>
                    <a:cubicBezTo>
                      <a:pt x="1252" y="0"/>
                      <a:pt x="1252" y="0"/>
                      <a:pt x="1252" y="0"/>
                    </a:cubicBezTo>
                    <a:cubicBezTo>
                      <a:pt x="1268" y="0"/>
                      <a:pt x="1282" y="13"/>
                      <a:pt x="1282" y="30"/>
                    </a:cubicBezTo>
                    <a:lnTo>
                      <a:pt x="1282" y="311"/>
                    </a:lnTo>
                    <a:close/>
                  </a:path>
                </a:pathLst>
              </a:custGeom>
              <a:solidFill>
                <a:srgbClr val="005DA2"/>
              </a:solidFill>
              <a:ln>
                <a:noFill/>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3" name="Freeform: Shape 41">
                <a:extLst>
                  <a:ext uri="{FF2B5EF4-FFF2-40B4-BE49-F238E27FC236}">
                    <a16:creationId xmlns:a16="http://schemas.microsoft.com/office/drawing/2014/main" id="{2658F1A1-88A2-4619-9250-4DD0E574C722}"/>
                  </a:ext>
                </a:extLst>
              </p:cNvPr>
              <p:cNvSpPr>
                <a:spLocks/>
              </p:cNvSpPr>
              <p:nvPr/>
            </p:nvSpPr>
            <p:spPr bwMode="auto">
              <a:xfrm>
                <a:off x="5581651" y="5076825"/>
                <a:ext cx="3128963" cy="714375"/>
              </a:xfrm>
              <a:custGeom>
                <a:avLst/>
                <a:gdLst>
                  <a:gd name="T0" fmla="*/ 24 w 1207"/>
                  <a:gd name="T1" fmla="*/ 0 h 276"/>
                  <a:gd name="T2" fmla="*/ 0 w 1207"/>
                  <a:gd name="T3" fmla="*/ 24 h 276"/>
                  <a:gd name="T4" fmla="*/ 0 w 1207"/>
                  <a:gd name="T5" fmla="*/ 252 h 276"/>
                  <a:gd name="T6" fmla="*/ 24 w 1207"/>
                  <a:gd name="T7" fmla="*/ 276 h 276"/>
                  <a:gd name="T8" fmla="*/ 1183 w 1207"/>
                  <a:gd name="T9" fmla="*/ 276 h 276"/>
                  <a:gd name="T10" fmla="*/ 1207 w 1207"/>
                  <a:gd name="T11" fmla="*/ 252 h 276"/>
                  <a:gd name="T12" fmla="*/ 1207 w 1207"/>
                  <a:gd name="T13" fmla="*/ 24 h 276"/>
                  <a:gd name="T14" fmla="*/ 1183 w 1207"/>
                  <a:gd name="T15" fmla="*/ 0 h 276"/>
                  <a:gd name="T16" fmla="*/ 24 w 1207"/>
                  <a:gd name="T17" fmla="*/ 0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7" h="276">
                    <a:moveTo>
                      <a:pt x="24" y="0"/>
                    </a:moveTo>
                    <a:cubicBezTo>
                      <a:pt x="11" y="0"/>
                      <a:pt x="0" y="11"/>
                      <a:pt x="0" y="24"/>
                    </a:cubicBezTo>
                    <a:cubicBezTo>
                      <a:pt x="0" y="252"/>
                      <a:pt x="0" y="252"/>
                      <a:pt x="0" y="252"/>
                    </a:cubicBezTo>
                    <a:cubicBezTo>
                      <a:pt x="0" y="265"/>
                      <a:pt x="11" y="276"/>
                      <a:pt x="24" y="276"/>
                    </a:cubicBezTo>
                    <a:cubicBezTo>
                      <a:pt x="1183" y="276"/>
                      <a:pt x="1183" y="276"/>
                      <a:pt x="1183" y="276"/>
                    </a:cubicBezTo>
                    <a:cubicBezTo>
                      <a:pt x="1196" y="276"/>
                      <a:pt x="1207" y="265"/>
                      <a:pt x="1207" y="252"/>
                    </a:cubicBezTo>
                    <a:cubicBezTo>
                      <a:pt x="1207" y="24"/>
                      <a:pt x="1207" y="24"/>
                      <a:pt x="1207" y="24"/>
                    </a:cubicBezTo>
                    <a:cubicBezTo>
                      <a:pt x="1207" y="11"/>
                      <a:pt x="1196" y="0"/>
                      <a:pt x="1183" y="0"/>
                    </a:cubicBezTo>
                    <a:lnTo>
                      <a:pt x="24" y="0"/>
                    </a:lnTo>
                    <a:close/>
                  </a:path>
                </a:pathLst>
              </a:custGeom>
              <a:noFill/>
              <a:ln w="3175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sp>
          <p:nvSpPr>
            <p:cNvPr id="57" name="TextBox 25">
              <a:extLst>
                <a:ext uri="{FF2B5EF4-FFF2-40B4-BE49-F238E27FC236}">
                  <a16:creationId xmlns:a16="http://schemas.microsoft.com/office/drawing/2014/main" id="{EBD2FADB-6007-472B-850E-0E207C3DC035}"/>
                </a:ext>
              </a:extLst>
            </p:cNvPr>
            <p:cNvSpPr txBox="1"/>
            <p:nvPr/>
          </p:nvSpPr>
          <p:spPr>
            <a:xfrm>
              <a:off x="4781475" y="3929017"/>
              <a:ext cx="715580" cy="300083"/>
            </a:xfrm>
            <a:prstGeom prst="rect">
              <a:avLst/>
            </a:prstGeom>
            <a:noFill/>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2666"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rPr>
                <a:t>关键词</a:t>
              </a:r>
            </a:p>
          </p:txBody>
        </p:sp>
        <p:grpSp>
          <p:nvGrpSpPr>
            <p:cNvPr id="58" name="Group 26">
              <a:extLst>
                <a:ext uri="{FF2B5EF4-FFF2-40B4-BE49-F238E27FC236}">
                  <a16:creationId xmlns:a16="http://schemas.microsoft.com/office/drawing/2014/main" id="{109C1627-7F77-463C-93AA-7B2353012F9E}"/>
                </a:ext>
              </a:extLst>
            </p:cNvPr>
            <p:cNvGrpSpPr/>
            <p:nvPr/>
          </p:nvGrpSpPr>
          <p:grpSpPr>
            <a:xfrm>
              <a:off x="4383252" y="3900150"/>
              <a:ext cx="369731" cy="361328"/>
              <a:chOff x="4913313" y="1749426"/>
              <a:chExt cx="558800" cy="546100"/>
            </a:xfrm>
            <a:solidFill>
              <a:sysClr val="window" lastClr="FFFFFF"/>
            </a:solidFill>
          </p:grpSpPr>
          <p:sp>
            <p:nvSpPr>
              <p:cNvPr id="59" name="Freeform: Shape 27">
                <a:extLst>
                  <a:ext uri="{FF2B5EF4-FFF2-40B4-BE49-F238E27FC236}">
                    <a16:creationId xmlns:a16="http://schemas.microsoft.com/office/drawing/2014/main" id="{0C38B09C-6AE9-433C-A91B-FDEAF3A3E2E3}"/>
                  </a:ext>
                </a:extLst>
              </p:cNvPr>
              <p:cNvSpPr>
                <a:spLocks/>
              </p:cNvSpPr>
              <p:nvPr/>
            </p:nvSpPr>
            <p:spPr bwMode="auto">
              <a:xfrm>
                <a:off x="4913313" y="1795463"/>
                <a:ext cx="463550" cy="500063"/>
              </a:xfrm>
              <a:custGeom>
                <a:avLst/>
                <a:gdLst>
                  <a:gd name="T0" fmla="*/ 200 w 208"/>
                  <a:gd name="T1" fmla="*/ 224 h 224"/>
                  <a:gd name="T2" fmla="*/ 8 w 208"/>
                  <a:gd name="T3" fmla="*/ 224 h 224"/>
                  <a:gd name="T4" fmla="*/ 0 w 208"/>
                  <a:gd name="T5" fmla="*/ 216 h 224"/>
                  <a:gd name="T6" fmla="*/ 0 w 208"/>
                  <a:gd name="T7" fmla="*/ 8 h 224"/>
                  <a:gd name="T8" fmla="*/ 8 w 208"/>
                  <a:gd name="T9" fmla="*/ 0 h 224"/>
                  <a:gd name="T10" fmla="*/ 169 w 208"/>
                  <a:gd name="T11" fmla="*/ 0 h 224"/>
                  <a:gd name="T12" fmla="*/ 177 w 208"/>
                  <a:gd name="T13" fmla="*/ 8 h 224"/>
                  <a:gd name="T14" fmla="*/ 169 w 208"/>
                  <a:gd name="T15" fmla="*/ 16 h 224"/>
                  <a:gd name="T16" fmla="*/ 16 w 208"/>
                  <a:gd name="T17" fmla="*/ 16 h 224"/>
                  <a:gd name="T18" fmla="*/ 16 w 208"/>
                  <a:gd name="T19" fmla="*/ 208 h 224"/>
                  <a:gd name="T20" fmla="*/ 192 w 208"/>
                  <a:gd name="T21" fmla="*/ 208 h 224"/>
                  <a:gd name="T22" fmla="*/ 192 w 208"/>
                  <a:gd name="T23" fmla="*/ 90 h 224"/>
                  <a:gd name="T24" fmla="*/ 200 w 208"/>
                  <a:gd name="T25" fmla="*/ 82 h 224"/>
                  <a:gd name="T26" fmla="*/ 208 w 208"/>
                  <a:gd name="T27" fmla="*/ 90 h 224"/>
                  <a:gd name="T28" fmla="*/ 208 w 208"/>
                  <a:gd name="T29" fmla="*/ 216 h 224"/>
                  <a:gd name="T30" fmla="*/ 200 w 208"/>
                  <a:gd name="T31" fmla="*/ 224 h 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224">
                    <a:moveTo>
                      <a:pt x="200" y="224"/>
                    </a:moveTo>
                    <a:cubicBezTo>
                      <a:pt x="8" y="224"/>
                      <a:pt x="8" y="224"/>
                      <a:pt x="8" y="224"/>
                    </a:cubicBezTo>
                    <a:cubicBezTo>
                      <a:pt x="4" y="224"/>
                      <a:pt x="0" y="220"/>
                      <a:pt x="0" y="216"/>
                    </a:cubicBezTo>
                    <a:cubicBezTo>
                      <a:pt x="0" y="8"/>
                      <a:pt x="0" y="8"/>
                      <a:pt x="0" y="8"/>
                    </a:cubicBezTo>
                    <a:cubicBezTo>
                      <a:pt x="0" y="4"/>
                      <a:pt x="4" y="0"/>
                      <a:pt x="8" y="0"/>
                    </a:cubicBezTo>
                    <a:cubicBezTo>
                      <a:pt x="169" y="0"/>
                      <a:pt x="169" y="0"/>
                      <a:pt x="169" y="0"/>
                    </a:cubicBezTo>
                    <a:cubicBezTo>
                      <a:pt x="174" y="0"/>
                      <a:pt x="177" y="4"/>
                      <a:pt x="177" y="8"/>
                    </a:cubicBezTo>
                    <a:cubicBezTo>
                      <a:pt x="177" y="12"/>
                      <a:pt x="174" y="16"/>
                      <a:pt x="169" y="16"/>
                    </a:cubicBezTo>
                    <a:cubicBezTo>
                      <a:pt x="16" y="16"/>
                      <a:pt x="16" y="16"/>
                      <a:pt x="16" y="16"/>
                    </a:cubicBezTo>
                    <a:cubicBezTo>
                      <a:pt x="16" y="208"/>
                      <a:pt x="16" y="208"/>
                      <a:pt x="16" y="208"/>
                    </a:cubicBezTo>
                    <a:cubicBezTo>
                      <a:pt x="192" y="208"/>
                      <a:pt x="192" y="208"/>
                      <a:pt x="192" y="208"/>
                    </a:cubicBezTo>
                    <a:cubicBezTo>
                      <a:pt x="192" y="90"/>
                      <a:pt x="192" y="90"/>
                      <a:pt x="192" y="90"/>
                    </a:cubicBezTo>
                    <a:cubicBezTo>
                      <a:pt x="192" y="85"/>
                      <a:pt x="196" y="82"/>
                      <a:pt x="200" y="82"/>
                    </a:cubicBezTo>
                    <a:cubicBezTo>
                      <a:pt x="204" y="82"/>
                      <a:pt x="208" y="85"/>
                      <a:pt x="208" y="90"/>
                    </a:cubicBezTo>
                    <a:cubicBezTo>
                      <a:pt x="208" y="216"/>
                      <a:pt x="208" y="216"/>
                      <a:pt x="208" y="216"/>
                    </a:cubicBezTo>
                    <a:cubicBezTo>
                      <a:pt x="208" y="220"/>
                      <a:pt x="204" y="224"/>
                      <a:pt x="200" y="2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0" name="Freeform: Shape 28">
                <a:extLst>
                  <a:ext uri="{FF2B5EF4-FFF2-40B4-BE49-F238E27FC236}">
                    <a16:creationId xmlns:a16="http://schemas.microsoft.com/office/drawing/2014/main" id="{BAC0E405-3758-4641-99ED-C492CF99B047}"/>
                  </a:ext>
                </a:extLst>
              </p:cNvPr>
              <p:cNvSpPr>
                <a:spLocks/>
              </p:cNvSpPr>
              <p:nvPr/>
            </p:nvSpPr>
            <p:spPr bwMode="auto">
              <a:xfrm>
                <a:off x="5114925" y="1749426"/>
                <a:ext cx="357188" cy="354013"/>
              </a:xfrm>
              <a:custGeom>
                <a:avLst/>
                <a:gdLst>
                  <a:gd name="T0" fmla="*/ 6 w 160"/>
                  <a:gd name="T1" fmla="*/ 159 h 159"/>
                  <a:gd name="T2" fmla="*/ 2 w 160"/>
                  <a:gd name="T3" fmla="*/ 157 h 159"/>
                  <a:gd name="T4" fmla="*/ 1 w 160"/>
                  <a:gd name="T5" fmla="*/ 151 h 159"/>
                  <a:gd name="T6" fmla="*/ 14 w 160"/>
                  <a:gd name="T7" fmla="*/ 118 h 159"/>
                  <a:gd name="T8" fmla="*/ 16 w 160"/>
                  <a:gd name="T9" fmla="*/ 116 h 159"/>
                  <a:gd name="T10" fmla="*/ 127 w 160"/>
                  <a:gd name="T11" fmla="*/ 5 h 159"/>
                  <a:gd name="T12" fmla="*/ 139 w 160"/>
                  <a:gd name="T13" fmla="*/ 0 h 159"/>
                  <a:gd name="T14" fmla="*/ 158 w 160"/>
                  <a:gd name="T15" fmla="*/ 13 h 159"/>
                  <a:gd name="T16" fmla="*/ 154 w 160"/>
                  <a:gd name="T17" fmla="*/ 32 h 159"/>
                  <a:gd name="T18" fmla="*/ 43 w 160"/>
                  <a:gd name="T19" fmla="*/ 143 h 159"/>
                  <a:gd name="T20" fmla="*/ 41 w 160"/>
                  <a:gd name="T21" fmla="*/ 145 h 159"/>
                  <a:gd name="T22" fmla="*/ 8 w 160"/>
                  <a:gd name="T23" fmla="*/ 159 h 159"/>
                  <a:gd name="T24" fmla="*/ 6 w 160"/>
                  <a:gd name="T25" fmla="*/ 159 h 159"/>
                  <a:gd name="T26" fmla="*/ 25 w 160"/>
                  <a:gd name="T27" fmla="*/ 124 h 159"/>
                  <a:gd name="T28" fmla="*/ 18 w 160"/>
                  <a:gd name="T29" fmla="*/ 142 h 159"/>
                  <a:gd name="T30" fmla="*/ 35 w 160"/>
                  <a:gd name="T31" fmla="*/ 134 h 159"/>
                  <a:gd name="T32" fmla="*/ 145 w 160"/>
                  <a:gd name="T33" fmla="*/ 24 h 159"/>
                  <a:gd name="T34" fmla="*/ 146 w 160"/>
                  <a:gd name="T35" fmla="*/ 18 h 159"/>
                  <a:gd name="T36" fmla="*/ 139 w 160"/>
                  <a:gd name="T37" fmla="*/ 12 h 159"/>
                  <a:gd name="T38" fmla="*/ 135 w 160"/>
                  <a:gd name="T39" fmla="*/ 14 h 159"/>
                  <a:gd name="T40" fmla="*/ 25 w 160"/>
                  <a:gd name="T41" fmla="*/ 124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0" h="159">
                    <a:moveTo>
                      <a:pt x="6" y="159"/>
                    </a:moveTo>
                    <a:cubicBezTo>
                      <a:pt x="5" y="159"/>
                      <a:pt x="3" y="158"/>
                      <a:pt x="2" y="157"/>
                    </a:cubicBezTo>
                    <a:cubicBezTo>
                      <a:pt x="0" y="156"/>
                      <a:pt x="0" y="153"/>
                      <a:pt x="1" y="151"/>
                    </a:cubicBezTo>
                    <a:cubicBezTo>
                      <a:pt x="14" y="118"/>
                      <a:pt x="14" y="118"/>
                      <a:pt x="14" y="118"/>
                    </a:cubicBezTo>
                    <a:cubicBezTo>
                      <a:pt x="15" y="118"/>
                      <a:pt x="15" y="117"/>
                      <a:pt x="16" y="116"/>
                    </a:cubicBezTo>
                    <a:cubicBezTo>
                      <a:pt x="127" y="5"/>
                      <a:pt x="127" y="5"/>
                      <a:pt x="127" y="5"/>
                    </a:cubicBezTo>
                    <a:cubicBezTo>
                      <a:pt x="130" y="2"/>
                      <a:pt x="134" y="0"/>
                      <a:pt x="139" y="0"/>
                    </a:cubicBezTo>
                    <a:cubicBezTo>
                      <a:pt x="147" y="0"/>
                      <a:pt x="154" y="6"/>
                      <a:pt x="158" y="13"/>
                    </a:cubicBezTo>
                    <a:cubicBezTo>
                      <a:pt x="160" y="20"/>
                      <a:pt x="159" y="27"/>
                      <a:pt x="154" y="32"/>
                    </a:cubicBezTo>
                    <a:cubicBezTo>
                      <a:pt x="43" y="143"/>
                      <a:pt x="43" y="143"/>
                      <a:pt x="43" y="143"/>
                    </a:cubicBezTo>
                    <a:cubicBezTo>
                      <a:pt x="42" y="144"/>
                      <a:pt x="42" y="144"/>
                      <a:pt x="41" y="145"/>
                    </a:cubicBezTo>
                    <a:cubicBezTo>
                      <a:pt x="8" y="159"/>
                      <a:pt x="8" y="159"/>
                      <a:pt x="8" y="159"/>
                    </a:cubicBezTo>
                    <a:cubicBezTo>
                      <a:pt x="8" y="159"/>
                      <a:pt x="7" y="159"/>
                      <a:pt x="6" y="159"/>
                    </a:cubicBezTo>
                    <a:close/>
                    <a:moveTo>
                      <a:pt x="25" y="124"/>
                    </a:moveTo>
                    <a:cubicBezTo>
                      <a:pt x="18" y="142"/>
                      <a:pt x="18" y="142"/>
                      <a:pt x="18" y="142"/>
                    </a:cubicBezTo>
                    <a:cubicBezTo>
                      <a:pt x="35" y="134"/>
                      <a:pt x="35" y="134"/>
                      <a:pt x="35" y="134"/>
                    </a:cubicBezTo>
                    <a:cubicBezTo>
                      <a:pt x="145" y="24"/>
                      <a:pt x="145" y="24"/>
                      <a:pt x="145" y="24"/>
                    </a:cubicBezTo>
                    <a:cubicBezTo>
                      <a:pt x="146" y="23"/>
                      <a:pt x="148" y="21"/>
                      <a:pt x="146" y="18"/>
                    </a:cubicBezTo>
                    <a:cubicBezTo>
                      <a:pt x="145" y="15"/>
                      <a:pt x="142" y="12"/>
                      <a:pt x="139" y="12"/>
                    </a:cubicBezTo>
                    <a:cubicBezTo>
                      <a:pt x="138" y="12"/>
                      <a:pt x="136" y="13"/>
                      <a:pt x="135" y="14"/>
                    </a:cubicBezTo>
                    <a:lnTo>
                      <a:pt x="25" y="1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sp>
            <p:nvSpPr>
              <p:cNvPr id="61" name="Freeform: Shape 29">
                <a:extLst>
                  <a:ext uri="{FF2B5EF4-FFF2-40B4-BE49-F238E27FC236}">
                    <a16:creationId xmlns:a16="http://schemas.microsoft.com/office/drawing/2014/main" id="{7E6AFE38-04E0-4794-8A75-4CA13C3E722D}"/>
                  </a:ext>
                </a:extLst>
              </p:cNvPr>
              <p:cNvSpPr>
                <a:spLocks/>
              </p:cNvSpPr>
              <p:nvPr/>
            </p:nvSpPr>
            <p:spPr bwMode="auto">
              <a:xfrm>
                <a:off x="5367338" y="1790701"/>
                <a:ext cx="60325" cy="60325"/>
              </a:xfrm>
              <a:custGeom>
                <a:avLst/>
                <a:gdLst>
                  <a:gd name="T0" fmla="*/ 27 w 38"/>
                  <a:gd name="T1" fmla="*/ 38 h 38"/>
                  <a:gd name="T2" fmla="*/ 0 w 38"/>
                  <a:gd name="T3" fmla="*/ 13 h 38"/>
                  <a:gd name="T4" fmla="*/ 12 w 38"/>
                  <a:gd name="T5" fmla="*/ 0 h 38"/>
                  <a:gd name="T6" fmla="*/ 38 w 38"/>
                  <a:gd name="T7" fmla="*/ 27 h 38"/>
                  <a:gd name="T8" fmla="*/ 27 w 38"/>
                  <a:gd name="T9" fmla="*/ 38 h 38"/>
                </a:gdLst>
                <a:ahLst/>
                <a:cxnLst>
                  <a:cxn ang="0">
                    <a:pos x="T0" y="T1"/>
                  </a:cxn>
                  <a:cxn ang="0">
                    <a:pos x="T2" y="T3"/>
                  </a:cxn>
                  <a:cxn ang="0">
                    <a:pos x="T4" y="T5"/>
                  </a:cxn>
                  <a:cxn ang="0">
                    <a:pos x="T6" y="T7"/>
                  </a:cxn>
                  <a:cxn ang="0">
                    <a:pos x="T8" y="T9"/>
                  </a:cxn>
                </a:cxnLst>
                <a:rect l="0" t="0" r="r" b="b"/>
                <a:pathLst>
                  <a:path w="38" h="38">
                    <a:moveTo>
                      <a:pt x="27" y="38"/>
                    </a:moveTo>
                    <a:lnTo>
                      <a:pt x="0" y="13"/>
                    </a:lnTo>
                    <a:lnTo>
                      <a:pt x="12" y="0"/>
                    </a:lnTo>
                    <a:lnTo>
                      <a:pt x="38" y="27"/>
                    </a:lnTo>
                    <a:lnTo>
                      <a:pt x="27"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endParaRPr>
              </a:p>
            </p:txBody>
          </p:sp>
        </p:grpSp>
      </p:grpSp>
      <p:pic>
        <p:nvPicPr>
          <p:cNvPr id="64" name="图片 6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26020" y="80982"/>
            <a:ext cx="1024089" cy="1025799"/>
          </a:xfrm>
          <a:prstGeom prst="rect">
            <a:avLst/>
          </a:prstGeom>
        </p:spPr>
      </p:pic>
    </p:spTree>
    <p:extLst>
      <p:ext uri="{BB962C8B-B14F-4D97-AF65-F5344CB8AC3E}">
        <p14:creationId xmlns:p14="http://schemas.microsoft.com/office/powerpoint/2010/main" val="243126753"/>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2" presetClass="entr" presetSubtype="8"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additive="base">
                                        <p:cTn id="15" dur="500" fill="hold"/>
                                        <p:tgtEl>
                                          <p:spTgt spid="38"/>
                                        </p:tgtEl>
                                        <p:attrNameLst>
                                          <p:attrName>ppt_x</p:attrName>
                                        </p:attrNameLst>
                                      </p:cBhvr>
                                      <p:tavLst>
                                        <p:tav tm="0">
                                          <p:val>
                                            <p:strVal val="1+#ppt_w/2"/>
                                          </p:val>
                                        </p:tav>
                                        <p:tav tm="100000">
                                          <p:val>
                                            <p:strVal val="#ppt_x"/>
                                          </p:val>
                                        </p:tav>
                                      </p:tavLst>
                                    </p:anim>
                                    <p:anim calcmode="lin" valueType="num">
                                      <p:cBhvr additive="base">
                                        <p:cTn id="16" dur="500" fill="hold"/>
                                        <p:tgtEl>
                                          <p:spTgt spid="38"/>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anim calcmode="lin" valueType="num">
                                      <p:cBhvr additive="base">
                                        <p:cTn id="19" dur="500" fill="hold"/>
                                        <p:tgtEl>
                                          <p:spTgt spid="46"/>
                                        </p:tgtEl>
                                        <p:attrNameLst>
                                          <p:attrName>ppt_x</p:attrName>
                                        </p:attrNameLst>
                                      </p:cBhvr>
                                      <p:tavLst>
                                        <p:tav tm="0">
                                          <p:val>
                                            <p:strVal val="0-#ppt_w/2"/>
                                          </p:val>
                                        </p:tav>
                                        <p:tav tm="100000">
                                          <p:val>
                                            <p:strVal val="#ppt_x"/>
                                          </p:val>
                                        </p:tav>
                                      </p:tavLst>
                                    </p:anim>
                                    <p:anim calcmode="lin" valueType="num">
                                      <p:cBhvr additive="base">
                                        <p:cTn id="20" dur="500" fill="hold"/>
                                        <p:tgtEl>
                                          <p:spTgt spid="46"/>
                                        </p:tgtEl>
                                        <p:attrNameLst>
                                          <p:attrName>ppt_y</p:attrName>
                                        </p:attrNameLst>
                                      </p:cBhvr>
                                      <p:tavLst>
                                        <p:tav tm="0">
                                          <p:val>
                                            <p:strVal val="#ppt_y"/>
                                          </p:val>
                                        </p:tav>
                                        <p:tav tm="100000">
                                          <p:val>
                                            <p:strVal val="#ppt_y"/>
                                          </p:val>
                                        </p:tav>
                                      </p:tavLst>
                                    </p:anim>
                                  </p:childTnLst>
                                </p:cTn>
                              </p:par>
                              <p:par>
                                <p:cTn id="21" presetID="2" presetClass="entr" presetSubtype="2" fill="hold" nodeType="withEffect">
                                  <p:stCondLst>
                                    <p:cond delay="0"/>
                                  </p:stCondLst>
                                  <p:childTnLst>
                                    <p:set>
                                      <p:cBhvr>
                                        <p:cTn id="22" dur="1" fill="hold">
                                          <p:stCondLst>
                                            <p:cond delay="0"/>
                                          </p:stCondLst>
                                        </p:cTn>
                                        <p:tgtEl>
                                          <p:spTgt spid="54"/>
                                        </p:tgtEl>
                                        <p:attrNameLst>
                                          <p:attrName>style.visibility</p:attrName>
                                        </p:attrNameLst>
                                      </p:cBhvr>
                                      <p:to>
                                        <p:strVal val="visible"/>
                                      </p:to>
                                    </p:set>
                                    <p:anim calcmode="lin" valueType="num">
                                      <p:cBhvr additive="base">
                                        <p:cTn id="23" dur="500" fill="hold"/>
                                        <p:tgtEl>
                                          <p:spTgt spid="54"/>
                                        </p:tgtEl>
                                        <p:attrNameLst>
                                          <p:attrName>ppt_x</p:attrName>
                                        </p:attrNameLst>
                                      </p:cBhvr>
                                      <p:tavLst>
                                        <p:tav tm="0">
                                          <p:val>
                                            <p:strVal val="1+#ppt_w/2"/>
                                          </p:val>
                                        </p:tav>
                                        <p:tav tm="100000">
                                          <p:val>
                                            <p:strVal val="#ppt_x"/>
                                          </p:val>
                                        </p:tav>
                                      </p:tavLst>
                                    </p:anim>
                                    <p:anim calcmode="lin" valueType="num">
                                      <p:cBhvr additive="base">
                                        <p:cTn id="24" dur="500" fill="hold"/>
                                        <p:tgtEl>
                                          <p:spTgt spid="54"/>
                                        </p:tgtEl>
                                        <p:attrNameLst>
                                          <p:attrName>ppt_y</p:attrName>
                                        </p:attrNameLst>
                                      </p:cBhvr>
                                      <p:tavLst>
                                        <p:tav tm="0">
                                          <p:val>
                                            <p:strVal val="#ppt_y"/>
                                          </p:val>
                                        </p:tav>
                                        <p:tav tm="100000">
                                          <p:val>
                                            <p:strVal val="#ppt_y"/>
                                          </p:val>
                                        </p:tav>
                                      </p:tavLst>
                                    </p:anim>
                                  </p:childTnLst>
                                </p:cTn>
                              </p:par>
                            </p:childTnLst>
                          </p:cTn>
                        </p:par>
                        <p:par>
                          <p:cTn id="25" fill="hold">
                            <p:stCondLst>
                              <p:cond delay="1000"/>
                            </p:stCondLst>
                            <p:childTnLst>
                              <p:par>
                                <p:cTn id="26" presetID="42" presetClass="entr" presetSubtype="0" fill="hold" nodeType="after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1000"/>
                                        <p:tgtEl>
                                          <p:spTgt spid="35"/>
                                        </p:tgtEl>
                                      </p:cBhvr>
                                    </p:animEffect>
                                    <p:anim calcmode="lin" valueType="num">
                                      <p:cBhvr>
                                        <p:cTn id="29" dur="1000" fill="hold"/>
                                        <p:tgtEl>
                                          <p:spTgt spid="35"/>
                                        </p:tgtEl>
                                        <p:attrNameLst>
                                          <p:attrName>ppt_x</p:attrName>
                                        </p:attrNameLst>
                                      </p:cBhvr>
                                      <p:tavLst>
                                        <p:tav tm="0">
                                          <p:val>
                                            <p:strVal val="#ppt_x"/>
                                          </p:val>
                                        </p:tav>
                                        <p:tav tm="100000">
                                          <p:val>
                                            <p:strVal val="#ppt_x"/>
                                          </p:val>
                                        </p:tav>
                                      </p:tavLst>
                                    </p:anim>
                                    <p:anim calcmode="lin" valueType="num">
                                      <p:cBhvr>
                                        <p:cTn id="30" dur="1000" fill="hold"/>
                                        <p:tgtEl>
                                          <p:spTgt spid="35"/>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fade">
                                      <p:cBhvr>
                                        <p:cTn id="33" dur="1000"/>
                                        <p:tgtEl>
                                          <p:spTgt spid="32"/>
                                        </p:tgtEl>
                                      </p:cBhvr>
                                    </p:animEffect>
                                    <p:anim calcmode="lin" valueType="num">
                                      <p:cBhvr>
                                        <p:cTn id="34" dur="1000" fill="hold"/>
                                        <p:tgtEl>
                                          <p:spTgt spid="32"/>
                                        </p:tgtEl>
                                        <p:attrNameLst>
                                          <p:attrName>ppt_x</p:attrName>
                                        </p:attrNameLst>
                                      </p:cBhvr>
                                      <p:tavLst>
                                        <p:tav tm="0">
                                          <p:val>
                                            <p:strVal val="#ppt_x"/>
                                          </p:val>
                                        </p:tav>
                                        <p:tav tm="100000">
                                          <p:val>
                                            <p:strVal val="#ppt_x"/>
                                          </p:val>
                                        </p:tav>
                                      </p:tavLst>
                                    </p:anim>
                                    <p:anim calcmode="lin" valueType="num">
                                      <p:cBhvr>
                                        <p:cTn id="35" dur="1000" fill="hold"/>
                                        <p:tgtEl>
                                          <p:spTgt spid="32"/>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1000"/>
                                        <p:tgtEl>
                                          <p:spTgt spid="18"/>
                                        </p:tgtEl>
                                      </p:cBhvr>
                                    </p:animEffect>
                                    <p:anim calcmode="lin" valueType="num">
                                      <p:cBhvr>
                                        <p:cTn id="44" dur="1000" fill="hold"/>
                                        <p:tgtEl>
                                          <p:spTgt spid="18"/>
                                        </p:tgtEl>
                                        <p:attrNameLst>
                                          <p:attrName>ppt_x</p:attrName>
                                        </p:attrNameLst>
                                      </p:cBhvr>
                                      <p:tavLst>
                                        <p:tav tm="0">
                                          <p:val>
                                            <p:strVal val="#ppt_x"/>
                                          </p:val>
                                        </p:tav>
                                        <p:tav tm="100000">
                                          <p:val>
                                            <p:strVal val="#ppt_x"/>
                                          </p:val>
                                        </p:tav>
                                      </p:tavLst>
                                    </p:anim>
                                    <p:anim calcmode="lin" valueType="num">
                                      <p:cBhvr>
                                        <p:cTn id="45"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0E42871-69DA-4227-B6CE-DF5783E6D413}"/>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01</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3" name="矩形 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56BC6C-975E-4405-A721-9AFA1CAA5118}"/>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2400" dirty="0">
                <a:solidFill>
                  <a:srgbClr val="005DA2"/>
                </a:solidFill>
                <a:latin typeface="华康俪金黑W8" panose="020B0809000000000000" pitchFamily="49" charset="-122"/>
                <a:ea typeface="华康俪金黑W8" panose="020B0809000000000000" pitchFamily="49" charset="-122"/>
                <a:cs typeface="Meiryo UI" panose="020B0604030504040204" pitchFamily="34" charset="-128"/>
              </a:rPr>
              <a:t>主要创新成果</a:t>
            </a:r>
          </a:p>
        </p:txBody>
      </p:sp>
      <p:sp>
        <p:nvSpPr>
          <p:cNvPr id="4" name="矩形 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83012AB-398A-41EC-9CC6-A69E9F0A7F00}"/>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矩形 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B705A76F-B266-4739-A3C0-8F309074E624}"/>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6" name="矩形 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1991A60-A9C6-460C-BE73-8E23B2D6E1D6}"/>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7" name="矩形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CBFAFB4-B46D-4E03-97BA-341007B23766}"/>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8" name="矩形 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F50C0531-6F9D-4AC2-B638-21B981C6B199}"/>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9" name="矩形 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57760D9-8A82-47D7-BD45-13CD90090CC0}"/>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 name="矩形 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A2B768-65E0-4051-B5D0-FD15AB410771}"/>
              </a:ext>
            </a:extLst>
          </p:cNvPr>
          <p:cNvSpPr/>
          <p:nvPr/>
        </p:nvSpPr>
        <p:spPr>
          <a:xfrm>
            <a:off x="525343" y="976530"/>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11" name="Group 15" descr="e7d195523061f1c09e9d68d7cf438b91ef959ecb14fc25d26BBA7F7DBC18E55DFF4014AF651F0BF2569D4B6C1DA7F1A4683A481403BD872FC687266AD13265C1DE7C373772FD8728ABDD69ADD03BFF5BE2862BC891DBB79EE2341C44C8A0202E5F94C5A17642E282ED79F72530309EF99E1106E340CC79CE70DA78DE569C2E23CA1501DD98644E7754407D355E74E529">
            <a:extLst>
              <a:ext uri="{FF2B5EF4-FFF2-40B4-BE49-F238E27FC236}">
                <a16:creationId xmlns:a16="http://schemas.microsoft.com/office/drawing/2014/main" id="{CDCE9CD3-D2AB-459C-928E-550A6D6ED288}"/>
              </a:ext>
            </a:extLst>
          </p:cNvPr>
          <p:cNvGrpSpPr>
            <a:grpSpLocks noChangeAspect="1"/>
          </p:cNvGrpSpPr>
          <p:nvPr/>
        </p:nvGrpSpPr>
        <p:grpSpPr bwMode="auto">
          <a:xfrm>
            <a:off x="9872784" y="2320271"/>
            <a:ext cx="1032665" cy="1032665"/>
            <a:chOff x="4210" y="993"/>
            <a:chExt cx="964" cy="964"/>
          </a:xfrm>
        </p:grpSpPr>
        <p:sp>
          <p:nvSpPr>
            <p:cNvPr id="12" name="Freeform 16">
              <a:extLst>
                <a:ext uri="{FF2B5EF4-FFF2-40B4-BE49-F238E27FC236}">
                  <a16:creationId xmlns:a16="http://schemas.microsoft.com/office/drawing/2014/main" id="{69563859-6180-4C71-9E3D-FD24E4A50319}"/>
                </a:ext>
              </a:extLst>
            </p:cNvPr>
            <p:cNvSpPr>
              <a:spLocks noEditPoints="1"/>
            </p:cNvSpPr>
            <p:nvPr/>
          </p:nvSpPr>
          <p:spPr bwMode="auto">
            <a:xfrm>
              <a:off x="4253" y="1038"/>
              <a:ext cx="876" cy="876"/>
            </a:xfrm>
            <a:custGeom>
              <a:avLst/>
              <a:gdLst>
                <a:gd name="T0" fmla="*/ 232 w 368"/>
                <a:gd name="T1" fmla="*/ 160 h 368"/>
                <a:gd name="T2" fmla="*/ 261 w 368"/>
                <a:gd name="T3" fmla="*/ 130 h 368"/>
                <a:gd name="T4" fmla="*/ 238 w 368"/>
                <a:gd name="T5" fmla="*/ 107 h 368"/>
                <a:gd name="T6" fmla="*/ 208 w 368"/>
                <a:gd name="T7" fmla="*/ 136 h 368"/>
                <a:gd name="T8" fmla="*/ 213 w 368"/>
                <a:gd name="T9" fmla="*/ 141 h 368"/>
                <a:gd name="T10" fmla="*/ 232 w 368"/>
                <a:gd name="T11" fmla="*/ 160 h 368"/>
                <a:gd name="T12" fmla="*/ 130 w 368"/>
                <a:gd name="T13" fmla="*/ 208 h 368"/>
                <a:gd name="T14" fmla="*/ 8 w 368"/>
                <a:gd name="T15" fmla="*/ 322 h 368"/>
                <a:gd name="T16" fmla="*/ 0 w 368"/>
                <a:gd name="T17" fmla="*/ 341 h 368"/>
                <a:gd name="T18" fmla="*/ 27 w 368"/>
                <a:gd name="T19" fmla="*/ 368 h 368"/>
                <a:gd name="T20" fmla="*/ 46 w 368"/>
                <a:gd name="T21" fmla="*/ 360 h 368"/>
                <a:gd name="T22" fmla="*/ 159 w 368"/>
                <a:gd name="T23" fmla="*/ 239 h 368"/>
                <a:gd name="T24" fmla="*/ 137 w 368"/>
                <a:gd name="T25" fmla="*/ 217 h 368"/>
                <a:gd name="T26" fmla="*/ 130 w 368"/>
                <a:gd name="T27" fmla="*/ 208 h 368"/>
                <a:gd name="T28" fmla="*/ 27 w 368"/>
                <a:gd name="T29" fmla="*/ 350 h 368"/>
                <a:gd name="T30" fmla="*/ 18 w 368"/>
                <a:gd name="T31" fmla="*/ 341 h 368"/>
                <a:gd name="T32" fmla="*/ 27 w 368"/>
                <a:gd name="T33" fmla="*/ 332 h 368"/>
                <a:gd name="T34" fmla="*/ 36 w 368"/>
                <a:gd name="T35" fmla="*/ 341 h 368"/>
                <a:gd name="T36" fmla="*/ 27 w 368"/>
                <a:gd name="T37" fmla="*/ 350 h 368"/>
                <a:gd name="T38" fmla="*/ 247 w 368"/>
                <a:gd name="T39" fmla="*/ 85 h 368"/>
                <a:gd name="T40" fmla="*/ 248 w 368"/>
                <a:gd name="T41" fmla="*/ 88 h 368"/>
                <a:gd name="T42" fmla="*/ 250 w 368"/>
                <a:gd name="T43" fmla="*/ 91 h 368"/>
                <a:gd name="T44" fmla="*/ 250 w 368"/>
                <a:gd name="T45" fmla="*/ 91 h 368"/>
                <a:gd name="T46" fmla="*/ 251 w 368"/>
                <a:gd name="T47" fmla="*/ 94 h 368"/>
                <a:gd name="T48" fmla="*/ 251 w 368"/>
                <a:gd name="T49" fmla="*/ 94 h 368"/>
                <a:gd name="T50" fmla="*/ 274 w 368"/>
                <a:gd name="T51" fmla="*/ 117 h 368"/>
                <a:gd name="T52" fmla="*/ 274 w 368"/>
                <a:gd name="T53" fmla="*/ 117 h 368"/>
                <a:gd name="T54" fmla="*/ 276 w 368"/>
                <a:gd name="T55" fmla="*/ 118 h 368"/>
                <a:gd name="T56" fmla="*/ 277 w 368"/>
                <a:gd name="T57" fmla="*/ 118 h 368"/>
                <a:gd name="T58" fmla="*/ 283 w 368"/>
                <a:gd name="T59" fmla="*/ 121 h 368"/>
                <a:gd name="T60" fmla="*/ 305 w 368"/>
                <a:gd name="T61" fmla="*/ 125 h 368"/>
                <a:gd name="T62" fmla="*/ 368 w 368"/>
                <a:gd name="T63" fmla="*/ 70 h 368"/>
                <a:gd name="T64" fmla="*/ 358 w 368"/>
                <a:gd name="T65" fmla="*/ 79 h 368"/>
                <a:gd name="T66" fmla="*/ 289 w 368"/>
                <a:gd name="T67" fmla="*/ 79 h 368"/>
                <a:gd name="T68" fmla="*/ 289 w 368"/>
                <a:gd name="T69" fmla="*/ 9 h 368"/>
                <a:gd name="T70" fmla="*/ 298 w 368"/>
                <a:gd name="T71" fmla="*/ 0 h 368"/>
                <a:gd name="T72" fmla="*/ 243 w 368"/>
                <a:gd name="T73" fmla="*/ 62 h 368"/>
                <a:gd name="T74" fmla="*/ 247 w 368"/>
                <a:gd name="T75" fmla="*/ 85 h 368"/>
                <a:gd name="T76" fmla="*/ 49 w 368"/>
                <a:gd name="T77" fmla="*/ 24 h 368"/>
                <a:gd name="T78" fmla="*/ 11 w 368"/>
                <a:gd name="T79" fmla="*/ 2 h 368"/>
                <a:gd name="T80" fmla="*/ 3 w 368"/>
                <a:gd name="T81" fmla="*/ 10 h 368"/>
                <a:gd name="T82" fmla="*/ 25 w 368"/>
                <a:gd name="T83" fmla="*/ 48 h 368"/>
                <a:gd name="T84" fmla="*/ 49 w 368"/>
                <a:gd name="T85" fmla="*/ 24 h 368"/>
                <a:gd name="T86" fmla="*/ 354 w 368"/>
                <a:gd name="T87" fmla="*/ 307 h 368"/>
                <a:gd name="T88" fmla="*/ 201 w 368"/>
                <a:gd name="T89" fmla="*/ 154 h 368"/>
                <a:gd name="T90" fmla="*/ 175 w 368"/>
                <a:gd name="T91" fmla="*/ 143 h 368"/>
                <a:gd name="T92" fmla="*/ 140 w 368"/>
                <a:gd name="T93" fmla="*/ 179 h 368"/>
                <a:gd name="T94" fmla="*/ 150 w 368"/>
                <a:gd name="T95" fmla="*/ 205 h 368"/>
                <a:gd name="T96" fmla="*/ 303 w 368"/>
                <a:gd name="T97" fmla="*/ 357 h 368"/>
                <a:gd name="T98" fmla="*/ 328 w 368"/>
                <a:gd name="T99" fmla="*/ 368 h 368"/>
                <a:gd name="T100" fmla="*/ 364 w 368"/>
                <a:gd name="T101" fmla="*/ 332 h 368"/>
                <a:gd name="T102" fmla="*/ 354 w 368"/>
                <a:gd name="T103" fmla="*/ 307 h 368"/>
                <a:gd name="T104" fmla="*/ 328 w 368"/>
                <a:gd name="T105" fmla="*/ 341 h 368"/>
                <a:gd name="T106" fmla="*/ 322 w 368"/>
                <a:gd name="T107" fmla="*/ 338 h 368"/>
                <a:gd name="T108" fmla="*/ 232 w 368"/>
                <a:gd name="T109" fmla="*/ 248 h 368"/>
                <a:gd name="T110" fmla="*/ 229 w 368"/>
                <a:gd name="T111" fmla="*/ 242 h 368"/>
                <a:gd name="T112" fmla="*/ 238 w 368"/>
                <a:gd name="T113" fmla="*/ 233 h 368"/>
                <a:gd name="T114" fmla="*/ 245 w 368"/>
                <a:gd name="T115" fmla="*/ 236 h 368"/>
                <a:gd name="T116" fmla="*/ 335 w 368"/>
                <a:gd name="T117" fmla="*/ 326 h 368"/>
                <a:gd name="T118" fmla="*/ 337 w 368"/>
                <a:gd name="T119" fmla="*/ 332 h 368"/>
                <a:gd name="T120" fmla="*/ 328 w 368"/>
                <a:gd name="T121" fmla="*/ 341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68" h="368">
                  <a:moveTo>
                    <a:pt x="232" y="160"/>
                  </a:moveTo>
                  <a:cubicBezTo>
                    <a:pt x="261" y="130"/>
                    <a:pt x="261" y="130"/>
                    <a:pt x="261" y="130"/>
                  </a:cubicBezTo>
                  <a:cubicBezTo>
                    <a:pt x="252" y="124"/>
                    <a:pt x="244" y="116"/>
                    <a:pt x="238" y="107"/>
                  </a:cubicBezTo>
                  <a:cubicBezTo>
                    <a:pt x="208" y="136"/>
                    <a:pt x="208" y="136"/>
                    <a:pt x="208" y="136"/>
                  </a:cubicBezTo>
                  <a:cubicBezTo>
                    <a:pt x="210" y="138"/>
                    <a:pt x="212" y="139"/>
                    <a:pt x="213" y="141"/>
                  </a:cubicBezTo>
                  <a:cubicBezTo>
                    <a:pt x="232" y="160"/>
                    <a:pt x="232" y="160"/>
                    <a:pt x="232" y="160"/>
                  </a:cubicBezTo>
                  <a:close/>
                  <a:moveTo>
                    <a:pt x="130" y="208"/>
                  </a:moveTo>
                  <a:cubicBezTo>
                    <a:pt x="8" y="322"/>
                    <a:pt x="8" y="322"/>
                    <a:pt x="8" y="322"/>
                  </a:cubicBezTo>
                  <a:cubicBezTo>
                    <a:pt x="3" y="327"/>
                    <a:pt x="0" y="333"/>
                    <a:pt x="0" y="341"/>
                  </a:cubicBezTo>
                  <a:cubicBezTo>
                    <a:pt x="0" y="356"/>
                    <a:pt x="12" y="368"/>
                    <a:pt x="27" y="368"/>
                  </a:cubicBezTo>
                  <a:cubicBezTo>
                    <a:pt x="35" y="368"/>
                    <a:pt x="41" y="365"/>
                    <a:pt x="46" y="360"/>
                  </a:cubicBezTo>
                  <a:cubicBezTo>
                    <a:pt x="159" y="239"/>
                    <a:pt x="159" y="239"/>
                    <a:pt x="159" y="239"/>
                  </a:cubicBezTo>
                  <a:cubicBezTo>
                    <a:pt x="137" y="217"/>
                    <a:pt x="137" y="217"/>
                    <a:pt x="137" y="217"/>
                  </a:cubicBezTo>
                  <a:cubicBezTo>
                    <a:pt x="135" y="215"/>
                    <a:pt x="132" y="211"/>
                    <a:pt x="130" y="208"/>
                  </a:cubicBezTo>
                  <a:close/>
                  <a:moveTo>
                    <a:pt x="27" y="350"/>
                  </a:moveTo>
                  <a:cubicBezTo>
                    <a:pt x="22" y="350"/>
                    <a:pt x="18" y="346"/>
                    <a:pt x="18" y="341"/>
                  </a:cubicBezTo>
                  <a:cubicBezTo>
                    <a:pt x="18" y="336"/>
                    <a:pt x="22" y="332"/>
                    <a:pt x="27" y="332"/>
                  </a:cubicBezTo>
                  <a:cubicBezTo>
                    <a:pt x="32" y="332"/>
                    <a:pt x="36" y="336"/>
                    <a:pt x="36" y="341"/>
                  </a:cubicBezTo>
                  <a:cubicBezTo>
                    <a:pt x="36" y="346"/>
                    <a:pt x="32" y="350"/>
                    <a:pt x="27" y="350"/>
                  </a:cubicBezTo>
                  <a:close/>
                  <a:moveTo>
                    <a:pt x="247" y="85"/>
                  </a:moveTo>
                  <a:cubicBezTo>
                    <a:pt x="247" y="86"/>
                    <a:pt x="248" y="87"/>
                    <a:pt x="248" y="88"/>
                  </a:cubicBezTo>
                  <a:cubicBezTo>
                    <a:pt x="249" y="89"/>
                    <a:pt x="249" y="90"/>
                    <a:pt x="250" y="91"/>
                  </a:cubicBezTo>
                  <a:cubicBezTo>
                    <a:pt x="250" y="91"/>
                    <a:pt x="250" y="91"/>
                    <a:pt x="250" y="91"/>
                  </a:cubicBezTo>
                  <a:cubicBezTo>
                    <a:pt x="250" y="92"/>
                    <a:pt x="251" y="93"/>
                    <a:pt x="251" y="94"/>
                  </a:cubicBezTo>
                  <a:cubicBezTo>
                    <a:pt x="251" y="94"/>
                    <a:pt x="251" y="94"/>
                    <a:pt x="251" y="94"/>
                  </a:cubicBezTo>
                  <a:cubicBezTo>
                    <a:pt x="257" y="103"/>
                    <a:pt x="264" y="111"/>
                    <a:pt x="274" y="117"/>
                  </a:cubicBezTo>
                  <a:cubicBezTo>
                    <a:pt x="274" y="117"/>
                    <a:pt x="274" y="117"/>
                    <a:pt x="274" y="117"/>
                  </a:cubicBezTo>
                  <a:cubicBezTo>
                    <a:pt x="275" y="117"/>
                    <a:pt x="276" y="118"/>
                    <a:pt x="276" y="118"/>
                  </a:cubicBezTo>
                  <a:cubicBezTo>
                    <a:pt x="277" y="118"/>
                    <a:pt x="277" y="118"/>
                    <a:pt x="277" y="118"/>
                  </a:cubicBezTo>
                  <a:cubicBezTo>
                    <a:pt x="279" y="119"/>
                    <a:pt x="281" y="120"/>
                    <a:pt x="283" y="121"/>
                  </a:cubicBezTo>
                  <a:cubicBezTo>
                    <a:pt x="290" y="124"/>
                    <a:pt x="297" y="125"/>
                    <a:pt x="305" y="125"/>
                  </a:cubicBezTo>
                  <a:cubicBezTo>
                    <a:pt x="338" y="125"/>
                    <a:pt x="364" y="101"/>
                    <a:pt x="368" y="70"/>
                  </a:cubicBezTo>
                  <a:cubicBezTo>
                    <a:pt x="358" y="79"/>
                    <a:pt x="358" y="79"/>
                    <a:pt x="358" y="79"/>
                  </a:cubicBezTo>
                  <a:cubicBezTo>
                    <a:pt x="339" y="99"/>
                    <a:pt x="308" y="99"/>
                    <a:pt x="289" y="79"/>
                  </a:cubicBezTo>
                  <a:cubicBezTo>
                    <a:pt x="269" y="60"/>
                    <a:pt x="269" y="29"/>
                    <a:pt x="289" y="9"/>
                  </a:cubicBezTo>
                  <a:cubicBezTo>
                    <a:pt x="298" y="0"/>
                    <a:pt x="298" y="0"/>
                    <a:pt x="298" y="0"/>
                  </a:cubicBezTo>
                  <a:cubicBezTo>
                    <a:pt x="267" y="4"/>
                    <a:pt x="243" y="30"/>
                    <a:pt x="243" y="62"/>
                  </a:cubicBezTo>
                  <a:cubicBezTo>
                    <a:pt x="243" y="70"/>
                    <a:pt x="244" y="78"/>
                    <a:pt x="247" y="85"/>
                  </a:cubicBezTo>
                  <a:close/>
                  <a:moveTo>
                    <a:pt x="49" y="24"/>
                  </a:moveTo>
                  <a:cubicBezTo>
                    <a:pt x="11" y="2"/>
                    <a:pt x="11" y="2"/>
                    <a:pt x="11" y="2"/>
                  </a:cubicBezTo>
                  <a:cubicBezTo>
                    <a:pt x="3" y="10"/>
                    <a:pt x="3" y="10"/>
                    <a:pt x="3" y="10"/>
                  </a:cubicBezTo>
                  <a:cubicBezTo>
                    <a:pt x="25" y="48"/>
                    <a:pt x="25" y="48"/>
                    <a:pt x="25" y="48"/>
                  </a:cubicBezTo>
                  <a:lnTo>
                    <a:pt x="49" y="24"/>
                  </a:lnTo>
                  <a:close/>
                  <a:moveTo>
                    <a:pt x="354" y="307"/>
                  </a:moveTo>
                  <a:cubicBezTo>
                    <a:pt x="201" y="154"/>
                    <a:pt x="201" y="154"/>
                    <a:pt x="201" y="154"/>
                  </a:cubicBezTo>
                  <a:cubicBezTo>
                    <a:pt x="194" y="147"/>
                    <a:pt x="185" y="143"/>
                    <a:pt x="175" y="143"/>
                  </a:cubicBezTo>
                  <a:cubicBezTo>
                    <a:pt x="156" y="143"/>
                    <a:pt x="140" y="159"/>
                    <a:pt x="140" y="179"/>
                  </a:cubicBezTo>
                  <a:cubicBezTo>
                    <a:pt x="140" y="189"/>
                    <a:pt x="144" y="198"/>
                    <a:pt x="150" y="205"/>
                  </a:cubicBezTo>
                  <a:cubicBezTo>
                    <a:pt x="303" y="357"/>
                    <a:pt x="303" y="357"/>
                    <a:pt x="303" y="357"/>
                  </a:cubicBezTo>
                  <a:cubicBezTo>
                    <a:pt x="309" y="364"/>
                    <a:pt x="318" y="368"/>
                    <a:pt x="328" y="368"/>
                  </a:cubicBezTo>
                  <a:cubicBezTo>
                    <a:pt x="348" y="368"/>
                    <a:pt x="364" y="352"/>
                    <a:pt x="364" y="332"/>
                  </a:cubicBezTo>
                  <a:cubicBezTo>
                    <a:pt x="364" y="322"/>
                    <a:pt x="360" y="313"/>
                    <a:pt x="354" y="307"/>
                  </a:cubicBezTo>
                  <a:close/>
                  <a:moveTo>
                    <a:pt x="328" y="341"/>
                  </a:moveTo>
                  <a:cubicBezTo>
                    <a:pt x="326" y="341"/>
                    <a:pt x="323" y="340"/>
                    <a:pt x="322" y="338"/>
                  </a:cubicBezTo>
                  <a:cubicBezTo>
                    <a:pt x="232" y="248"/>
                    <a:pt x="232" y="248"/>
                    <a:pt x="232" y="248"/>
                  </a:cubicBezTo>
                  <a:cubicBezTo>
                    <a:pt x="230" y="247"/>
                    <a:pt x="229" y="245"/>
                    <a:pt x="229" y="242"/>
                  </a:cubicBezTo>
                  <a:cubicBezTo>
                    <a:pt x="229" y="237"/>
                    <a:pt x="233" y="233"/>
                    <a:pt x="238" y="233"/>
                  </a:cubicBezTo>
                  <a:cubicBezTo>
                    <a:pt x="241" y="233"/>
                    <a:pt x="243" y="234"/>
                    <a:pt x="245" y="236"/>
                  </a:cubicBezTo>
                  <a:cubicBezTo>
                    <a:pt x="335" y="326"/>
                    <a:pt x="335" y="326"/>
                    <a:pt x="335" y="326"/>
                  </a:cubicBezTo>
                  <a:cubicBezTo>
                    <a:pt x="336" y="327"/>
                    <a:pt x="337" y="329"/>
                    <a:pt x="337" y="332"/>
                  </a:cubicBezTo>
                  <a:cubicBezTo>
                    <a:pt x="337" y="337"/>
                    <a:pt x="333" y="341"/>
                    <a:pt x="328" y="34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13" name="Freeform 17">
              <a:extLst>
                <a:ext uri="{FF2B5EF4-FFF2-40B4-BE49-F238E27FC236}">
                  <a16:creationId xmlns:a16="http://schemas.microsoft.com/office/drawing/2014/main" id="{AC94B656-C94D-4306-ADB0-BA7BF83216DC}"/>
                </a:ext>
              </a:extLst>
            </p:cNvPr>
            <p:cNvSpPr>
              <a:spLocks noEditPoints="1"/>
            </p:cNvSpPr>
            <p:nvPr/>
          </p:nvSpPr>
          <p:spPr bwMode="auto">
            <a:xfrm>
              <a:off x="4586" y="1378"/>
              <a:ext cx="534" cy="536"/>
            </a:xfrm>
            <a:custGeom>
              <a:avLst/>
              <a:gdLst>
                <a:gd name="T0" fmla="*/ 214 w 224"/>
                <a:gd name="T1" fmla="*/ 164 h 225"/>
                <a:gd name="T2" fmla="*/ 61 w 224"/>
                <a:gd name="T3" fmla="*/ 11 h 225"/>
                <a:gd name="T4" fmla="*/ 35 w 224"/>
                <a:gd name="T5" fmla="*/ 0 h 225"/>
                <a:gd name="T6" fmla="*/ 0 w 224"/>
                <a:gd name="T7" fmla="*/ 36 h 225"/>
                <a:gd name="T8" fmla="*/ 10 w 224"/>
                <a:gd name="T9" fmla="*/ 62 h 225"/>
                <a:gd name="T10" fmla="*/ 163 w 224"/>
                <a:gd name="T11" fmla="*/ 214 h 225"/>
                <a:gd name="T12" fmla="*/ 188 w 224"/>
                <a:gd name="T13" fmla="*/ 225 h 225"/>
                <a:gd name="T14" fmla="*/ 224 w 224"/>
                <a:gd name="T15" fmla="*/ 189 h 225"/>
                <a:gd name="T16" fmla="*/ 214 w 224"/>
                <a:gd name="T17" fmla="*/ 164 h 225"/>
                <a:gd name="T18" fmla="*/ 188 w 224"/>
                <a:gd name="T19" fmla="*/ 198 h 225"/>
                <a:gd name="T20" fmla="*/ 182 w 224"/>
                <a:gd name="T21" fmla="*/ 195 h 225"/>
                <a:gd name="T22" fmla="*/ 92 w 224"/>
                <a:gd name="T23" fmla="*/ 105 h 225"/>
                <a:gd name="T24" fmla="*/ 89 w 224"/>
                <a:gd name="T25" fmla="*/ 99 h 225"/>
                <a:gd name="T26" fmla="*/ 98 w 224"/>
                <a:gd name="T27" fmla="*/ 90 h 225"/>
                <a:gd name="T28" fmla="*/ 105 w 224"/>
                <a:gd name="T29" fmla="*/ 93 h 225"/>
                <a:gd name="T30" fmla="*/ 195 w 224"/>
                <a:gd name="T31" fmla="*/ 183 h 225"/>
                <a:gd name="T32" fmla="*/ 197 w 224"/>
                <a:gd name="T33" fmla="*/ 189 h 225"/>
                <a:gd name="T34" fmla="*/ 188 w 224"/>
                <a:gd name="T35" fmla="*/ 198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4" h="225">
                  <a:moveTo>
                    <a:pt x="214" y="164"/>
                  </a:moveTo>
                  <a:cubicBezTo>
                    <a:pt x="61" y="11"/>
                    <a:pt x="61" y="11"/>
                    <a:pt x="61" y="11"/>
                  </a:cubicBezTo>
                  <a:cubicBezTo>
                    <a:pt x="54" y="4"/>
                    <a:pt x="45" y="0"/>
                    <a:pt x="35" y="0"/>
                  </a:cubicBezTo>
                  <a:cubicBezTo>
                    <a:pt x="16" y="0"/>
                    <a:pt x="0" y="16"/>
                    <a:pt x="0" y="36"/>
                  </a:cubicBezTo>
                  <a:cubicBezTo>
                    <a:pt x="0" y="46"/>
                    <a:pt x="4" y="55"/>
                    <a:pt x="10" y="62"/>
                  </a:cubicBezTo>
                  <a:cubicBezTo>
                    <a:pt x="163" y="214"/>
                    <a:pt x="163" y="214"/>
                    <a:pt x="163" y="214"/>
                  </a:cubicBezTo>
                  <a:cubicBezTo>
                    <a:pt x="169" y="221"/>
                    <a:pt x="178" y="225"/>
                    <a:pt x="188" y="225"/>
                  </a:cubicBezTo>
                  <a:cubicBezTo>
                    <a:pt x="208" y="225"/>
                    <a:pt x="224" y="209"/>
                    <a:pt x="224" y="189"/>
                  </a:cubicBezTo>
                  <a:cubicBezTo>
                    <a:pt x="224" y="179"/>
                    <a:pt x="220" y="170"/>
                    <a:pt x="214" y="164"/>
                  </a:cubicBezTo>
                  <a:close/>
                  <a:moveTo>
                    <a:pt x="188" y="198"/>
                  </a:moveTo>
                  <a:cubicBezTo>
                    <a:pt x="186" y="198"/>
                    <a:pt x="183" y="197"/>
                    <a:pt x="182" y="195"/>
                  </a:cubicBezTo>
                  <a:cubicBezTo>
                    <a:pt x="92" y="105"/>
                    <a:pt x="92" y="105"/>
                    <a:pt x="92" y="105"/>
                  </a:cubicBezTo>
                  <a:cubicBezTo>
                    <a:pt x="90" y="104"/>
                    <a:pt x="89" y="102"/>
                    <a:pt x="89" y="99"/>
                  </a:cubicBezTo>
                  <a:cubicBezTo>
                    <a:pt x="89" y="94"/>
                    <a:pt x="93" y="90"/>
                    <a:pt x="98" y="90"/>
                  </a:cubicBezTo>
                  <a:cubicBezTo>
                    <a:pt x="101" y="90"/>
                    <a:pt x="103" y="91"/>
                    <a:pt x="105" y="93"/>
                  </a:cubicBezTo>
                  <a:cubicBezTo>
                    <a:pt x="195" y="183"/>
                    <a:pt x="195" y="183"/>
                    <a:pt x="195" y="183"/>
                  </a:cubicBezTo>
                  <a:cubicBezTo>
                    <a:pt x="196" y="184"/>
                    <a:pt x="197" y="186"/>
                    <a:pt x="197" y="189"/>
                  </a:cubicBezTo>
                  <a:cubicBezTo>
                    <a:pt x="197" y="194"/>
                    <a:pt x="193" y="198"/>
                    <a:pt x="188" y="198"/>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14" name="Freeform 18">
              <a:extLst>
                <a:ext uri="{FF2B5EF4-FFF2-40B4-BE49-F238E27FC236}">
                  <a16:creationId xmlns:a16="http://schemas.microsoft.com/office/drawing/2014/main" id="{2C106DB6-1DAA-4944-BC2A-5D6F56B1F2B1}"/>
                </a:ext>
              </a:extLst>
            </p:cNvPr>
            <p:cNvSpPr>
              <a:spLocks/>
            </p:cNvSpPr>
            <p:nvPr/>
          </p:nvSpPr>
          <p:spPr bwMode="auto">
            <a:xfrm>
              <a:off x="4832" y="1038"/>
              <a:ext cx="297" cy="297"/>
            </a:xfrm>
            <a:custGeom>
              <a:avLst/>
              <a:gdLst>
                <a:gd name="T0" fmla="*/ 116 w 125"/>
                <a:gd name="T1" fmla="*/ 79 h 125"/>
                <a:gd name="T2" fmla="*/ 81 w 125"/>
                <a:gd name="T3" fmla="*/ 94 h 125"/>
                <a:gd name="T4" fmla="*/ 31 w 125"/>
                <a:gd name="T5" fmla="*/ 44 h 125"/>
                <a:gd name="T6" fmla="*/ 46 w 125"/>
                <a:gd name="T7" fmla="*/ 9 h 125"/>
                <a:gd name="T8" fmla="*/ 55 w 125"/>
                <a:gd name="T9" fmla="*/ 0 h 125"/>
                <a:gd name="T10" fmla="*/ 0 w 125"/>
                <a:gd name="T11" fmla="*/ 62 h 125"/>
                <a:gd name="T12" fmla="*/ 63 w 125"/>
                <a:gd name="T13" fmla="*/ 125 h 125"/>
                <a:gd name="T14" fmla="*/ 125 w 125"/>
                <a:gd name="T15" fmla="*/ 70 h 125"/>
                <a:gd name="T16" fmla="*/ 116 w 125"/>
                <a:gd name="T17" fmla="*/ 79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5" h="125">
                  <a:moveTo>
                    <a:pt x="116" y="79"/>
                  </a:moveTo>
                  <a:cubicBezTo>
                    <a:pt x="107" y="88"/>
                    <a:pt x="94" y="94"/>
                    <a:pt x="81" y="94"/>
                  </a:cubicBezTo>
                  <a:cubicBezTo>
                    <a:pt x="53" y="94"/>
                    <a:pt x="31" y="72"/>
                    <a:pt x="31" y="44"/>
                  </a:cubicBezTo>
                  <a:cubicBezTo>
                    <a:pt x="31" y="31"/>
                    <a:pt x="37" y="18"/>
                    <a:pt x="46" y="9"/>
                  </a:cubicBezTo>
                  <a:cubicBezTo>
                    <a:pt x="55" y="0"/>
                    <a:pt x="55" y="0"/>
                    <a:pt x="55" y="0"/>
                  </a:cubicBezTo>
                  <a:cubicBezTo>
                    <a:pt x="24" y="4"/>
                    <a:pt x="0" y="30"/>
                    <a:pt x="0" y="62"/>
                  </a:cubicBezTo>
                  <a:cubicBezTo>
                    <a:pt x="0" y="97"/>
                    <a:pt x="28" y="125"/>
                    <a:pt x="63" y="125"/>
                  </a:cubicBezTo>
                  <a:cubicBezTo>
                    <a:pt x="95" y="125"/>
                    <a:pt x="121" y="101"/>
                    <a:pt x="125" y="70"/>
                  </a:cubicBezTo>
                  <a:lnTo>
                    <a:pt x="116" y="79"/>
                  </a:ln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15" name="Freeform 19">
              <a:extLst>
                <a:ext uri="{FF2B5EF4-FFF2-40B4-BE49-F238E27FC236}">
                  <a16:creationId xmlns:a16="http://schemas.microsoft.com/office/drawing/2014/main" id="{AA71D19B-59B9-4870-9776-EB7B89C424D1}"/>
                </a:ext>
              </a:extLst>
            </p:cNvPr>
            <p:cNvSpPr>
              <a:spLocks noEditPoints="1"/>
            </p:cNvSpPr>
            <p:nvPr/>
          </p:nvSpPr>
          <p:spPr bwMode="auto">
            <a:xfrm>
              <a:off x="4510" y="1533"/>
              <a:ext cx="122" cy="124"/>
            </a:xfrm>
            <a:custGeom>
              <a:avLst/>
              <a:gdLst>
                <a:gd name="T0" fmla="*/ 18 w 51"/>
                <a:gd name="T1" fmla="*/ 25 h 52"/>
                <a:gd name="T2" fmla="*/ 27 w 51"/>
                <a:gd name="T3" fmla="*/ 16 h 52"/>
                <a:gd name="T4" fmla="*/ 27 w 51"/>
                <a:gd name="T5" fmla="*/ 7 h 52"/>
                <a:gd name="T6" fmla="*/ 18 w 51"/>
                <a:gd name="T7" fmla="*/ 4 h 52"/>
                <a:gd name="T8" fmla="*/ 27 w 51"/>
                <a:gd name="T9" fmla="*/ 7 h 52"/>
                <a:gd name="T10" fmla="*/ 27 w 51"/>
                <a:gd name="T11" fmla="*/ 52 h 52"/>
                <a:gd name="T12" fmla="*/ 36 w 51"/>
                <a:gd name="T13" fmla="*/ 48 h 52"/>
                <a:gd name="T14" fmla="*/ 27 w 51"/>
                <a:gd name="T15" fmla="*/ 43 h 52"/>
                <a:gd name="T16" fmla="*/ 4 w 51"/>
                <a:gd name="T17" fmla="*/ 16 h 52"/>
                <a:gd name="T18" fmla="*/ 0 w 51"/>
                <a:gd name="T19" fmla="*/ 25 h 52"/>
                <a:gd name="T20" fmla="*/ 9 w 51"/>
                <a:gd name="T21" fmla="*/ 16 h 52"/>
                <a:gd name="T22" fmla="*/ 45 w 51"/>
                <a:gd name="T23" fmla="*/ 25 h 52"/>
                <a:gd name="T24" fmla="*/ 36 w 51"/>
                <a:gd name="T25" fmla="*/ 16 h 52"/>
                <a:gd name="T26" fmla="*/ 36 w 51"/>
                <a:gd name="T27" fmla="*/ 25 h 52"/>
                <a:gd name="T28" fmla="*/ 27 w 51"/>
                <a:gd name="T29" fmla="*/ 34 h 52"/>
                <a:gd name="T30" fmla="*/ 36 w 51"/>
                <a:gd name="T31" fmla="*/ 25 h 52"/>
                <a:gd name="T32" fmla="*/ 27 w 51"/>
                <a:gd name="T33" fmla="*/ 34 h 52"/>
                <a:gd name="T34" fmla="*/ 40 w 51"/>
                <a:gd name="T35" fmla="*/ 43 h 52"/>
                <a:gd name="T36" fmla="*/ 45 w 51"/>
                <a:gd name="T37" fmla="*/ 34 h 52"/>
                <a:gd name="T38" fmla="*/ 36 w 51"/>
                <a:gd name="T39" fmla="*/ 43 h 52"/>
                <a:gd name="T40" fmla="*/ 18 w 51"/>
                <a:gd name="T41" fmla="*/ 43 h 52"/>
                <a:gd name="T42" fmla="*/ 27 w 51"/>
                <a:gd name="T43" fmla="*/ 34 h 52"/>
                <a:gd name="T44" fmla="*/ 45 w 51"/>
                <a:gd name="T45" fmla="*/ 25 h 52"/>
                <a:gd name="T46" fmla="*/ 45 w 51"/>
                <a:gd name="T47" fmla="*/ 34 h 52"/>
                <a:gd name="T48" fmla="*/ 51 w 51"/>
                <a:gd name="T49" fmla="*/ 31 h 52"/>
                <a:gd name="T50" fmla="*/ 36 w 51"/>
                <a:gd name="T51" fmla="*/ 16 h 52"/>
                <a:gd name="T52" fmla="*/ 29 w 51"/>
                <a:gd name="T53" fmla="*/ 9 h 52"/>
                <a:gd name="T54" fmla="*/ 27 w 51"/>
                <a:gd name="T55" fmla="*/ 7 h 52"/>
                <a:gd name="T56" fmla="*/ 36 w 51"/>
                <a:gd name="T57" fmla="*/ 16 h 52"/>
                <a:gd name="T58" fmla="*/ 9 w 51"/>
                <a:gd name="T59" fmla="*/ 34 h 52"/>
                <a:gd name="T60" fmla="*/ 18 w 51"/>
                <a:gd name="T61" fmla="*/ 25 h 52"/>
                <a:gd name="T62" fmla="*/ 18 w 51"/>
                <a:gd name="T63" fmla="*/ 7 h 52"/>
                <a:gd name="T64" fmla="*/ 9 w 51"/>
                <a:gd name="T65" fmla="*/ 12 h 52"/>
                <a:gd name="T66" fmla="*/ 18 w 51"/>
                <a:gd name="T67" fmla="*/ 16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1" h="52">
                  <a:moveTo>
                    <a:pt x="18" y="16"/>
                  </a:moveTo>
                  <a:cubicBezTo>
                    <a:pt x="18" y="25"/>
                    <a:pt x="18" y="25"/>
                    <a:pt x="18" y="25"/>
                  </a:cubicBezTo>
                  <a:cubicBezTo>
                    <a:pt x="27" y="25"/>
                    <a:pt x="27" y="25"/>
                    <a:pt x="27" y="25"/>
                  </a:cubicBezTo>
                  <a:cubicBezTo>
                    <a:pt x="27" y="16"/>
                    <a:pt x="27" y="16"/>
                    <a:pt x="27" y="16"/>
                  </a:cubicBezTo>
                  <a:lnTo>
                    <a:pt x="18" y="16"/>
                  </a:lnTo>
                  <a:close/>
                  <a:moveTo>
                    <a:pt x="27" y="7"/>
                  </a:moveTo>
                  <a:cubicBezTo>
                    <a:pt x="25" y="5"/>
                    <a:pt x="23" y="2"/>
                    <a:pt x="22" y="0"/>
                  </a:cubicBezTo>
                  <a:cubicBezTo>
                    <a:pt x="18" y="4"/>
                    <a:pt x="18" y="4"/>
                    <a:pt x="18" y="4"/>
                  </a:cubicBezTo>
                  <a:cubicBezTo>
                    <a:pt x="18" y="7"/>
                    <a:pt x="18" y="7"/>
                    <a:pt x="18" y="7"/>
                  </a:cubicBezTo>
                  <a:cubicBezTo>
                    <a:pt x="27" y="7"/>
                    <a:pt x="27" y="7"/>
                    <a:pt x="27" y="7"/>
                  </a:cubicBezTo>
                  <a:cubicBezTo>
                    <a:pt x="27" y="7"/>
                    <a:pt x="27" y="7"/>
                    <a:pt x="27" y="7"/>
                  </a:cubicBezTo>
                  <a:close/>
                  <a:moveTo>
                    <a:pt x="27" y="52"/>
                  </a:moveTo>
                  <a:cubicBezTo>
                    <a:pt x="32" y="52"/>
                    <a:pt x="32" y="52"/>
                    <a:pt x="32" y="52"/>
                  </a:cubicBezTo>
                  <a:cubicBezTo>
                    <a:pt x="36" y="48"/>
                    <a:pt x="36" y="48"/>
                    <a:pt x="36" y="48"/>
                  </a:cubicBezTo>
                  <a:cubicBezTo>
                    <a:pt x="36" y="43"/>
                    <a:pt x="36" y="43"/>
                    <a:pt x="36" y="43"/>
                  </a:cubicBezTo>
                  <a:cubicBezTo>
                    <a:pt x="27" y="43"/>
                    <a:pt x="27" y="43"/>
                    <a:pt x="27" y="43"/>
                  </a:cubicBezTo>
                  <a:cubicBezTo>
                    <a:pt x="27" y="52"/>
                    <a:pt x="27" y="52"/>
                    <a:pt x="27" y="52"/>
                  </a:cubicBezTo>
                  <a:close/>
                  <a:moveTo>
                    <a:pt x="4" y="16"/>
                  </a:moveTo>
                  <a:cubicBezTo>
                    <a:pt x="0" y="20"/>
                    <a:pt x="0" y="20"/>
                    <a:pt x="0" y="20"/>
                  </a:cubicBezTo>
                  <a:cubicBezTo>
                    <a:pt x="0" y="25"/>
                    <a:pt x="0" y="25"/>
                    <a:pt x="0" y="25"/>
                  </a:cubicBezTo>
                  <a:cubicBezTo>
                    <a:pt x="9" y="25"/>
                    <a:pt x="9" y="25"/>
                    <a:pt x="9" y="25"/>
                  </a:cubicBezTo>
                  <a:cubicBezTo>
                    <a:pt x="9" y="16"/>
                    <a:pt x="9" y="16"/>
                    <a:pt x="9" y="16"/>
                  </a:cubicBezTo>
                  <a:lnTo>
                    <a:pt x="4" y="16"/>
                  </a:lnTo>
                  <a:close/>
                  <a:moveTo>
                    <a:pt x="45" y="25"/>
                  </a:moveTo>
                  <a:cubicBezTo>
                    <a:pt x="45" y="25"/>
                    <a:pt x="45" y="25"/>
                    <a:pt x="45" y="25"/>
                  </a:cubicBezTo>
                  <a:cubicBezTo>
                    <a:pt x="36" y="16"/>
                    <a:pt x="36" y="16"/>
                    <a:pt x="36" y="16"/>
                  </a:cubicBezTo>
                  <a:cubicBezTo>
                    <a:pt x="36" y="16"/>
                    <a:pt x="36" y="16"/>
                    <a:pt x="36" y="16"/>
                  </a:cubicBezTo>
                  <a:cubicBezTo>
                    <a:pt x="36" y="25"/>
                    <a:pt x="36" y="25"/>
                    <a:pt x="36" y="25"/>
                  </a:cubicBezTo>
                  <a:cubicBezTo>
                    <a:pt x="45" y="25"/>
                    <a:pt x="45" y="25"/>
                    <a:pt x="45" y="25"/>
                  </a:cubicBezTo>
                  <a:close/>
                  <a:moveTo>
                    <a:pt x="27" y="34"/>
                  </a:moveTo>
                  <a:cubicBezTo>
                    <a:pt x="36" y="34"/>
                    <a:pt x="36" y="34"/>
                    <a:pt x="36" y="34"/>
                  </a:cubicBezTo>
                  <a:cubicBezTo>
                    <a:pt x="36" y="25"/>
                    <a:pt x="36" y="25"/>
                    <a:pt x="36" y="25"/>
                  </a:cubicBezTo>
                  <a:cubicBezTo>
                    <a:pt x="27" y="25"/>
                    <a:pt x="27" y="25"/>
                    <a:pt x="27" y="25"/>
                  </a:cubicBezTo>
                  <a:lnTo>
                    <a:pt x="27" y="34"/>
                  </a:lnTo>
                  <a:close/>
                  <a:moveTo>
                    <a:pt x="36" y="43"/>
                  </a:moveTo>
                  <a:cubicBezTo>
                    <a:pt x="40" y="43"/>
                    <a:pt x="40" y="43"/>
                    <a:pt x="40" y="43"/>
                  </a:cubicBezTo>
                  <a:cubicBezTo>
                    <a:pt x="45" y="38"/>
                    <a:pt x="45" y="38"/>
                    <a:pt x="45" y="38"/>
                  </a:cubicBezTo>
                  <a:cubicBezTo>
                    <a:pt x="45" y="34"/>
                    <a:pt x="45" y="34"/>
                    <a:pt x="45" y="34"/>
                  </a:cubicBezTo>
                  <a:cubicBezTo>
                    <a:pt x="36" y="34"/>
                    <a:pt x="36" y="34"/>
                    <a:pt x="36" y="34"/>
                  </a:cubicBezTo>
                  <a:cubicBezTo>
                    <a:pt x="36" y="43"/>
                    <a:pt x="36" y="43"/>
                    <a:pt x="36" y="43"/>
                  </a:cubicBezTo>
                  <a:close/>
                  <a:moveTo>
                    <a:pt x="18" y="34"/>
                  </a:moveTo>
                  <a:cubicBezTo>
                    <a:pt x="18" y="43"/>
                    <a:pt x="18" y="43"/>
                    <a:pt x="18" y="43"/>
                  </a:cubicBezTo>
                  <a:cubicBezTo>
                    <a:pt x="27" y="43"/>
                    <a:pt x="27" y="43"/>
                    <a:pt x="27" y="43"/>
                  </a:cubicBezTo>
                  <a:cubicBezTo>
                    <a:pt x="27" y="34"/>
                    <a:pt x="27" y="34"/>
                    <a:pt x="27" y="34"/>
                  </a:cubicBezTo>
                  <a:lnTo>
                    <a:pt x="18" y="34"/>
                  </a:lnTo>
                  <a:close/>
                  <a:moveTo>
                    <a:pt x="45" y="25"/>
                  </a:moveTo>
                  <a:cubicBezTo>
                    <a:pt x="45" y="25"/>
                    <a:pt x="45" y="25"/>
                    <a:pt x="45" y="25"/>
                  </a:cubicBezTo>
                  <a:cubicBezTo>
                    <a:pt x="45" y="34"/>
                    <a:pt x="45" y="34"/>
                    <a:pt x="45" y="34"/>
                  </a:cubicBezTo>
                  <a:cubicBezTo>
                    <a:pt x="49" y="34"/>
                    <a:pt x="49" y="34"/>
                    <a:pt x="49" y="34"/>
                  </a:cubicBezTo>
                  <a:cubicBezTo>
                    <a:pt x="51" y="31"/>
                    <a:pt x="51" y="31"/>
                    <a:pt x="51" y="31"/>
                  </a:cubicBezTo>
                  <a:lnTo>
                    <a:pt x="45" y="25"/>
                  </a:lnTo>
                  <a:close/>
                  <a:moveTo>
                    <a:pt x="36" y="16"/>
                  </a:moveTo>
                  <a:cubicBezTo>
                    <a:pt x="36" y="16"/>
                    <a:pt x="36" y="16"/>
                    <a:pt x="36" y="16"/>
                  </a:cubicBezTo>
                  <a:cubicBezTo>
                    <a:pt x="29" y="9"/>
                    <a:pt x="29" y="9"/>
                    <a:pt x="29" y="9"/>
                  </a:cubicBezTo>
                  <a:cubicBezTo>
                    <a:pt x="29" y="9"/>
                    <a:pt x="28" y="8"/>
                    <a:pt x="27" y="7"/>
                  </a:cubicBezTo>
                  <a:cubicBezTo>
                    <a:pt x="27" y="7"/>
                    <a:pt x="27" y="7"/>
                    <a:pt x="27" y="7"/>
                  </a:cubicBezTo>
                  <a:cubicBezTo>
                    <a:pt x="27" y="16"/>
                    <a:pt x="27" y="16"/>
                    <a:pt x="27" y="16"/>
                  </a:cubicBezTo>
                  <a:cubicBezTo>
                    <a:pt x="36" y="16"/>
                    <a:pt x="36" y="16"/>
                    <a:pt x="36" y="16"/>
                  </a:cubicBezTo>
                  <a:close/>
                  <a:moveTo>
                    <a:pt x="9" y="25"/>
                  </a:moveTo>
                  <a:cubicBezTo>
                    <a:pt x="9" y="34"/>
                    <a:pt x="9" y="34"/>
                    <a:pt x="9" y="34"/>
                  </a:cubicBezTo>
                  <a:cubicBezTo>
                    <a:pt x="18" y="34"/>
                    <a:pt x="18" y="34"/>
                    <a:pt x="18" y="34"/>
                  </a:cubicBezTo>
                  <a:cubicBezTo>
                    <a:pt x="18" y="25"/>
                    <a:pt x="18" y="25"/>
                    <a:pt x="18" y="25"/>
                  </a:cubicBezTo>
                  <a:lnTo>
                    <a:pt x="9" y="25"/>
                  </a:lnTo>
                  <a:close/>
                  <a:moveTo>
                    <a:pt x="18" y="7"/>
                  </a:moveTo>
                  <a:cubicBezTo>
                    <a:pt x="14" y="7"/>
                    <a:pt x="14" y="7"/>
                    <a:pt x="14" y="7"/>
                  </a:cubicBezTo>
                  <a:cubicBezTo>
                    <a:pt x="9" y="12"/>
                    <a:pt x="9" y="12"/>
                    <a:pt x="9" y="12"/>
                  </a:cubicBezTo>
                  <a:cubicBezTo>
                    <a:pt x="9" y="16"/>
                    <a:pt x="9" y="16"/>
                    <a:pt x="9" y="16"/>
                  </a:cubicBezTo>
                  <a:cubicBezTo>
                    <a:pt x="18" y="16"/>
                    <a:pt x="18" y="16"/>
                    <a:pt x="18" y="16"/>
                  </a:cubicBezTo>
                  <a:cubicBezTo>
                    <a:pt x="18" y="7"/>
                    <a:pt x="18" y="7"/>
                    <a:pt x="18" y="7"/>
                  </a:cubicBezTo>
                  <a:close/>
                </a:path>
              </a:pathLst>
            </a:custGeom>
            <a:solidFill>
              <a:srgbClr val="04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16" name="Freeform 20">
              <a:extLst>
                <a:ext uri="{FF2B5EF4-FFF2-40B4-BE49-F238E27FC236}">
                  <a16:creationId xmlns:a16="http://schemas.microsoft.com/office/drawing/2014/main" id="{F13237DA-2623-436A-9544-2D97240911C6}"/>
                </a:ext>
              </a:extLst>
            </p:cNvPr>
            <p:cNvSpPr>
              <a:spLocks noEditPoints="1"/>
            </p:cNvSpPr>
            <p:nvPr/>
          </p:nvSpPr>
          <p:spPr bwMode="auto">
            <a:xfrm>
              <a:off x="4210" y="993"/>
              <a:ext cx="964" cy="964"/>
            </a:xfrm>
            <a:custGeom>
              <a:avLst/>
              <a:gdLst>
                <a:gd name="T0" fmla="*/ 263 w 405"/>
                <a:gd name="T1" fmla="*/ 255 h 405"/>
                <a:gd name="T2" fmla="*/ 247 w 405"/>
                <a:gd name="T3" fmla="*/ 261 h 405"/>
                <a:gd name="T4" fmla="*/ 340 w 405"/>
                <a:gd name="T5" fmla="*/ 357 h 405"/>
                <a:gd name="T6" fmla="*/ 355 w 405"/>
                <a:gd name="T7" fmla="*/ 351 h 405"/>
                <a:gd name="T8" fmla="*/ 264 w 405"/>
                <a:gd name="T9" fmla="*/ 192 h 405"/>
                <a:gd name="T10" fmla="*/ 324 w 405"/>
                <a:gd name="T11" fmla="*/ 162 h 405"/>
                <a:gd name="T12" fmla="*/ 397 w 405"/>
                <a:gd name="T13" fmla="*/ 47 h 405"/>
                <a:gd name="T14" fmla="*/ 342 w 405"/>
                <a:gd name="T15" fmla="*/ 90 h 405"/>
                <a:gd name="T16" fmla="*/ 323 w 405"/>
                <a:gd name="T17" fmla="*/ 44 h 405"/>
                <a:gd name="T18" fmla="*/ 324 w 405"/>
                <a:gd name="T19" fmla="*/ 0 h 405"/>
                <a:gd name="T20" fmla="*/ 248 w 405"/>
                <a:gd name="T21" fmla="*/ 108 h 405"/>
                <a:gd name="T22" fmla="*/ 193 w 405"/>
                <a:gd name="T23" fmla="*/ 144 h 405"/>
                <a:gd name="T24" fmla="*/ 73 w 405"/>
                <a:gd name="T25" fmla="*/ 61 h 405"/>
                <a:gd name="T26" fmla="*/ 90 w 405"/>
                <a:gd name="T27" fmla="*/ 41 h 405"/>
                <a:gd name="T28" fmla="*/ 32 w 405"/>
                <a:gd name="T29" fmla="*/ 2 h 405"/>
                <a:gd name="T30" fmla="*/ 21 w 405"/>
                <a:gd name="T31" fmla="*/ 3 h 405"/>
                <a:gd name="T32" fmla="*/ 0 w 405"/>
                <a:gd name="T33" fmla="*/ 28 h 405"/>
                <a:gd name="T34" fmla="*/ 33 w 405"/>
                <a:gd name="T35" fmla="*/ 86 h 405"/>
                <a:gd name="T36" fmla="*/ 47 w 405"/>
                <a:gd name="T37" fmla="*/ 88 h 405"/>
                <a:gd name="T38" fmla="*/ 150 w 405"/>
                <a:gd name="T39" fmla="*/ 166 h 405"/>
                <a:gd name="T40" fmla="*/ 141 w 405"/>
                <a:gd name="T41" fmla="*/ 209 h 405"/>
                <a:gd name="T42" fmla="*/ 0 w 405"/>
                <a:gd name="T43" fmla="*/ 360 h 405"/>
                <a:gd name="T44" fmla="*/ 77 w 405"/>
                <a:gd name="T45" fmla="*/ 392 h 405"/>
                <a:gd name="T46" fmla="*/ 308 w 405"/>
                <a:gd name="T47" fmla="*/ 389 h 405"/>
                <a:gd name="T48" fmla="*/ 400 w 405"/>
                <a:gd name="T49" fmla="*/ 351 h 405"/>
                <a:gd name="T50" fmla="*/ 264 w 405"/>
                <a:gd name="T51" fmla="*/ 192 h 405"/>
                <a:gd name="T52" fmla="*/ 21 w 405"/>
                <a:gd name="T53" fmla="*/ 29 h 405"/>
                <a:gd name="T54" fmla="*/ 67 w 405"/>
                <a:gd name="T55" fmla="*/ 43 h 405"/>
                <a:gd name="T56" fmla="*/ 316 w 405"/>
                <a:gd name="T57" fmla="*/ 19 h 405"/>
                <a:gd name="T58" fmla="*/ 307 w 405"/>
                <a:gd name="T59" fmla="*/ 98 h 405"/>
                <a:gd name="T60" fmla="*/ 386 w 405"/>
                <a:gd name="T61" fmla="*/ 89 h 405"/>
                <a:gd name="T62" fmla="*/ 301 w 405"/>
                <a:gd name="T63" fmla="*/ 140 h 405"/>
                <a:gd name="T64" fmla="*/ 295 w 405"/>
                <a:gd name="T65" fmla="*/ 137 h 405"/>
                <a:gd name="T66" fmla="*/ 292 w 405"/>
                <a:gd name="T67" fmla="*/ 136 h 405"/>
                <a:gd name="T68" fmla="*/ 269 w 405"/>
                <a:gd name="T69" fmla="*/ 113 h 405"/>
                <a:gd name="T70" fmla="*/ 268 w 405"/>
                <a:gd name="T71" fmla="*/ 110 h 405"/>
                <a:gd name="T72" fmla="*/ 265 w 405"/>
                <a:gd name="T73" fmla="*/ 104 h 405"/>
                <a:gd name="T74" fmla="*/ 316 w 405"/>
                <a:gd name="T75" fmla="*/ 19 h 405"/>
                <a:gd name="T76" fmla="*/ 279 w 405"/>
                <a:gd name="T77" fmla="*/ 149 h 405"/>
                <a:gd name="T78" fmla="*/ 232 w 405"/>
                <a:gd name="T79" fmla="*/ 160 h 405"/>
                <a:gd name="T80" fmla="*/ 256 w 405"/>
                <a:gd name="T81" fmla="*/ 126 h 405"/>
                <a:gd name="T82" fmla="*/ 45 w 405"/>
                <a:gd name="T83" fmla="*/ 387 h 405"/>
                <a:gd name="T84" fmla="*/ 26 w 405"/>
                <a:gd name="T85" fmla="*/ 341 h 405"/>
                <a:gd name="T86" fmla="*/ 155 w 405"/>
                <a:gd name="T87" fmla="*/ 236 h 405"/>
                <a:gd name="T88" fmla="*/ 64 w 405"/>
                <a:gd name="T89" fmla="*/ 379 h 405"/>
                <a:gd name="T90" fmla="*/ 321 w 405"/>
                <a:gd name="T91" fmla="*/ 376 h 405"/>
                <a:gd name="T92" fmla="*/ 161 w 405"/>
                <a:gd name="T93" fmla="*/ 215 h 405"/>
                <a:gd name="T94" fmla="*/ 158 w 405"/>
                <a:gd name="T95" fmla="*/ 205 h 405"/>
                <a:gd name="T96" fmla="*/ 158 w 405"/>
                <a:gd name="T97" fmla="*/ 202 h 405"/>
                <a:gd name="T98" fmla="*/ 157 w 405"/>
                <a:gd name="T99" fmla="*/ 200 h 405"/>
                <a:gd name="T100" fmla="*/ 157 w 405"/>
                <a:gd name="T101" fmla="*/ 197 h 405"/>
                <a:gd name="T102" fmla="*/ 158 w 405"/>
                <a:gd name="T103" fmla="*/ 193 h 405"/>
                <a:gd name="T104" fmla="*/ 193 w 405"/>
                <a:gd name="T105" fmla="*/ 162 h 405"/>
                <a:gd name="T106" fmla="*/ 196 w 405"/>
                <a:gd name="T107" fmla="*/ 162 h 405"/>
                <a:gd name="T108" fmla="*/ 198 w 405"/>
                <a:gd name="T109" fmla="*/ 163 h 405"/>
                <a:gd name="T110" fmla="*/ 219 w 405"/>
                <a:gd name="T111" fmla="*/ 173 h 405"/>
                <a:gd name="T112" fmla="*/ 251 w 405"/>
                <a:gd name="T113" fmla="*/ 205 h 405"/>
                <a:gd name="T114" fmla="*/ 382 w 405"/>
                <a:gd name="T115" fmla="*/ 351 h 405"/>
                <a:gd name="T116" fmla="*/ 45 w 405"/>
                <a:gd name="T117" fmla="*/ 351 h 405"/>
                <a:gd name="T118" fmla="*/ 45 w 405"/>
                <a:gd name="T119" fmla="*/ 369 h 405"/>
                <a:gd name="T120" fmla="*/ 45 w 405"/>
                <a:gd name="T121" fmla="*/ 351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05" h="405">
                  <a:moveTo>
                    <a:pt x="352" y="345"/>
                  </a:moveTo>
                  <a:cubicBezTo>
                    <a:pt x="263" y="255"/>
                    <a:pt x="263" y="255"/>
                    <a:pt x="263" y="255"/>
                  </a:cubicBezTo>
                  <a:cubicBezTo>
                    <a:pt x="261" y="253"/>
                    <a:pt x="259" y="252"/>
                    <a:pt x="256" y="252"/>
                  </a:cubicBezTo>
                  <a:cubicBezTo>
                    <a:pt x="251" y="252"/>
                    <a:pt x="247" y="256"/>
                    <a:pt x="247" y="261"/>
                  </a:cubicBezTo>
                  <a:cubicBezTo>
                    <a:pt x="247" y="264"/>
                    <a:pt x="248" y="266"/>
                    <a:pt x="250" y="268"/>
                  </a:cubicBezTo>
                  <a:cubicBezTo>
                    <a:pt x="340" y="357"/>
                    <a:pt x="340" y="357"/>
                    <a:pt x="340" y="357"/>
                  </a:cubicBezTo>
                  <a:cubicBezTo>
                    <a:pt x="341" y="359"/>
                    <a:pt x="344" y="360"/>
                    <a:pt x="346" y="360"/>
                  </a:cubicBezTo>
                  <a:cubicBezTo>
                    <a:pt x="351" y="360"/>
                    <a:pt x="355" y="356"/>
                    <a:pt x="355" y="351"/>
                  </a:cubicBezTo>
                  <a:cubicBezTo>
                    <a:pt x="355" y="348"/>
                    <a:pt x="354" y="346"/>
                    <a:pt x="352" y="345"/>
                  </a:cubicBezTo>
                  <a:close/>
                  <a:moveTo>
                    <a:pt x="264" y="192"/>
                  </a:moveTo>
                  <a:cubicBezTo>
                    <a:pt x="297" y="158"/>
                    <a:pt x="297" y="158"/>
                    <a:pt x="297" y="158"/>
                  </a:cubicBezTo>
                  <a:cubicBezTo>
                    <a:pt x="305" y="161"/>
                    <a:pt x="314" y="162"/>
                    <a:pt x="324" y="162"/>
                  </a:cubicBezTo>
                  <a:cubicBezTo>
                    <a:pt x="368" y="162"/>
                    <a:pt x="405" y="126"/>
                    <a:pt x="405" y="81"/>
                  </a:cubicBezTo>
                  <a:cubicBezTo>
                    <a:pt x="405" y="69"/>
                    <a:pt x="402" y="57"/>
                    <a:pt x="397" y="47"/>
                  </a:cubicBezTo>
                  <a:cubicBezTo>
                    <a:pt x="361" y="83"/>
                    <a:pt x="361" y="83"/>
                    <a:pt x="361" y="83"/>
                  </a:cubicBezTo>
                  <a:cubicBezTo>
                    <a:pt x="356" y="87"/>
                    <a:pt x="349" y="90"/>
                    <a:pt x="342" y="90"/>
                  </a:cubicBezTo>
                  <a:cubicBezTo>
                    <a:pt x="327" y="90"/>
                    <a:pt x="315" y="78"/>
                    <a:pt x="315" y="63"/>
                  </a:cubicBezTo>
                  <a:cubicBezTo>
                    <a:pt x="315" y="56"/>
                    <a:pt x="318" y="49"/>
                    <a:pt x="323" y="44"/>
                  </a:cubicBezTo>
                  <a:cubicBezTo>
                    <a:pt x="358" y="8"/>
                    <a:pt x="358" y="8"/>
                    <a:pt x="358" y="8"/>
                  </a:cubicBezTo>
                  <a:cubicBezTo>
                    <a:pt x="348" y="3"/>
                    <a:pt x="336" y="0"/>
                    <a:pt x="324" y="0"/>
                  </a:cubicBezTo>
                  <a:cubicBezTo>
                    <a:pt x="279" y="0"/>
                    <a:pt x="243" y="37"/>
                    <a:pt x="243" y="81"/>
                  </a:cubicBezTo>
                  <a:cubicBezTo>
                    <a:pt x="243" y="91"/>
                    <a:pt x="244" y="100"/>
                    <a:pt x="248" y="108"/>
                  </a:cubicBezTo>
                  <a:cubicBezTo>
                    <a:pt x="208" y="146"/>
                    <a:pt x="208" y="146"/>
                    <a:pt x="208" y="146"/>
                  </a:cubicBezTo>
                  <a:cubicBezTo>
                    <a:pt x="203" y="145"/>
                    <a:pt x="198" y="144"/>
                    <a:pt x="193" y="144"/>
                  </a:cubicBezTo>
                  <a:cubicBezTo>
                    <a:pt x="182" y="144"/>
                    <a:pt x="172" y="148"/>
                    <a:pt x="163" y="154"/>
                  </a:cubicBezTo>
                  <a:cubicBezTo>
                    <a:pt x="73" y="61"/>
                    <a:pt x="73" y="61"/>
                    <a:pt x="73" y="61"/>
                  </a:cubicBezTo>
                  <a:cubicBezTo>
                    <a:pt x="87" y="47"/>
                    <a:pt x="87" y="47"/>
                    <a:pt x="87" y="47"/>
                  </a:cubicBezTo>
                  <a:cubicBezTo>
                    <a:pt x="89" y="46"/>
                    <a:pt x="90" y="43"/>
                    <a:pt x="90" y="41"/>
                  </a:cubicBezTo>
                  <a:cubicBezTo>
                    <a:pt x="90" y="37"/>
                    <a:pt x="88" y="35"/>
                    <a:pt x="86" y="33"/>
                  </a:cubicBezTo>
                  <a:cubicBezTo>
                    <a:pt x="32" y="2"/>
                    <a:pt x="32" y="2"/>
                    <a:pt x="32" y="2"/>
                  </a:cubicBezTo>
                  <a:cubicBezTo>
                    <a:pt x="30" y="1"/>
                    <a:pt x="29" y="1"/>
                    <a:pt x="27" y="1"/>
                  </a:cubicBezTo>
                  <a:cubicBezTo>
                    <a:pt x="25" y="1"/>
                    <a:pt x="22" y="2"/>
                    <a:pt x="21" y="3"/>
                  </a:cubicBezTo>
                  <a:cubicBezTo>
                    <a:pt x="3" y="21"/>
                    <a:pt x="3" y="21"/>
                    <a:pt x="3" y="21"/>
                  </a:cubicBezTo>
                  <a:cubicBezTo>
                    <a:pt x="1" y="23"/>
                    <a:pt x="0" y="25"/>
                    <a:pt x="0" y="28"/>
                  </a:cubicBezTo>
                  <a:cubicBezTo>
                    <a:pt x="0" y="29"/>
                    <a:pt x="1" y="31"/>
                    <a:pt x="1" y="32"/>
                  </a:cubicBezTo>
                  <a:cubicBezTo>
                    <a:pt x="33" y="86"/>
                    <a:pt x="33" y="86"/>
                    <a:pt x="33" y="86"/>
                  </a:cubicBezTo>
                  <a:cubicBezTo>
                    <a:pt x="34" y="89"/>
                    <a:pt x="37" y="90"/>
                    <a:pt x="41" y="90"/>
                  </a:cubicBezTo>
                  <a:cubicBezTo>
                    <a:pt x="43" y="90"/>
                    <a:pt x="45" y="89"/>
                    <a:pt x="47" y="88"/>
                  </a:cubicBezTo>
                  <a:cubicBezTo>
                    <a:pt x="61" y="74"/>
                    <a:pt x="61" y="74"/>
                    <a:pt x="61" y="74"/>
                  </a:cubicBezTo>
                  <a:cubicBezTo>
                    <a:pt x="150" y="166"/>
                    <a:pt x="150" y="166"/>
                    <a:pt x="150" y="166"/>
                  </a:cubicBezTo>
                  <a:cubicBezTo>
                    <a:pt x="143" y="175"/>
                    <a:pt x="139" y="186"/>
                    <a:pt x="139" y="198"/>
                  </a:cubicBezTo>
                  <a:cubicBezTo>
                    <a:pt x="139" y="202"/>
                    <a:pt x="140" y="205"/>
                    <a:pt x="141" y="209"/>
                  </a:cubicBezTo>
                  <a:cubicBezTo>
                    <a:pt x="13" y="328"/>
                    <a:pt x="13" y="328"/>
                    <a:pt x="13" y="328"/>
                  </a:cubicBezTo>
                  <a:cubicBezTo>
                    <a:pt x="5" y="336"/>
                    <a:pt x="0" y="348"/>
                    <a:pt x="0" y="360"/>
                  </a:cubicBezTo>
                  <a:cubicBezTo>
                    <a:pt x="0" y="385"/>
                    <a:pt x="20" y="405"/>
                    <a:pt x="45" y="405"/>
                  </a:cubicBezTo>
                  <a:cubicBezTo>
                    <a:pt x="58" y="405"/>
                    <a:pt x="69" y="400"/>
                    <a:pt x="77" y="392"/>
                  </a:cubicBezTo>
                  <a:cubicBezTo>
                    <a:pt x="190" y="271"/>
                    <a:pt x="190" y="271"/>
                    <a:pt x="190" y="271"/>
                  </a:cubicBezTo>
                  <a:cubicBezTo>
                    <a:pt x="308" y="389"/>
                    <a:pt x="308" y="389"/>
                    <a:pt x="308" y="389"/>
                  </a:cubicBezTo>
                  <a:cubicBezTo>
                    <a:pt x="318" y="399"/>
                    <a:pt x="331" y="405"/>
                    <a:pt x="346" y="405"/>
                  </a:cubicBezTo>
                  <a:cubicBezTo>
                    <a:pt x="376" y="405"/>
                    <a:pt x="400" y="381"/>
                    <a:pt x="400" y="351"/>
                  </a:cubicBezTo>
                  <a:cubicBezTo>
                    <a:pt x="400" y="336"/>
                    <a:pt x="394" y="323"/>
                    <a:pt x="384" y="313"/>
                  </a:cubicBezTo>
                  <a:cubicBezTo>
                    <a:pt x="264" y="192"/>
                    <a:pt x="264" y="192"/>
                    <a:pt x="264" y="192"/>
                  </a:cubicBezTo>
                  <a:close/>
                  <a:moveTo>
                    <a:pt x="43" y="67"/>
                  </a:moveTo>
                  <a:cubicBezTo>
                    <a:pt x="21" y="29"/>
                    <a:pt x="21" y="29"/>
                    <a:pt x="21" y="29"/>
                  </a:cubicBezTo>
                  <a:cubicBezTo>
                    <a:pt x="29" y="21"/>
                    <a:pt x="29" y="21"/>
                    <a:pt x="29" y="21"/>
                  </a:cubicBezTo>
                  <a:cubicBezTo>
                    <a:pt x="67" y="43"/>
                    <a:pt x="67" y="43"/>
                    <a:pt x="67" y="43"/>
                  </a:cubicBezTo>
                  <a:lnTo>
                    <a:pt x="43" y="67"/>
                  </a:lnTo>
                  <a:close/>
                  <a:moveTo>
                    <a:pt x="316" y="19"/>
                  </a:moveTo>
                  <a:cubicBezTo>
                    <a:pt x="307" y="29"/>
                    <a:pt x="307" y="29"/>
                    <a:pt x="307" y="29"/>
                  </a:cubicBezTo>
                  <a:cubicBezTo>
                    <a:pt x="287" y="48"/>
                    <a:pt x="287" y="79"/>
                    <a:pt x="307" y="98"/>
                  </a:cubicBezTo>
                  <a:cubicBezTo>
                    <a:pt x="326" y="118"/>
                    <a:pt x="357" y="118"/>
                    <a:pt x="376" y="98"/>
                  </a:cubicBezTo>
                  <a:cubicBezTo>
                    <a:pt x="386" y="89"/>
                    <a:pt x="386" y="89"/>
                    <a:pt x="386" y="89"/>
                  </a:cubicBezTo>
                  <a:cubicBezTo>
                    <a:pt x="382" y="120"/>
                    <a:pt x="356" y="144"/>
                    <a:pt x="324" y="144"/>
                  </a:cubicBezTo>
                  <a:cubicBezTo>
                    <a:pt x="316" y="144"/>
                    <a:pt x="308" y="143"/>
                    <a:pt x="301" y="140"/>
                  </a:cubicBezTo>
                  <a:cubicBezTo>
                    <a:pt x="299" y="139"/>
                    <a:pt x="297" y="138"/>
                    <a:pt x="295" y="137"/>
                  </a:cubicBezTo>
                  <a:cubicBezTo>
                    <a:pt x="295" y="137"/>
                    <a:pt x="295" y="137"/>
                    <a:pt x="295" y="137"/>
                  </a:cubicBezTo>
                  <a:cubicBezTo>
                    <a:pt x="294" y="137"/>
                    <a:pt x="293" y="136"/>
                    <a:pt x="292" y="136"/>
                  </a:cubicBezTo>
                  <a:cubicBezTo>
                    <a:pt x="292" y="136"/>
                    <a:pt x="292" y="136"/>
                    <a:pt x="292" y="136"/>
                  </a:cubicBezTo>
                  <a:cubicBezTo>
                    <a:pt x="283" y="130"/>
                    <a:pt x="275" y="123"/>
                    <a:pt x="269" y="113"/>
                  </a:cubicBezTo>
                  <a:cubicBezTo>
                    <a:pt x="269" y="113"/>
                    <a:pt x="269" y="113"/>
                    <a:pt x="269" y="113"/>
                  </a:cubicBezTo>
                  <a:cubicBezTo>
                    <a:pt x="269" y="112"/>
                    <a:pt x="268" y="111"/>
                    <a:pt x="268" y="110"/>
                  </a:cubicBezTo>
                  <a:cubicBezTo>
                    <a:pt x="268" y="110"/>
                    <a:pt x="268" y="110"/>
                    <a:pt x="268" y="110"/>
                  </a:cubicBezTo>
                  <a:cubicBezTo>
                    <a:pt x="267" y="109"/>
                    <a:pt x="267" y="108"/>
                    <a:pt x="266" y="107"/>
                  </a:cubicBezTo>
                  <a:cubicBezTo>
                    <a:pt x="266" y="106"/>
                    <a:pt x="265" y="105"/>
                    <a:pt x="265" y="104"/>
                  </a:cubicBezTo>
                  <a:cubicBezTo>
                    <a:pt x="262" y="97"/>
                    <a:pt x="261" y="90"/>
                    <a:pt x="261" y="81"/>
                  </a:cubicBezTo>
                  <a:cubicBezTo>
                    <a:pt x="261" y="49"/>
                    <a:pt x="285" y="23"/>
                    <a:pt x="316" y="19"/>
                  </a:cubicBezTo>
                  <a:close/>
                  <a:moveTo>
                    <a:pt x="256" y="126"/>
                  </a:moveTo>
                  <a:cubicBezTo>
                    <a:pt x="262" y="135"/>
                    <a:pt x="270" y="143"/>
                    <a:pt x="279" y="149"/>
                  </a:cubicBezTo>
                  <a:cubicBezTo>
                    <a:pt x="251" y="179"/>
                    <a:pt x="251" y="179"/>
                    <a:pt x="251" y="179"/>
                  </a:cubicBezTo>
                  <a:cubicBezTo>
                    <a:pt x="232" y="160"/>
                    <a:pt x="232" y="160"/>
                    <a:pt x="232" y="160"/>
                  </a:cubicBezTo>
                  <a:cubicBezTo>
                    <a:pt x="230" y="158"/>
                    <a:pt x="228" y="156"/>
                    <a:pt x="225" y="155"/>
                  </a:cubicBezTo>
                  <a:cubicBezTo>
                    <a:pt x="256" y="126"/>
                    <a:pt x="256" y="126"/>
                    <a:pt x="256" y="126"/>
                  </a:cubicBezTo>
                  <a:close/>
                  <a:moveTo>
                    <a:pt x="64" y="379"/>
                  </a:moveTo>
                  <a:cubicBezTo>
                    <a:pt x="59" y="384"/>
                    <a:pt x="53" y="387"/>
                    <a:pt x="45" y="387"/>
                  </a:cubicBezTo>
                  <a:cubicBezTo>
                    <a:pt x="30" y="387"/>
                    <a:pt x="18" y="375"/>
                    <a:pt x="18" y="360"/>
                  </a:cubicBezTo>
                  <a:cubicBezTo>
                    <a:pt x="18" y="352"/>
                    <a:pt x="21" y="346"/>
                    <a:pt x="26" y="341"/>
                  </a:cubicBezTo>
                  <a:cubicBezTo>
                    <a:pt x="148" y="227"/>
                    <a:pt x="148" y="227"/>
                    <a:pt x="148" y="227"/>
                  </a:cubicBezTo>
                  <a:cubicBezTo>
                    <a:pt x="150" y="230"/>
                    <a:pt x="152" y="233"/>
                    <a:pt x="155" y="236"/>
                  </a:cubicBezTo>
                  <a:cubicBezTo>
                    <a:pt x="177" y="258"/>
                    <a:pt x="177" y="258"/>
                    <a:pt x="177" y="258"/>
                  </a:cubicBezTo>
                  <a:lnTo>
                    <a:pt x="64" y="379"/>
                  </a:lnTo>
                  <a:close/>
                  <a:moveTo>
                    <a:pt x="346" y="387"/>
                  </a:moveTo>
                  <a:cubicBezTo>
                    <a:pt x="336" y="387"/>
                    <a:pt x="327" y="383"/>
                    <a:pt x="321" y="376"/>
                  </a:cubicBezTo>
                  <a:cubicBezTo>
                    <a:pt x="168" y="224"/>
                    <a:pt x="168" y="224"/>
                    <a:pt x="168" y="224"/>
                  </a:cubicBezTo>
                  <a:cubicBezTo>
                    <a:pt x="165" y="221"/>
                    <a:pt x="163" y="218"/>
                    <a:pt x="161" y="215"/>
                  </a:cubicBezTo>
                  <a:cubicBezTo>
                    <a:pt x="160" y="211"/>
                    <a:pt x="159" y="208"/>
                    <a:pt x="158" y="205"/>
                  </a:cubicBezTo>
                  <a:cubicBezTo>
                    <a:pt x="158" y="205"/>
                    <a:pt x="158" y="205"/>
                    <a:pt x="158" y="205"/>
                  </a:cubicBezTo>
                  <a:cubicBezTo>
                    <a:pt x="158" y="204"/>
                    <a:pt x="158" y="203"/>
                    <a:pt x="158" y="203"/>
                  </a:cubicBezTo>
                  <a:cubicBezTo>
                    <a:pt x="158" y="203"/>
                    <a:pt x="158" y="203"/>
                    <a:pt x="158" y="202"/>
                  </a:cubicBezTo>
                  <a:cubicBezTo>
                    <a:pt x="158" y="202"/>
                    <a:pt x="158" y="201"/>
                    <a:pt x="157" y="201"/>
                  </a:cubicBezTo>
                  <a:cubicBezTo>
                    <a:pt x="157" y="200"/>
                    <a:pt x="157" y="200"/>
                    <a:pt x="157" y="200"/>
                  </a:cubicBezTo>
                  <a:cubicBezTo>
                    <a:pt x="157" y="200"/>
                    <a:pt x="157" y="199"/>
                    <a:pt x="157" y="198"/>
                  </a:cubicBezTo>
                  <a:cubicBezTo>
                    <a:pt x="157" y="197"/>
                    <a:pt x="157" y="197"/>
                    <a:pt x="157" y="197"/>
                  </a:cubicBezTo>
                  <a:cubicBezTo>
                    <a:pt x="157" y="196"/>
                    <a:pt x="158" y="194"/>
                    <a:pt x="158" y="193"/>
                  </a:cubicBezTo>
                  <a:cubicBezTo>
                    <a:pt x="158" y="193"/>
                    <a:pt x="158" y="193"/>
                    <a:pt x="158" y="193"/>
                  </a:cubicBezTo>
                  <a:cubicBezTo>
                    <a:pt x="160" y="177"/>
                    <a:pt x="174" y="164"/>
                    <a:pt x="191" y="162"/>
                  </a:cubicBezTo>
                  <a:cubicBezTo>
                    <a:pt x="191" y="162"/>
                    <a:pt x="192" y="162"/>
                    <a:pt x="193" y="162"/>
                  </a:cubicBezTo>
                  <a:cubicBezTo>
                    <a:pt x="194" y="162"/>
                    <a:pt x="195" y="162"/>
                    <a:pt x="195" y="162"/>
                  </a:cubicBezTo>
                  <a:cubicBezTo>
                    <a:pt x="196" y="162"/>
                    <a:pt x="196" y="162"/>
                    <a:pt x="196" y="162"/>
                  </a:cubicBezTo>
                  <a:cubicBezTo>
                    <a:pt x="197" y="163"/>
                    <a:pt x="197" y="163"/>
                    <a:pt x="198" y="163"/>
                  </a:cubicBezTo>
                  <a:cubicBezTo>
                    <a:pt x="198" y="163"/>
                    <a:pt x="198" y="163"/>
                    <a:pt x="198" y="163"/>
                  </a:cubicBezTo>
                  <a:cubicBezTo>
                    <a:pt x="203" y="163"/>
                    <a:pt x="208" y="165"/>
                    <a:pt x="212" y="168"/>
                  </a:cubicBezTo>
                  <a:cubicBezTo>
                    <a:pt x="214" y="169"/>
                    <a:pt x="217" y="171"/>
                    <a:pt x="219" y="173"/>
                  </a:cubicBezTo>
                  <a:cubicBezTo>
                    <a:pt x="238" y="192"/>
                    <a:pt x="238" y="192"/>
                    <a:pt x="238" y="192"/>
                  </a:cubicBezTo>
                  <a:cubicBezTo>
                    <a:pt x="251" y="205"/>
                    <a:pt x="251" y="205"/>
                    <a:pt x="251" y="205"/>
                  </a:cubicBezTo>
                  <a:cubicBezTo>
                    <a:pt x="371" y="325"/>
                    <a:pt x="371" y="325"/>
                    <a:pt x="371" y="325"/>
                  </a:cubicBezTo>
                  <a:cubicBezTo>
                    <a:pt x="378" y="332"/>
                    <a:pt x="382" y="341"/>
                    <a:pt x="382" y="351"/>
                  </a:cubicBezTo>
                  <a:cubicBezTo>
                    <a:pt x="382" y="371"/>
                    <a:pt x="366" y="387"/>
                    <a:pt x="346" y="387"/>
                  </a:cubicBezTo>
                  <a:close/>
                  <a:moveTo>
                    <a:pt x="45" y="351"/>
                  </a:moveTo>
                  <a:cubicBezTo>
                    <a:pt x="40" y="351"/>
                    <a:pt x="36" y="355"/>
                    <a:pt x="36" y="360"/>
                  </a:cubicBezTo>
                  <a:cubicBezTo>
                    <a:pt x="36" y="365"/>
                    <a:pt x="40" y="369"/>
                    <a:pt x="45" y="369"/>
                  </a:cubicBezTo>
                  <a:cubicBezTo>
                    <a:pt x="50" y="369"/>
                    <a:pt x="54" y="365"/>
                    <a:pt x="54" y="360"/>
                  </a:cubicBezTo>
                  <a:cubicBezTo>
                    <a:pt x="54" y="355"/>
                    <a:pt x="50" y="351"/>
                    <a:pt x="45" y="351"/>
                  </a:cubicBezTo>
                  <a:close/>
                </a:path>
              </a:pathLst>
            </a:custGeom>
            <a:solidFill>
              <a:srgbClr val="04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dirty="0">
                <a:solidFill>
                  <a:srgbClr val="000000"/>
                </a:solidFill>
                <a:latin typeface="Calibri Light"/>
                <a:ea typeface="微软雅黑 Light"/>
              </a:endParaRPr>
            </a:p>
          </p:txBody>
        </p:sp>
      </p:grpSp>
      <p:sp>
        <p:nvSpPr>
          <p:cNvPr id="17" name="矩形 16"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F0FA4C26-4BD7-41F9-BEA5-B14284541C2D}"/>
              </a:ext>
            </a:extLst>
          </p:cNvPr>
          <p:cNvSpPr/>
          <p:nvPr/>
        </p:nvSpPr>
        <p:spPr>
          <a:xfrm>
            <a:off x="861646" y="4035400"/>
            <a:ext cx="3304104" cy="1023742"/>
          </a:xfrm>
          <a:prstGeom prst="rect">
            <a:avLst/>
          </a:prstGeom>
        </p:spPr>
        <p:txBody>
          <a:bodyPr wrap="square">
            <a:spAutoFit/>
          </a:bodyPr>
          <a:lstStyle/>
          <a:p>
            <a:pPr algn="ctr" defTabSz="914377">
              <a:lnSpc>
                <a:spcPct val="150000"/>
              </a:lnSpc>
            </a:pPr>
            <a:r>
              <a:rPr lang="zh-CN" altLang="en-US" sz="14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sym typeface="Calibri" panose="020F0502020204030204" pitchFamily="34" charset="0"/>
              </a:rPr>
              <a:t>此部分内容作为文字排版占位显示（建议使用主题字体）如需更改请在（设置形状格式）菜单下（文本选项）中调整。</a:t>
            </a:r>
            <a:endParaRPr lang="en-US" altLang="zh-CN" sz="14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sym typeface="Calibri" panose="020F0502020204030204" pitchFamily="34" charset="0"/>
            </a:endParaRPr>
          </a:p>
        </p:txBody>
      </p:sp>
      <p:sp>
        <p:nvSpPr>
          <p:cNvPr id="18" name="矩形 17"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CFA10043-3474-4A0C-9E64-43D02401AB82}"/>
              </a:ext>
            </a:extLst>
          </p:cNvPr>
          <p:cNvSpPr/>
          <p:nvPr/>
        </p:nvSpPr>
        <p:spPr>
          <a:xfrm>
            <a:off x="838902" y="3621478"/>
            <a:ext cx="3349592" cy="379656"/>
          </a:xfrm>
          <a:prstGeom prst="rect">
            <a:avLst/>
          </a:prstGeom>
        </p:spPr>
        <p:txBody>
          <a:bodyPr wrap="square">
            <a:spAutoFit/>
          </a:bodyPr>
          <a:lstStyle/>
          <a:p>
            <a:pPr algn="ctr" defTabSz="914377" fontAlgn="base">
              <a:spcBef>
                <a:spcPct val="0"/>
              </a:spcBef>
              <a:spcAft>
                <a:spcPct val="0"/>
              </a:spcAft>
            </a:pPr>
            <a:r>
              <a:rPr lang="zh-CN" altLang="en-US" sz="1867" b="1" dirty="0">
                <a:solidFill>
                  <a:srgbClr val="000000"/>
                </a:solidFill>
                <a:latin typeface="Arial"/>
                <a:ea typeface="微软雅黑"/>
                <a:sym typeface="Calibri" panose="020F0502020204030204" pitchFamily="34" charset="0"/>
              </a:rPr>
              <a:t>标题文本预设</a:t>
            </a:r>
            <a:endParaRPr lang="en-US" altLang="zh-CN" sz="1867" b="1" dirty="0">
              <a:solidFill>
                <a:srgbClr val="000000"/>
              </a:solidFill>
              <a:latin typeface="Arial"/>
              <a:ea typeface="微软雅黑"/>
              <a:sym typeface="Calibri" panose="020F0502020204030204" pitchFamily="34" charset="0"/>
            </a:endParaRPr>
          </a:p>
        </p:txBody>
      </p:sp>
      <p:cxnSp>
        <p:nvCxnSpPr>
          <p:cNvPr id="19" name="直接连接符 18" descr="e7d195523061f1c09e9d68d7cf438b91ef959ecb14fc25d26BBA7F7DBC18E55DFF4014AF651F0BF2569D4B6C1DA7F1A4683A481403BD872FC687266AD13265C1DE7C373772FD8728ABDD69ADD03BFF5BE2862BC891DBB79EE2341C44C8A0202E5F94C5A17642E282ED79F72530309EF99E1106E340CC79CE70DA78DE569C2E23CA1501DD98644E7754407D355E74E529">
            <a:extLst>
              <a:ext uri="{FF2B5EF4-FFF2-40B4-BE49-F238E27FC236}">
                <a16:creationId xmlns:a16="http://schemas.microsoft.com/office/drawing/2014/main" id="{D032A12A-2719-4F27-8F22-B5BCF7152CB7}"/>
              </a:ext>
            </a:extLst>
          </p:cNvPr>
          <p:cNvCxnSpPr/>
          <p:nvPr/>
        </p:nvCxnSpPr>
        <p:spPr>
          <a:xfrm>
            <a:off x="2385610" y="4031846"/>
            <a:ext cx="230855"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0" name="矩形 19"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ACB14692-CBA8-4A56-89DC-DE8A9524CBEA}"/>
              </a:ext>
            </a:extLst>
          </p:cNvPr>
          <p:cNvSpPr/>
          <p:nvPr/>
        </p:nvSpPr>
        <p:spPr>
          <a:xfrm>
            <a:off x="4852027" y="4035400"/>
            <a:ext cx="3304104" cy="1023742"/>
          </a:xfrm>
          <a:prstGeom prst="rect">
            <a:avLst/>
          </a:prstGeom>
        </p:spPr>
        <p:txBody>
          <a:bodyPr wrap="square">
            <a:spAutoFit/>
          </a:bodyPr>
          <a:lstStyle/>
          <a:p>
            <a:pPr algn="ctr" defTabSz="914377">
              <a:lnSpc>
                <a:spcPct val="150000"/>
              </a:lnSpc>
            </a:pPr>
            <a:r>
              <a:rPr lang="zh-CN" altLang="en-US" sz="1400" dirty="0">
                <a:solidFill>
                  <a:srgbClr val="443C3A"/>
                </a:solidFill>
                <a:latin typeface="微软雅黑" panose="020B0503020204020204" pitchFamily="34" charset="-122"/>
                <a:ea typeface="微软雅黑" panose="020B0503020204020204" pitchFamily="34" charset="-122"/>
              </a:rPr>
              <a:t>此部分内容作为文字排版占位显示（建议使用主题字体）如需更改请在（设置形状格式）菜单下（文本选项）中调整。</a:t>
            </a:r>
            <a:endParaRPr lang="en-US" altLang="zh-CN" sz="14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sym typeface="Calibri" panose="020F0502020204030204" pitchFamily="34" charset="0"/>
            </a:endParaRPr>
          </a:p>
        </p:txBody>
      </p:sp>
      <p:sp>
        <p:nvSpPr>
          <p:cNvPr id="21" name="矩形 20"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AF46E22D-18B3-4098-A964-004C0681BB27}"/>
              </a:ext>
            </a:extLst>
          </p:cNvPr>
          <p:cNvSpPr/>
          <p:nvPr/>
        </p:nvSpPr>
        <p:spPr>
          <a:xfrm>
            <a:off x="4829283" y="3621478"/>
            <a:ext cx="3349592" cy="379656"/>
          </a:xfrm>
          <a:prstGeom prst="rect">
            <a:avLst/>
          </a:prstGeom>
        </p:spPr>
        <p:txBody>
          <a:bodyPr wrap="square">
            <a:spAutoFit/>
          </a:bodyPr>
          <a:lstStyle/>
          <a:p>
            <a:pPr algn="ctr" defTabSz="914377" fontAlgn="base">
              <a:spcBef>
                <a:spcPct val="0"/>
              </a:spcBef>
              <a:spcAft>
                <a:spcPct val="0"/>
              </a:spcAft>
            </a:pPr>
            <a:r>
              <a:rPr lang="zh-CN" altLang="en-US" sz="1867" b="1" dirty="0">
                <a:solidFill>
                  <a:srgbClr val="000000"/>
                </a:solidFill>
                <a:latin typeface="Arial"/>
                <a:ea typeface="微软雅黑"/>
                <a:sym typeface="Calibri" panose="020F0502020204030204" pitchFamily="34" charset="0"/>
              </a:rPr>
              <a:t>标题文本预设</a:t>
            </a:r>
            <a:endParaRPr lang="en-US" altLang="zh-CN" sz="1867" b="1" dirty="0">
              <a:solidFill>
                <a:srgbClr val="000000"/>
              </a:solidFill>
              <a:latin typeface="Arial"/>
              <a:ea typeface="微软雅黑"/>
              <a:sym typeface="Calibri" panose="020F0502020204030204" pitchFamily="34" charset="0"/>
            </a:endParaRPr>
          </a:p>
        </p:txBody>
      </p:sp>
      <p:cxnSp>
        <p:nvCxnSpPr>
          <p:cNvPr id="22" name="直接连接符 21" descr="e7d195523061f1c09e9d68d7cf438b91ef959ecb14fc25d26BBA7F7DBC18E55DFF4014AF651F0BF2569D4B6C1DA7F1A4683A481403BD872FC687266AD13265C1DE7C373772FD8728ABDD69ADD03BFF5BE2862BC891DBB79EE2341C44C8A0202E5F94C5A17642E282ED79F72530309EF99E1106E340CC79CE70DA78DE569C2E23CA1501DD98644E7754407D355E74E529">
            <a:extLst>
              <a:ext uri="{FF2B5EF4-FFF2-40B4-BE49-F238E27FC236}">
                <a16:creationId xmlns:a16="http://schemas.microsoft.com/office/drawing/2014/main" id="{73F6E8D6-3BC7-4CCC-A2A7-792119BA30B4}"/>
              </a:ext>
            </a:extLst>
          </p:cNvPr>
          <p:cNvCxnSpPr/>
          <p:nvPr/>
        </p:nvCxnSpPr>
        <p:spPr>
          <a:xfrm>
            <a:off x="6375992" y="4031846"/>
            <a:ext cx="230855"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23" name="矩形 22"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40F02F7E-EA3B-40E3-AE9A-C0F612052298}"/>
              </a:ext>
            </a:extLst>
          </p:cNvPr>
          <p:cNvSpPr/>
          <p:nvPr/>
        </p:nvSpPr>
        <p:spPr>
          <a:xfrm>
            <a:off x="8865152" y="4035400"/>
            <a:ext cx="3304104" cy="1023742"/>
          </a:xfrm>
          <a:prstGeom prst="rect">
            <a:avLst/>
          </a:prstGeom>
        </p:spPr>
        <p:txBody>
          <a:bodyPr wrap="square">
            <a:spAutoFit/>
          </a:bodyPr>
          <a:lstStyle/>
          <a:p>
            <a:pPr algn="ctr" defTabSz="914377">
              <a:lnSpc>
                <a:spcPct val="150000"/>
              </a:lnSpc>
            </a:pPr>
            <a:r>
              <a:rPr lang="zh-CN" altLang="en-US" sz="1400" dirty="0">
                <a:solidFill>
                  <a:srgbClr val="443C3A"/>
                </a:solidFill>
                <a:latin typeface="微软雅黑" panose="020B0503020204020204" pitchFamily="34" charset="-122"/>
                <a:ea typeface="微软雅黑" panose="020B0503020204020204" pitchFamily="34" charset="-122"/>
              </a:rPr>
              <a:t>此部分内容作为文字排版占位显示（建议使用主题字体）如需更改请在（设置形状格式）菜单下（文本选项）中调整。</a:t>
            </a:r>
            <a:endParaRPr lang="en-US" altLang="zh-CN" sz="14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sym typeface="Calibri" panose="020F0502020204030204" pitchFamily="34" charset="0"/>
            </a:endParaRPr>
          </a:p>
        </p:txBody>
      </p:sp>
      <p:sp>
        <p:nvSpPr>
          <p:cNvPr id="24" name="矩形 23" descr="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
            <a:extLst>
              <a:ext uri="{FF2B5EF4-FFF2-40B4-BE49-F238E27FC236}">
                <a16:creationId xmlns:a16="http://schemas.microsoft.com/office/drawing/2014/main" id="{06C5F291-95E6-4313-BF18-BC55A4F02790}"/>
              </a:ext>
            </a:extLst>
          </p:cNvPr>
          <p:cNvSpPr/>
          <p:nvPr/>
        </p:nvSpPr>
        <p:spPr>
          <a:xfrm>
            <a:off x="8842408" y="3621477"/>
            <a:ext cx="3349592" cy="379656"/>
          </a:xfrm>
          <a:prstGeom prst="rect">
            <a:avLst/>
          </a:prstGeom>
        </p:spPr>
        <p:txBody>
          <a:bodyPr wrap="square">
            <a:spAutoFit/>
          </a:bodyPr>
          <a:lstStyle/>
          <a:p>
            <a:pPr algn="ctr" defTabSz="914377" fontAlgn="base">
              <a:spcBef>
                <a:spcPct val="0"/>
              </a:spcBef>
              <a:spcAft>
                <a:spcPct val="0"/>
              </a:spcAft>
            </a:pPr>
            <a:r>
              <a:rPr lang="zh-CN" altLang="en-US" sz="1867" b="1" dirty="0">
                <a:solidFill>
                  <a:srgbClr val="000000"/>
                </a:solidFill>
                <a:latin typeface="Arial"/>
                <a:ea typeface="微软雅黑"/>
                <a:sym typeface="Calibri" panose="020F0502020204030204" pitchFamily="34" charset="0"/>
              </a:rPr>
              <a:t>标题文本预设</a:t>
            </a:r>
          </a:p>
        </p:txBody>
      </p:sp>
      <p:cxnSp>
        <p:nvCxnSpPr>
          <p:cNvPr id="25" name="直接连接符 24" descr="e7d195523061f1c09e9d68d7cf438b91ef959ecb14fc25d26BBA7F7DBC18E55DFF4014AF651F0BF2569D4B6C1DA7F1A4683A481403BD872FC687266AD13265C1DE7C373772FD8728ABDD69ADD03BFF5BE2862BC891DBB79EE2341C44C8A0202E5F94C5A17642E282ED79F72530309EF99E1106E340CC79CE70DA78DE569C2E23CA1501DD98644E7754407D355E74E529">
            <a:extLst>
              <a:ext uri="{FF2B5EF4-FFF2-40B4-BE49-F238E27FC236}">
                <a16:creationId xmlns:a16="http://schemas.microsoft.com/office/drawing/2014/main" id="{37BBA35C-7E54-468F-9C14-8FAAF8FD80F8}"/>
              </a:ext>
            </a:extLst>
          </p:cNvPr>
          <p:cNvCxnSpPr/>
          <p:nvPr/>
        </p:nvCxnSpPr>
        <p:spPr>
          <a:xfrm>
            <a:off x="10389117" y="4031846"/>
            <a:ext cx="230855"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26" name="Group 4" descr="e7d195523061f1c09e9d68d7cf438b91ef959ecb14fc25d26BBA7F7DBC18E55DFF4014AF651F0BF2569D4B6C1DA7F1A4683A481403BD872FC687266AD13265C1DE7C373772FD8728ABDD69ADD03BFF5BE2862BC891DBB79ED9A1819BC282DECB56AE8835BDD3592A29611765161E6F9AB128C5C815AC95EA67D637C44218307C3B2BB820D9BFC219D857C8E986233DAC">
            <a:extLst>
              <a:ext uri="{FF2B5EF4-FFF2-40B4-BE49-F238E27FC236}">
                <a16:creationId xmlns:a16="http://schemas.microsoft.com/office/drawing/2014/main" id="{F9DE8943-DD9A-4D27-9DA3-CE9C191E8420}"/>
              </a:ext>
            </a:extLst>
          </p:cNvPr>
          <p:cNvGrpSpPr>
            <a:grpSpLocks noChangeAspect="1"/>
          </p:cNvGrpSpPr>
          <p:nvPr/>
        </p:nvGrpSpPr>
        <p:grpSpPr bwMode="auto">
          <a:xfrm>
            <a:off x="5747453" y="2054181"/>
            <a:ext cx="1513417" cy="1515533"/>
            <a:chOff x="2546" y="864"/>
            <a:chExt cx="715" cy="716"/>
          </a:xfrm>
        </p:grpSpPr>
        <p:sp>
          <p:nvSpPr>
            <p:cNvPr id="27" name="AutoShape 3">
              <a:extLst>
                <a:ext uri="{FF2B5EF4-FFF2-40B4-BE49-F238E27FC236}">
                  <a16:creationId xmlns:a16="http://schemas.microsoft.com/office/drawing/2014/main" id="{8D84C4E8-2A90-466B-B43B-611CE87C348C}"/>
                </a:ext>
              </a:extLst>
            </p:cNvPr>
            <p:cNvSpPr>
              <a:spLocks noChangeAspect="1" noChangeArrowheads="1" noTextEdit="1"/>
            </p:cNvSpPr>
            <p:nvPr/>
          </p:nvSpPr>
          <p:spPr bwMode="auto">
            <a:xfrm>
              <a:off x="2546" y="864"/>
              <a:ext cx="715" cy="7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28" name="Freeform 5">
              <a:extLst>
                <a:ext uri="{FF2B5EF4-FFF2-40B4-BE49-F238E27FC236}">
                  <a16:creationId xmlns:a16="http://schemas.microsoft.com/office/drawing/2014/main" id="{959C646A-9AFC-428D-A2D8-F6028E82B17D}"/>
                </a:ext>
              </a:extLst>
            </p:cNvPr>
            <p:cNvSpPr>
              <a:spLocks/>
            </p:cNvSpPr>
            <p:nvPr/>
          </p:nvSpPr>
          <p:spPr bwMode="auto">
            <a:xfrm>
              <a:off x="2557" y="966"/>
              <a:ext cx="602" cy="603"/>
            </a:xfrm>
            <a:custGeom>
              <a:avLst/>
              <a:gdLst>
                <a:gd name="T0" fmla="*/ 0 w 675"/>
                <a:gd name="T1" fmla="*/ 337 h 675"/>
                <a:gd name="T2" fmla="*/ 338 w 675"/>
                <a:gd name="T3" fmla="*/ 675 h 675"/>
                <a:gd name="T4" fmla="*/ 675 w 675"/>
                <a:gd name="T5" fmla="*/ 338 h 675"/>
                <a:gd name="T6" fmla="*/ 675 w 675"/>
                <a:gd name="T7" fmla="*/ 337 h 675"/>
                <a:gd name="T8" fmla="*/ 338 w 675"/>
                <a:gd name="T9" fmla="*/ 0 h 675"/>
                <a:gd name="T10" fmla="*/ 0 w 675"/>
                <a:gd name="T11" fmla="*/ 337 h 675"/>
                <a:gd name="T12" fmla="*/ 0 w 675"/>
                <a:gd name="T13" fmla="*/ 337 h 675"/>
              </a:gdLst>
              <a:ahLst/>
              <a:cxnLst>
                <a:cxn ang="0">
                  <a:pos x="T0" y="T1"/>
                </a:cxn>
                <a:cxn ang="0">
                  <a:pos x="T2" y="T3"/>
                </a:cxn>
                <a:cxn ang="0">
                  <a:pos x="T4" y="T5"/>
                </a:cxn>
                <a:cxn ang="0">
                  <a:pos x="T6" y="T7"/>
                </a:cxn>
                <a:cxn ang="0">
                  <a:pos x="T8" y="T9"/>
                </a:cxn>
                <a:cxn ang="0">
                  <a:pos x="T10" y="T11"/>
                </a:cxn>
                <a:cxn ang="0">
                  <a:pos x="T12" y="T13"/>
                </a:cxn>
              </a:cxnLst>
              <a:rect l="0" t="0" r="r" b="b"/>
              <a:pathLst>
                <a:path w="675" h="675">
                  <a:moveTo>
                    <a:pt x="0" y="337"/>
                  </a:moveTo>
                  <a:cubicBezTo>
                    <a:pt x="0" y="524"/>
                    <a:pt x="151" y="675"/>
                    <a:pt x="338" y="675"/>
                  </a:cubicBezTo>
                  <a:cubicBezTo>
                    <a:pt x="524" y="675"/>
                    <a:pt x="675" y="524"/>
                    <a:pt x="675" y="338"/>
                  </a:cubicBezTo>
                  <a:cubicBezTo>
                    <a:pt x="675" y="337"/>
                    <a:pt x="675" y="337"/>
                    <a:pt x="675" y="337"/>
                  </a:cubicBezTo>
                  <a:cubicBezTo>
                    <a:pt x="675" y="151"/>
                    <a:pt x="524" y="0"/>
                    <a:pt x="338" y="0"/>
                  </a:cubicBezTo>
                  <a:cubicBezTo>
                    <a:pt x="151" y="0"/>
                    <a:pt x="1" y="151"/>
                    <a:pt x="0" y="337"/>
                  </a:cubicBezTo>
                  <a:cubicBezTo>
                    <a:pt x="0" y="337"/>
                    <a:pt x="0" y="337"/>
                    <a:pt x="0" y="33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29" name="Freeform 6">
              <a:extLst>
                <a:ext uri="{FF2B5EF4-FFF2-40B4-BE49-F238E27FC236}">
                  <a16:creationId xmlns:a16="http://schemas.microsoft.com/office/drawing/2014/main" id="{0CF2C5E1-2C4B-483D-B1C3-80E736B0CFD3}"/>
                </a:ext>
              </a:extLst>
            </p:cNvPr>
            <p:cNvSpPr>
              <a:spLocks noEditPoints="1"/>
            </p:cNvSpPr>
            <p:nvPr/>
          </p:nvSpPr>
          <p:spPr bwMode="auto">
            <a:xfrm>
              <a:off x="2546" y="955"/>
              <a:ext cx="624" cy="625"/>
            </a:xfrm>
            <a:custGeom>
              <a:avLst/>
              <a:gdLst>
                <a:gd name="T0" fmla="*/ 350 w 699"/>
                <a:gd name="T1" fmla="*/ 699 h 699"/>
                <a:gd name="T2" fmla="*/ 0 w 699"/>
                <a:gd name="T3" fmla="*/ 349 h 699"/>
                <a:gd name="T4" fmla="*/ 350 w 699"/>
                <a:gd name="T5" fmla="*/ 0 h 699"/>
                <a:gd name="T6" fmla="*/ 699 w 699"/>
                <a:gd name="T7" fmla="*/ 349 h 699"/>
                <a:gd name="T8" fmla="*/ 350 w 699"/>
                <a:gd name="T9" fmla="*/ 699 h 699"/>
                <a:gd name="T10" fmla="*/ 350 w 699"/>
                <a:gd name="T11" fmla="*/ 25 h 699"/>
                <a:gd name="T12" fmla="*/ 25 w 699"/>
                <a:gd name="T13" fmla="*/ 349 h 699"/>
                <a:gd name="T14" fmla="*/ 350 w 699"/>
                <a:gd name="T15" fmla="*/ 674 h 699"/>
                <a:gd name="T16" fmla="*/ 674 w 699"/>
                <a:gd name="T17" fmla="*/ 349 h 699"/>
                <a:gd name="T18" fmla="*/ 350 w 699"/>
                <a:gd name="T19" fmla="*/ 25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9">
                  <a:moveTo>
                    <a:pt x="350" y="699"/>
                  </a:moveTo>
                  <a:cubicBezTo>
                    <a:pt x="157" y="699"/>
                    <a:pt x="0" y="542"/>
                    <a:pt x="0" y="349"/>
                  </a:cubicBezTo>
                  <a:cubicBezTo>
                    <a:pt x="0" y="157"/>
                    <a:pt x="157" y="0"/>
                    <a:pt x="350" y="0"/>
                  </a:cubicBezTo>
                  <a:cubicBezTo>
                    <a:pt x="542" y="0"/>
                    <a:pt x="699" y="157"/>
                    <a:pt x="699" y="349"/>
                  </a:cubicBezTo>
                  <a:cubicBezTo>
                    <a:pt x="699" y="542"/>
                    <a:pt x="542" y="699"/>
                    <a:pt x="350" y="699"/>
                  </a:cubicBezTo>
                  <a:close/>
                  <a:moveTo>
                    <a:pt x="350" y="25"/>
                  </a:moveTo>
                  <a:cubicBezTo>
                    <a:pt x="170" y="25"/>
                    <a:pt x="25" y="170"/>
                    <a:pt x="25" y="349"/>
                  </a:cubicBezTo>
                  <a:cubicBezTo>
                    <a:pt x="25" y="529"/>
                    <a:pt x="170" y="674"/>
                    <a:pt x="350" y="674"/>
                  </a:cubicBezTo>
                  <a:cubicBezTo>
                    <a:pt x="529" y="674"/>
                    <a:pt x="674" y="529"/>
                    <a:pt x="674" y="349"/>
                  </a:cubicBezTo>
                  <a:cubicBezTo>
                    <a:pt x="674" y="170"/>
                    <a:pt x="529" y="25"/>
                    <a:pt x="350" y="25"/>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0" name="Oval 7">
              <a:extLst>
                <a:ext uri="{FF2B5EF4-FFF2-40B4-BE49-F238E27FC236}">
                  <a16:creationId xmlns:a16="http://schemas.microsoft.com/office/drawing/2014/main" id="{8989AA1E-08F1-4742-BF16-BFED0173BB34}"/>
                </a:ext>
              </a:extLst>
            </p:cNvPr>
            <p:cNvSpPr>
              <a:spLocks noChangeArrowheads="1"/>
            </p:cNvSpPr>
            <p:nvPr/>
          </p:nvSpPr>
          <p:spPr bwMode="auto">
            <a:xfrm>
              <a:off x="2632" y="1041"/>
              <a:ext cx="452" cy="453"/>
            </a:xfrm>
            <a:prstGeom prst="ellipse">
              <a:avLst/>
            </a:pr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1" name="Freeform 8">
              <a:extLst>
                <a:ext uri="{FF2B5EF4-FFF2-40B4-BE49-F238E27FC236}">
                  <a16:creationId xmlns:a16="http://schemas.microsoft.com/office/drawing/2014/main" id="{1481EC2D-EE16-49D7-BE5E-B216BB2EA97A}"/>
                </a:ext>
              </a:extLst>
            </p:cNvPr>
            <p:cNvSpPr>
              <a:spLocks noEditPoints="1"/>
            </p:cNvSpPr>
            <p:nvPr/>
          </p:nvSpPr>
          <p:spPr bwMode="auto">
            <a:xfrm>
              <a:off x="2621" y="1030"/>
              <a:ext cx="474" cy="476"/>
            </a:xfrm>
            <a:custGeom>
              <a:avLst/>
              <a:gdLst>
                <a:gd name="T0" fmla="*/ 266 w 531"/>
                <a:gd name="T1" fmla="*/ 532 h 532"/>
                <a:gd name="T2" fmla="*/ 0 w 531"/>
                <a:gd name="T3" fmla="*/ 266 h 532"/>
                <a:gd name="T4" fmla="*/ 266 w 531"/>
                <a:gd name="T5" fmla="*/ 0 h 532"/>
                <a:gd name="T6" fmla="*/ 531 w 531"/>
                <a:gd name="T7" fmla="*/ 266 h 532"/>
                <a:gd name="T8" fmla="*/ 266 w 531"/>
                <a:gd name="T9" fmla="*/ 532 h 532"/>
                <a:gd name="T10" fmla="*/ 266 w 531"/>
                <a:gd name="T11" fmla="*/ 25 h 532"/>
                <a:gd name="T12" fmla="*/ 25 w 531"/>
                <a:gd name="T13" fmla="*/ 265 h 532"/>
                <a:gd name="T14" fmla="*/ 266 w 531"/>
                <a:gd name="T15" fmla="*/ 506 h 532"/>
                <a:gd name="T16" fmla="*/ 506 w 531"/>
                <a:gd name="T17" fmla="*/ 265 h 532"/>
                <a:gd name="T18" fmla="*/ 266 w 531"/>
                <a:gd name="T19" fmla="*/ 25 h 5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31" h="532">
                  <a:moveTo>
                    <a:pt x="266" y="532"/>
                  </a:moveTo>
                  <a:cubicBezTo>
                    <a:pt x="119" y="532"/>
                    <a:pt x="0" y="413"/>
                    <a:pt x="0" y="266"/>
                  </a:cubicBezTo>
                  <a:cubicBezTo>
                    <a:pt x="0" y="119"/>
                    <a:pt x="119" y="0"/>
                    <a:pt x="266" y="0"/>
                  </a:cubicBezTo>
                  <a:cubicBezTo>
                    <a:pt x="412" y="0"/>
                    <a:pt x="531" y="119"/>
                    <a:pt x="531" y="266"/>
                  </a:cubicBezTo>
                  <a:cubicBezTo>
                    <a:pt x="531" y="413"/>
                    <a:pt x="412" y="532"/>
                    <a:pt x="266" y="532"/>
                  </a:cubicBezTo>
                  <a:close/>
                  <a:moveTo>
                    <a:pt x="266" y="25"/>
                  </a:moveTo>
                  <a:cubicBezTo>
                    <a:pt x="133" y="25"/>
                    <a:pt x="25" y="132"/>
                    <a:pt x="25" y="265"/>
                  </a:cubicBezTo>
                  <a:cubicBezTo>
                    <a:pt x="25" y="398"/>
                    <a:pt x="133" y="506"/>
                    <a:pt x="266" y="506"/>
                  </a:cubicBezTo>
                  <a:cubicBezTo>
                    <a:pt x="399" y="506"/>
                    <a:pt x="506" y="398"/>
                    <a:pt x="506" y="265"/>
                  </a:cubicBezTo>
                  <a:cubicBezTo>
                    <a:pt x="506" y="132"/>
                    <a:pt x="399" y="25"/>
                    <a:pt x="266" y="25"/>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2" name="Freeform 9">
              <a:extLst>
                <a:ext uri="{FF2B5EF4-FFF2-40B4-BE49-F238E27FC236}">
                  <a16:creationId xmlns:a16="http://schemas.microsoft.com/office/drawing/2014/main" id="{3B6821C2-3E62-496E-A694-2C7CB0D7FA2E}"/>
                </a:ext>
              </a:extLst>
            </p:cNvPr>
            <p:cNvSpPr>
              <a:spLocks/>
            </p:cNvSpPr>
            <p:nvPr/>
          </p:nvSpPr>
          <p:spPr bwMode="auto">
            <a:xfrm>
              <a:off x="2713" y="1122"/>
              <a:ext cx="290" cy="291"/>
            </a:xfrm>
            <a:custGeom>
              <a:avLst/>
              <a:gdLst>
                <a:gd name="T0" fmla="*/ 0 w 325"/>
                <a:gd name="T1" fmla="*/ 162 h 325"/>
                <a:gd name="T2" fmla="*/ 162 w 325"/>
                <a:gd name="T3" fmla="*/ 325 h 325"/>
                <a:gd name="T4" fmla="*/ 325 w 325"/>
                <a:gd name="T5" fmla="*/ 163 h 325"/>
                <a:gd name="T6" fmla="*/ 325 w 325"/>
                <a:gd name="T7" fmla="*/ 162 h 325"/>
                <a:gd name="T8" fmla="*/ 163 w 325"/>
                <a:gd name="T9" fmla="*/ 0 h 325"/>
                <a:gd name="T10" fmla="*/ 0 w 325"/>
                <a:gd name="T11" fmla="*/ 162 h 325"/>
              </a:gdLst>
              <a:ahLst/>
              <a:cxnLst>
                <a:cxn ang="0">
                  <a:pos x="T0" y="T1"/>
                </a:cxn>
                <a:cxn ang="0">
                  <a:pos x="T2" y="T3"/>
                </a:cxn>
                <a:cxn ang="0">
                  <a:pos x="T4" y="T5"/>
                </a:cxn>
                <a:cxn ang="0">
                  <a:pos x="T6" y="T7"/>
                </a:cxn>
                <a:cxn ang="0">
                  <a:pos x="T8" y="T9"/>
                </a:cxn>
                <a:cxn ang="0">
                  <a:pos x="T10" y="T11"/>
                </a:cxn>
              </a:cxnLst>
              <a:rect l="0" t="0" r="r" b="b"/>
              <a:pathLst>
                <a:path w="325" h="325">
                  <a:moveTo>
                    <a:pt x="0" y="162"/>
                  </a:moveTo>
                  <a:cubicBezTo>
                    <a:pt x="0" y="252"/>
                    <a:pt x="73" y="325"/>
                    <a:pt x="162" y="325"/>
                  </a:cubicBezTo>
                  <a:cubicBezTo>
                    <a:pt x="252" y="325"/>
                    <a:pt x="325" y="253"/>
                    <a:pt x="325" y="163"/>
                  </a:cubicBezTo>
                  <a:cubicBezTo>
                    <a:pt x="325" y="163"/>
                    <a:pt x="325" y="162"/>
                    <a:pt x="325" y="162"/>
                  </a:cubicBezTo>
                  <a:cubicBezTo>
                    <a:pt x="325" y="72"/>
                    <a:pt x="253" y="0"/>
                    <a:pt x="163" y="0"/>
                  </a:cubicBezTo>
                  <a:cubicBezTo>
                    <a:pt x="73" y="0"/>
                    <a:pt x="0" y="72"/>
                    <a:pt x="0" y="16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3" name="Freeform 10">
              <a:extLst>
                <a:ext uri="{FF2B5EF4-FFF2-40B4-BE49-F238E27FC236}">
                  <a16:creationId xmlns:a16="http://schemas.microsoft.com/office/drawing/2014/main" id="{D85E1FF3-2CA5-4177-BE01-B6CA5F1A9B06}"/>
                </a:ext>
              </a:extLst>
            </p:cNvPr>
            <p:cNvSpPr>
              <a:spLocks noEditPoints="1"/>
            </p:cNvSpPr>
            <p:nvPr/>
          </p:nvSpPr>
          <p:spPr bwMode="auto">
            <a:xfrm>
              <a:off x="2701" y="1111"/>
              <a:ext cx="314" cy="314"/>
            </a:xfrm>
            <a:custGeom>
              <a:avLst/>
              <a:gdLst>
                <a:gd name="T0" fmla="*/ 176 w 351"/>
                <a:gd name="T1" fmla="*/ 351 h 351"/>
                <a:gd name="T2" fmla="*/ 0 w 351"/>
                <a:gd name="T3" fmla="*/ 176 h 351"/>
                <a:gd name="T4" fmla="*/ 176 w 351"/>
                <a:gd name="T5" fmla="*/ 0 h 351"/>
                <a:gd name="T6" fmla="*/ 351 w 351"/>
                <a:gd name="T7" fmla="*/ 175 h 351"/>
                <a:gd name="T8" fmla="*/ 176 w 351"/>
                <a:gd name="T9" fmla="*/ 351 h 351"/>
                <a:gd name="T10" fmla="*/ 176 w 351"/>
                <a:gd name="T11" fmla="*/ 25 h 351"/>
                <a:gd name="T12" fmla="*/ 25 w 351"/>
                <a:gd name="T13" fmla="*/ 175 h 351"/>
                <a:gd name="T14" fmla="*/ 176 w 351"/>
                <a:gd name="T15" fmla="*/ 326 h 351"/>
                <a:gd name="T16" fmla="*/ 326 w 351"/>
                <a:gd name="T17" fmla="*/ 175 h 351"/>
                <a:gd name="T18" fmla="*/ 176 w 351"/>
                <a:gd name="T19" fmla="*/ 25 h 3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1" h="351">
                  <a:moveTo>
                    <a:pt x="176" y="351"/>
                  </a:moveTo>
                  <a:cubicBezTo>
                    <a:pt x="79" y="351"/>
                    <a:pt x="0" y="273"/>
                    <a:pt x="0" y="176"/>
                  </a:cubicBezTo>
                  <a:cubicBezTo>
                    <a:pt x="0" y="79"/>
                    <a:pt x="79" y="0"/>
                    <a:pt x="176" y="0"/>
                  </a:cubicBezTo>
                  <a:cubicBezTo>
                    <a:pt x="272" y="0"/>
                    <a:pt x="351" y="79"/>
                    <a:pt x="351" y="175"/>
                  </a:cubicBezTo>
                  <a:cubicBezTo>
                    <a:pt x="351" y="272"/>
                    <a:pt x="272" y="351"/>
                    <a:pt x="176" y="351"/>
                  </a:cubicBezTo>
                  <a:close/>
                  <a:moveTo>
                    <a:pt x="176" y="25"/>
                  </a:moveTo>
                  <a:cubicBezTo>
                    <a:pt x="93" y="25"/>
                    <a:pt x="25" y="92"/>
                    <a:pt x="25" y="175"/>
                  </a:cubicBezTo>
                  <a:cubicBezTo>
                    <a:pt x="25" y="258"/>
                    <a:pt x="93" y="326"/>
                    <a:pt x="176" y="326"/>
                  </a:cubicBezTo>
                  <a:cubicBezTo>
                    <a:pt x="259" y="326"/>
                    <a:pt x="326" y="258"/>
                    <a:pt x="326" y="175"/>
                  </a:cubicBezTo>
                  <a:cubicBezTo>
                    <a:pt x="326" y="92"/>
                    <a:pt x="259" y="25"/>
                    <a:pt x="176" y="25"/>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4" name="Freeform 11">
              <a:extLst>
                <a:ext uri="{FF2B5EF4-FFF2-40B4-BE49-F238E27FC236}">
                  <a16:creationId xmlns:a16="http://schemas.microsoft.com/office/drawing/2014/main" id="{B7042DFA-E796-4E53-9E75-0B8939D43751}"/>
                </a:ext>
              </a:extLst>
            </p:cNvPr>
            <p:cNvSpPr>
              <a:spLocks/>
            </p:cNvSpPr>
            <p:nvPr/>
          </p:nvSpPr>
          <p:spPr bwMode="auto">
            <a:xfrm>
              <a:off x="2787" y="1197"/>
              <a:ext cx="142" cy="142"/>
            </a:xfrm>
            <a:custGeom>
              <a:avLst/>
              <a:gdLst>
                <a:gd name="T0" fmla="*/ 0 w 159"/>
                <a:gd name="T1" fmla="*/ 79 h 159"/>
                <a:gd name="T2" fmla="*/ 80 w 159"/>
                <a:gd name="T3" fmla="*/ 159 h 159"/>
                <a:gd name="T4" fmla="*/ 159 w 159"/>
                <a:gd name="T5" fmla="*/ 79 h 159"/>
                <a:gd name="T6" fmla="*/ 80 w 159"/>
                <a:gd name="T7" fmla="*/ 0 h 159"/>
                <a:gd name="T8" fmla="*/ 0 w 159"/>
                <a:gd name="T9" fmla="*/ 79 h 159"/>
                <a:gd name="T10" fmla="*/ 0 w 159"/>
                <a:gd name="T11" fmla="*/ 79 h 159"/>
              </a:gdLst>
              <a:ahLst/>
              <a:cxnLst>
                <a:cxn ang="0">
                  <a:pos x="T0" y="T1"/>
                </a:cxn>
                <a:cxn ang="0">
                  <a:pos x="T2" y="T3"/>
                </a:cxn>
                <a:cxn ang="0">
                  <a:pos x="T4" y="T5"/>
                </a:cxn>
                <a:cxn ang="0">
                  <a:pos x="T6" y="T7"/>
                </a:cxn>
                <a:cxn ang="0">
                  <a:pos x="T8" y="T9"/>
                </a:cxn>
                <a:cxn ang="0">
                  <a:pos x="T10" y="T11"/>
                </a:cxn>
              </a:cxnLst>
              <a:rect l="0" t="0" r="r" b="b"/>
              <a:pathLst>
                <a:path w="159" h="159">
                  <a:moveTo>
                    <a:pt x="0" y="79"/>
                  </a:moveTo>
                  <a:cubicBezTo>
                    <a:pt x="0" y="123"/>
                    <a:pt x="36" y="159"/>
                    <a:pt x="80" y="159"/>
                  </a:cubicBezTo>
                  <a:cubicBezTo>
                    <a:pt x="123" y="159"/>
                    <a:pt x="159" y="123"/>
                    <a:pt x="159" y="79"/>
                  </a:cubicBezTo>
                  <a:cubicBezTo>
                    <a:pt x="159" y="36"/>
                    <a:pt x="123" y="0"/>
                    <a:pt x="80" y="0"/>
                  </a:cubicBezTo>
                  <a:cubicBezTo>
                    <a:pt x="36" y="0"/>
                    <a:pt x="0" y="36"/>
                    <a:pt x="0" y="79"/>
                  </a:cubicBezTo>
                  <a:cubicBezTo>
                    <a:pt x="0" y="79"/>
                    <a:pt x="0" y="79"/>
                    <a:pt x="0" y="79"/>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5" name="Freeform 12">
              <a:extLst>
                <a:ext uri="{FF2B5EF4-FFF2-40B4-BE49-F238E27FC236}">
                  <a16:creationId xmlns:a16="http://schemas.microsoft.com/office/drawing/2014/main" id="{F2827D6E-339A-42E7-8860-C07083E422E6}"/>
                </a:ext>
              </a:extLst>
            </p:cNvPr>
            <p:cNvSpPr>
              <a:spLocks noEditPoints="1"/>
            </p:cNvSpPr>
            <p:nvPr/>
          </p:nvSpPr>
          <p:spPr bwMode="auto">
            <a:xfrm>
              <a:off x="2776" y="1186"/>
              <a:ext cx="164" cy="163"/>
            </a:xfrm>
            <a:custGeom>
              <a:avLst/>
              <a:gdLst>
                <a:gd name="T0" fmla="*/ 92 w 183"/>
                <a:gd name="T1" fmla="*/ 183 h 183"/>
                <a:gd name="T2" fmla="*/ 0 w 183"/>
                <a:gd name="T3" fmla="*/ 91 h 183"/>
                <a:gd name="T4" fmla="*/ 92 w 183"/>
                <a:gd name="T5" fmla="*/ 0 h 183"/>
                <a:gd name="T6" fmla="*/ 183 w 183"/>
                <a:gd name="T7" fmla="*/ 91 h 183"/>
                <a:gd name="T8" fmla="*/ 92 w 183"/>
                <a:gd name="T9" fmla="*/ 183 h 183"/>
                <a:gd name="T10" fmla="*/ 92 w 183"/>
                <a:gd name="T11" fmla="*/ 25 h 183"/>
                <a:gd name="T12" fmla="*/ 25 w 183"/>
                <a:gd name="T13" fmla="*/ 92 h 183"/>
                <a:gd name="T14" fmla="*/ 92 w 183"/>
                <a:gd name="T15" fmla="*/ 158 h 183"/>
                <a:gd name="T16" fmla="*/ 158 w 183"/>
                <a:gd name="T17" fmla="*/ 91 h 183"/>
                <a:gd name="T18" fmla="*/ 92 w 183"/>
                <a:gd name="T19" fmla="*/ 25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3" h="183">
                  <a:moveTo>
                    <a:pt x="92" y="183"/>
                  </a:moveTo>
                  <a:cubicBezTo>
                    <a:pt x="41" y="183"/>
                    <a:pt x="0" y="142"/>
                    <a:pt x="0" y="91"/>
                  </a:cubicBezTo>
                  <a:cubicBezTo>
                    <a:pt x="0" y="41"/>
                    <a:pt x="41" y="0"/>
                    <a:pt x="92" y="0"/>
                  </a:cubicBezTo>
                  <a:cubicBezTo>
                    <a:pt x="142" y="0"/>
                    <a:pt x="183" y="41"/>
                    <a:pt x="183" y="91"/>
                  </a:cubicBezTo>
                  <a:cubicBezTo>
                    <a:pt x="183" y="143"/>
                    <a:pt x="142" y="183"/>
                    <a:pt x="92" y="183"/>
                  </a:cubicBezTo>
                  <a:close/>
                  <a:moveTo>
                    <a:pt x="92" y="25"/>
                  </a:moveTo>
                  <a:cubicBezTo>
                    <a:pt x="55" y="25"/>
                    <a:pt x="25" y="55"/>
                    <a:pt x="25" y="92"/>
                  </a:cubicBezTo>
                  <a:cubicBezTo>
                    <a:pt x="25" y="129"/>
                    <a:pt x="55" y="158"/>
                    <a:pt x="92" y="158"/>
                  </a:cubicBezTo>
                  <a:cubicBezTo>
                    <a:pt x="128" y="158"/>
                    <a:pt x="158" y="128"/>
                    <a:pt x="158" y="91"/>
                  </a:cubicBezTo>
                  <a:cubicBezTo>
                    <a:pt x="158" y="55"/>
                    <a:pt x="128" y="25"/>
                    <a:pt x="92" y="25"/>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6" name="Freeform 13">
              <a:extLst>
                <a:ext uri="{FF2B5EF4-FFF2-40B4-BE49-F238E27FC236}">
                  <a16:creationId xmlns:a16="http://schemas.microsoft.com/office/drawing/2014/main" id="{B1300E63-8A6B-4E5F-BD8A-55A0BCE2DBD3}"/>
                </a:ext>
              </a:extLst>
            </p:cNvPr>
            <p:cNvSpPr>
              <a:spLocks/>
            </p:cNvSpPr>
            <p:nvPr/>
          </p:nvSpPr>
          <p:spPr bwMode="auto">
            <a:xfrm>
              <a:off x="3089" y="877"/>
              <a:ext cx="160" cy="160"/>
            </a:xfrm>
            <a:custGeom>
              <a:avLst/>
              <a:gdLst>
                <a:gd name="T0" fmla="*/ 160 w 160"/>
                <a:gd name="T1" fmla="*/ 68 h 160"/>
                <a:gd name="T2" fmla="*/ 70 w 160"/>
                <a:gd name="T3" fmla="*/ 158 h 160"/>
                <a:gd name="T4" fmla="*/ 0 w 160"/>
                <a:gd name="T5" fmla="*/ 160 h 160"/>
                <a:gd name="T6" fmla="*/ 1 w 160"/>
                <a:gd name="T7" fmla="*/ 89 h 160"/>
                <a:gd name="T8" fmla="*/ 92 w 160"/>
                <a:gd name="T9" fmla="*/ 0 h 160"/>
                <a:gd name="T10" fmla="*/ 89 w 160"/>
                <a:gd name="T11" fmla="*/ 71 h 160"/>
                <a:gd name="T12" fmla="*/ 160 w 160"/>
                <a:gd name="T13" fmla="*/ 68 h 160"/>
              </a:gdLst>
              <a:ahLst/>
              <a:cxnLst>
                <a:cxn ang="0">
                  <a:pos x="T0" y="T1"/>
                </a:cxn>
                <a:cxn ang="0">
                  <a:pos x="T2" y="T3"/>
                </a:cxn>
                <a:cxn ang="0">
                  <a:pos x="T4" y="T5"/>
                </a:cxn>
                <a:cxn ang="0">
                  <a:pos x="T6" y="T7"/>
                </a:cxn>
                <a:cxn ang="0">
                  <a:pos x="T8" y="T9"/>
                </a:cxn>
                <a:cxn ang="0">
                  <a:pos x="T10" y="T11"/>
                </a:cxn>
                <a:cxn ang="0">
                  <a:pos x="T12" y="T13"/>
                </a:cxn>
              </a:cxnLst>
              <a:rect l="0" t="0" r="r" b="b"/>
              <a:pathLst>
                <a:path w="160" h="160">
                  <a:moveTo>
                    <a:pt x="160" y="68"/>
                  </a:moveTo>
                  <a:lnTo>
                    <a:pt x="70" y="158"/>
                  </a:lnTo>
                  <a:lnTo>
                    <a:pt x="0" y="160"/>
                  </a:lnTo>
                  <a:lnTo>
                    <a:pt x="1" y="89"/>
                  </a:lnTo>
                  <a:lnTo>
                    <a:pt x="92" y="0"/>
                  </a:lnTo>
                  <a:lnTo>
                    <a:pt x="89" y="71"/>
                  </a:lnTo>
                  <a:lnTo>
                    <a:pt x="160" y="68"/>
                  </a:ln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7" name="Freeform 14">
              <a:extLst>
                <a:ext uri="{FF2B5EF4-FFF2-40B4-BE49-F238E27FC236}">
                  <a16:creationId xmlns:a16="http://schemas.microsoft.com/office/drawing/2014/main" id="{A8C1BFC6-7595-44A1-9B97-EB20CC6DF07A}"/>
                </a:ext>
              </a:extLst>
            </p:cNvPr>
            <p:cNvSpPr>
              <a:spLocks noEditPoints="1"/>
            </p:cNvSpPr>
            <p:nvPr/>
          </p:nvSpPr>
          <p:spPr bwMode="auto">
            <a:xfrm>
              <a:off x="3078" y="864"/>
              <a:ext cx="183" cy="184"/>
            </a:xfrm>
            <a:custGeom>
              <a:avLst/>
              <a:gdLst>
                <a:gd name="T0" fmla="*/ 13 w 205"/>
                <a:gd name="T1" fmla="*/ 206 h 206"/>
                <a:gd name="T2" fmla="*/ 4 w 205"/>
                <a:gd name="T3" fmla="*/ 202 h 206"/>
                <a:gd name="T4" fmla="*/ 0 w 205"/>
                <a:gd name="T5" fmla="*/ 192 h 206"/>
                <a:gd name="T6" fmla="*/ 2 w 205"/>
                <a:gd name="T7" fmla="*/ 114 h 206"/>
                <a:gd name="T8" fmla="*/ 6 w 205"/>
                <a:gd name="T9" fmla="*/ 105 h 206"/>
                <a:gd name="T10" fmla="*/ 107 w 205"/>
                <a:gd name="T11" fmla="*/ 5 h 206"/>
                <a:gd name="T12" fmla="*/ 121 w 205"/>
                <a:gd name="T13" fmla="*/ 2 h 206"/>
                <a:gd name="T14" fmla="*/ 128 w 205"/>
                <a:gd name="T15" fmla="*/ 14 h 206"/>
                <a:gd name="T16" fmla="*/ 126 w 205"/>
                <a:gd name="T17" fmla="*/ 80 h 206"/>
                <a:gd name="T18" fmla="*/ 192 w 205"/>
                <a:gd name="T19" fmla="*/ 78 h 206"/>
                <a:gd name="T20" fmla="*/ 204 w 205"/>
                <a:gd name="T21" fmla="*/ 85 h 206"/>
                <a:gd name="T22" fmla="*/ 201 w 205"/>
                <a:gd name="T23" fmla="*/ 99 h 206"/>
                <a:gd name="T24" fmla="*/ 100 w 205"/>
                <a:gd name="T25" fmla="*/ 199 h 206"/>
                <a:gd name="T26" fmla="*/ 91 w 205"/>
                <a:gd name="T27" fmla="*/ 203 h 206"/>
                <a:gd name="T28" fmla="*/ 13 w 205"/>
                <a:gd name="T29" fmla="*/ 206 h 206"/>
                <a:gd name="T30" fmla="*/ 26 w 205"/>
                <a:gd name="T31" fmla="*/ 120 h 206"/>
                <a:gd name="T32" fmla="*/ 25 w 205"/>
                <a:gd name="T33" fmla="*/ 181 h 206"/>
                <a:gd name="T34" fmla="*/ 86 w 205"/>
                <a:gd name="T35" fmla="*/ 179 h 206"/>
                <a:gd name="T36" fmla="*/ 161 w 205"/>
                <a:gd name="T37" fmla="*/ 104 h 206"/>
                <a:gd name="T38" fmla="*/ 112 w 205"/>
                <a:gd name="T39" fmla="*/ 106 h 206"/>
                <a:gd name="T40" fmla="*/ 103 w 205"/>
                <a:gd name="T41" fmla="*/ 103 h 206"/>
                <a:gd name="T42" fmla="*/ 99 w 205"/>
                <a:gd name="T43" fmla="*/ 93 h 206"/>
                <a:gd name="T44" fmla="*/ 101 w 205"/>
                <a:gd name="T45" fmla="*/ 45 h 206"/>
                <a:gd name="T46" fmla="*/ 26 w 205"/>
                <a:gd name="T47" fmla="*/ 120 h 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5" h="206">
                  <a:moveTo>
                    <a:pt x="13" y="206"/>
                  </a:moveTo>
                  <a:cubicBezTo>
                    <a:pt x="9" y="206"/>
                    <a:pt x="6" y="204"/>
                    <a:pt x="4" y="202"/>
                  </a:cubicBezTo>
                  <a:cubicBezTo>
                    <a:pt x="1" y="199"/>
                    <a:pt x="0" y="196"/>
                    <a:pt x="0" y="192"/>
                  </a:cubicBezTo>
                  <a:cubicBezTo>
                    <a:pt x="2" y="114"/>
                    <a:pt x="2" y="114"/>
                    <a:pt x="2" y="114"/>
                  </a:cubicBezTo>
                  <a:cubicBezTo>
                    <a:pt x="2" y="111"/>
                    <a:pt x="3" y="108"/>
                    <a:pt x="6" y="105"/>
                  </a:cubicBezTo>
                  <a:cubicBezTo>
                    <a:pt x="107" y="5"/>
                    <a:pt x="107" y="5"/>
                    <a:pt x="107" y="5"/>
                  </a:cubicBezTo>
                  <a:cubicBezTo>
                    <a:pt x="111" y="1"/>
                    <a:pt x="116" y="0"/>
                    <a:pt x="121" y="2"/>
                  </a:cubicBezTo>
                  <a:cubicBezTo>
                    <a:pt x="126" y="4"/>
                    <a:pt x="128" y="9"/>
                    <a:pt x="128" y="14"/>
                  </a:cubicBezTo>
                  <a:cubicBezTo>
                    <a:pt x="126" y="80"/>
                    <a:pt x="126" y="80"/>
                    <a:pt x="126" y="80"/>
                  </a:cubicBezTo>
                  <a:cubicBezTo>
                    <a:pt x="192" y="78"/>
                    <a:pt x="192" y="78"/>
                    <a:pt x="192" y="78"/>
                  </a:cubicBezTo>
                  <a:cubicBezTo>
                    <a:pt x="197" y="78"/>
                    <a:pt x="202" y="80"/>
                    <a:pt x="204" y="85"/>
                  </a:cubicBezTo>
                  <a:cubicBezTo>
                    <a:pt x="205" y="90"/>
                    <a:pt x="205" y="95"/>
                    <a:pt x="201" y="99"/>
                  </a:cubicBezTo>
                  <a:cubicBezTo>
                    <a:pt x="100" y="199"/>
                    <a:pt x="100" y="199"/>
                    <a:pt x="100" y="199"/>
                  </a:cubicBezTo>
                  <a:cubicBezTo>
                    <a:pt x="97" y="202"/>
                    <a:pt x="94" y="203"/>
                    <a:pt x="91" y="203"/>
                  </a:cubicBezTo>
                  <a:cubicBezTo>
                    <a:pt x="13" y="206"/>
                    <a:pt x="13" y="206"/>
                    <a:pt x="13" y="206"/>
                  </a:cubicBezTo>
                  <a:close/>
                  <a:moveTo>
                    <a:pt x="26" y="120"/>
                  </a:moveTo>
                  <a:cubicBezTo>
                    <a:pt x="25" y="181"/>
                    <a:pt x="25" y="181"/>
                    <a:pt x="25" y="181"/>
                  </a:cubicBezTo>
                  <a:cubicBezTo>
                    <a:pt x="86" y="179"/>
                    <a:pt x="86" y="179"/>
                    <a:pt x="86" y="179"/>
                  </a:cubicBezTo>
                  <a:cubicBezTo>
                    <a:pt x="161" y="104"/>
                    <a:pt x="161" y="104"/>
                    <a:pt x="161" y="104"/>
                  </a:cubicBezTo>
                  <a:cubicBezTo>
                    <a:pt x="112" y="106"/>
                    <a:pt x="112" y="106"/>
                    <a:pt x="112" y="106"/>
                  </a:cubicBezTo>
                  <a:cubicBezTo>
                    <a:pt x="109" y="106"/>
                    <a:pt x="106" y="105"/>
                    <a:pt x="103" y="103"/>
                  </a:cubicBezTo>
                  <a:cubicBezTo>
                    <a:pt x="101" y="100"/>
                    <a:pt x="99" y="97"/>
                    <a:pt x="99" y="93"/>
                  </a:cubicBezTo>
                  <a:cubicBezTo>
                    <a:pt x="101" y="45"/>
                    <a:pt x="101" y="45"/>
                    <a:pt x="101" y="45"/>
                  </a:cubicBezTo>
                  <a:cubicBezTo>
                    <a:pt x="26" y="120"/>
                    <a:pt x="26" y="120"/>
                    <a:pt x="26" y="120"/>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8" name="Freeform 15">
              <a:extLst>
                <a:ext uri="{FF2B5EF4-FFF2-40B4-BE49-F238E27FC236}">
                  <a16:creationId xmlns:a16="http://schemas.microsoft.com/office/drawing/2014/main" id="{5E661430-5ACB-4490-A24E-886E40F33A57}"/>
                </a:ext>
              </a:extLst>
            </p:cNvPr>
            <p:cNvSpPr>
              <a:spLocks/>
            </p:cNvSpPr>
            <p:nvPr/>
          </p:nvSpPr>
          <p:spPr bwMode="auto">
            <a:xfrm>
              <a:off x="2851" y="880"/>
              <a:ext cx="391" cy="391"/>
            </a:xfrm>
            <a:custGeom>
              <a:avLst/>
              <a:gdLst>
                <a:gd name="T0" fmla="*/ 14 w 438"/>
                <a:gd name="T1" fmla="*/ 437 h 437"/>
                <a:gd name="T2" fmla="*/ 5 w 438"/>
                <a:gd name="T3" fmla="*/ 433 h 437"/>
                <a:gd name="T4" fmla="*/ 5 w 438"/>
                <a:gd name="T5" fmla="*/ 415 h 437"/>
                <a:gd name="T6" fmla="*/ 416 w 438"/>
                <a:gd name="T7" fmla="*/ 5 h 437"/>
                <a:gd name="T8" fmla="*/ 433 w 438"/>
                <a:gd name="T9" fmla="*/ 5 h 437"/>
                <a:gd name="T10" fmla="*/ 433 w 438"/>
                <a:gd name="T11" fmla="*/ 22 h 437"/>
                <a:gd name="T12" fmla="*/ 23 w 438"/>
                <a:gd name="T13" fmla="*/ 433 h 437"/>
                <a:gd name="T14" fmla="*/ 14 w 438"/>
                <a:gd name="T15" fmla="*/ 437 h 4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8" h="437">
                  <a:moveTo>
                    <a:pt x="14" y="437"/>
                  </a:moveTo>
                  <a:cubicBezTo>
                    <a:pt x="11" y="437"/>
                    <a:pt x="8" y="435"/>
                    <a:pt x="5" y="433"/>
                  </a:cubicBezTo>
                  <a:cubicBezTo>
                    <a:pt x="0" y="428"/>
                    <a:pt x="0" y="420"/>
                    <a:pt x="5" y="415"/>
                  </a:cubicBezTo>
                  <a:cubicBezTo>
                    <a:pt x="416" y="5"/>
                    <a:pt x="416" y="5"/>
                    <a:pt x="416" y="5"/>
                  </a:cubicBezTo>
                  <a:cubicBezTo>
                    <a:pt x="421" y="0"/>
                    <a:pt x="428" y="0"/>
                    <a:pt x="433" y="5"/>
                  </a:cubicBezTo>
                  <a:cubicBezTo>
                    <a:pt x="438" y="10"/>
                    <a:pt x="438" y="17"/>
                    <a:pt x="433" y="22"/>
                  </a:cubicBezTo>
                  <a:cubicBezTo>
                    <a:pt x="23" y="433"/>
                    <a:pt x="23" y="433"/>
                    <a:pt x="23" y="433"/>
                  </a:cubicBezTo>
                  <a:cubicBezTo>
                    <a:pt x="20" y="435"/>
                    <a:pt x="17" y="437"/>
                    <a:pt x="14" y="437"/>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39" name="Freeform 16">
              <a:extLst>
                <a:ext uri="{FF2B5EF4-FFF2-40B4-BE49-F238E27FC236}">
                  <a16:creationId xmlns:a16="http://schemas.microsoft.com/office/drawing/2014/main" id="{8E05657E-3F65-4245-B71A-D6A3E08826BB}"/>
                </a:ext>
              </a:extLst>
            </p:cNvPr>
            <p:cNvSpPr>
              <a:spLocks/>
            </p:cNvSpPr>
            <p:nvPr/>
          </p:nvSpPr>
          <p:spPr bwMode="auto">
            <a:xfrm>
              <a:off x="3126" y="909"/>
              <a:ext cx="89" cy="87"/>
            </a:xfrm>
            <a:custGeom>
              <a:avLst/>
              <a:gdLst>
                <a:gd name="T0" fmla="*/ 87 w 99"/>
                <a:gd name="T1" fmla="*/ 98 h 98"/>
                <a:gd name="T2" fmla="*/ 12 w 99"/>
                <a:gd name="T3" fmla="*/ 98 h 98"/>
                <a:gd name="T4" fmla="*/ 0 w 99"/>
                <a:gd name="T5" fmla="*/ 86 h 98"/>
                <a:gd name="T6" fmla="*/ 0 w 99"/>
                <a:gd name="T7" fmla="*/ 13 h 98"/>
                <a:gd name="T8" fmla="*/ 12 w 99"/>
                <a:gd name="T9" fmla="*/ 0 h 98"/>
                <a:gd name="T10" fmla="*/ 25 w 99"/>
                <a:gd name="T11" fmla="*/ 13 h 98"/>
                <a:gd name="T12" fmla="*/ 25 w 99"/>
                <a:gd name="T13" fmla="*/ 73 h 98"/>
                <a:gd name="T14" fmla="*/ 87 w 99"/>
                <a:gd name="T15" fmla="*/ 73 h 98"/>
                <a:gd name="T16" fmla="*/ 99 w 99"/>
                <a:gd name="T17" fmla="*/ 86 h 98"/>
                <a:gd name="T18" fmla="*/ 87 w 99"/>
                <a:gd name="T19"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98">
                  <a:moveTo>
                    <a:pt x="87" y="98"/>
                  </a:moveTo>
                  <a:cubicBezTo>
                    <a:pt x="12" y="98"/>
                    <a:pt x="12" y="98"/>
                    <a:pt x="12" y="98"/>
                  </a:cubicBezTo>
                  <a:cubicBezTo>
                    <a:pt x="5" y="98"/>
                    <a:pt x="0" y="92"/>
                    <a:pt x="0" y="86"/>
                  </a:cubicBezTo>
                  <a:cubicBezTo>
                    <a:pt x="0" y="13"/>
                    <a:pt x="0" y="13"/>
                    <a:pt x="0" y="13"/>
                  </a:cubicBezTo>
                  <a:cubicBezTo>
                    <a:pt x="0" y="6"/>
                    <a:pt x="5" y="0"/>
                    <a:pt x="12" y="0"/>
                  </a:cubicBezTo>
                  <a:cubicBezTo>
                    <a:pt x="19" y="0"/>
                    <a:pt x="25" y="6"/>
                    <a:pt x="25" y="13"/>
                  </a:cubicBezTo>
                  <a:cubicBezTo>
                    <a:pt x="25" y="73"/>
                    <a:pt x="25" y="73"/>
                    <a:pt x="25" y="73"/>
                  </a:cubicBezTo>
                  <a:cubicBezTo>
                    <a:pt x="87" y="73"/>
                    <a:pt x="87" y="73"/>
                    <a:pt x="87" y="73"/>
                  </a:cubicBezTo>
                  <a:cubicBezTo>
                    <a:pt x="93" y="73"/>
                    <a:pt x="99" y="79"/>
                    <a:pt x="99" y="86"/>
                  </a:cubicBezTo>
                  <a:cubicBezTo>
                    <a:pt x="99" y="92"/>
                    <a:pt x="93" y="98"/>
                    <a:pt x="87" y="98"/>
                  </a:cubicBezTo>
                  <a:close/>
                </a:path>
              </a:pathLst>
            </a:custGeom>
            <a:solidFill>
              <a:srgbClr val="19191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grpSp>
      <p:grpSp>
        <p:nvGrpSpPr>
          <p:cNvPr id="40" name="Group 19" descr="e7d195523061f1c09e9d68d7cf438b91ef959ecb14fc25d26BBA7F7DBC18E55DFF4014AF651F0BF2569D4B6C1DA7F1A4683A481403BD872FC687266AD13265C1DE7C373772FD8728ABDD69ADD03BFF5BE2862BC891DBB79ED9A1819BC282DECB56AE8835BDD3592A29611765161E6F9AB128C5C815AC95EA67D637C44218307C3B2BB820D9BFC219D857C8E986233DAC">
            <a:extLst>
              <a:ext uri="{FF2B5EF4-FFF2-40B4-BE49-F238E27FC236}">
                <a16:creationId xmlns:a16="http://schemas.microsoft.com/office/drawing/2014/main" id="{1806635D-C7BD-412E-9373-6D553F7F9F4D}"/>
              </a:ext>
            </a:extLst>
          </p:cNvPr>
          <p:cNvGrpSpPr>
            <a:grpSpLocks noChangeAspect="1"/>
          </p:cNvGrpSpPr>
          <p:nvPr/>
        </p:nvGrpSpPr>
        <p:grpSpPr bwMode="auto">
          <a:xfrm>
            <a:off x="1886655" y="2083816"/>
            <a:ext cx="1208617" cy="1439333"/>
            <a:chOff x="722" y="878"/>
            <a:chExt cx="571" cy="680"/>
          </a:xfrm>
        </p:grpSpPr>
        <p:sp>
          <p:nvSpPr>
            <p:cNvPr id="41" name="Freeform 20">
              <a:extLst>
                <a:ext uri="{FF2B5EF4-FFF2-40B4-BE49-F238E27FC236}">
                  <a16:creationId xmlns:a16="http://schemas.microsoft.com/office/drawing/2014/main" id="{3D160BDA-9CCB-4A7A-B5B3-7133F1CCCAD3}"/>
                </a:ext>
              </a:extLst>
            </p:cNvPr>
            <p:cNvSpPr>
              <a:spLocks/>
            </p:cNvSpPr>
            <p:nvPr/>
          </p:nvSpPr>
          <p:spPr bwMode="auto">
            <a:xfrm>
              <a:off x="830" y="984"/>
              <a:ext cx="351" cy="412"/>
            </a:xfrm>
            <a:custGeom>
              <a:avLst/>
              <a:gdLst>
                <a:gd name="T0" fmla="*/ 279 w 412"/>
                <a:gd name="T1" fmla="*/ 443 h 484"/>
                <a:gd name="T2" fmla="*/ 336 w 412"/>
                <a:gd name="T3" fmla="*/ 340 h 484"/>
                <a:gd name="T4" fmla="*/ 341 w 412"/>
                <a:gd name="T5" fmla="*/ 76 h 484"/>
                <a:gd name="T6" fmla="*/ 76 w 412"/>
                <a:gd name="T7" fmla="*/ 72 h 484"/>
                <a:gd name="T8" fmla="*/ 72 w 412"/>
                <a:gd name="T9" fmla="*/ 336 h 484"/>
                <a:gd name="T10" fmla="*/ 76 w 412"/>
                <a:gd name="T11" fmla="*/ 341 h 484"/>
                <a:gd name="T12" fmla="*/ 133 w 412"/>
                <a:gd name="T13" fmla="*/ 444 h 484"/>
                <a:gd name="T14" fmla="*/ 135 w 412"/>
                <a:gd name="T15" fmla="*/ 484 h 484"/>
                <a:gd name="T16" fmla="*/ 276 w 412"/>
                <a:gd name="T17" fmla="*/ 484 h 484"/>
                <a:gd name="T18" fmla="*/ 279 w 412"/>
                <a:gd name="T19" fmla="*/ 443 h 4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2" h="484">
                  <a:moveTo>
                    <a:pt x="279" y="443"/>
                  </a:moveTo>
                  <a:cubicBezTo>
                    <a:pt x="285" y="398"/>
                    <a:pt x="324" y="353"/>
                    <a:pt x="336" y="340"/>
                  </a:cubicBezTo>
                  <a:cubicBezTo>
                    <a:pt x="410" y="268"/>
                    <a:pt x="412" y="151"/>
                    <a:pt x="341" y="76"/>
                  </a:cubicBezTo>
                  <a:cubicBezTo>
                    <a:pt x="269" y="2"/>
                    <a:pt x="150" y="0"/>
                    <a:pt x="76" y="72"/>
                  </a:cubicBezTo>
                  <a:cubicBezTo>
                    <a:pt x="2" y="144"/>
                    <a:pt x="0" y="262"/>
                    <a:pt x="72" y="336"/>
                  </a:cubicBezTo>
                  <a:cubicBezTo>
                    <a:pt x="76" y="341"/>
                    <a:pt x="76" y="341"/>
                    <a:pt x="76" y="341"/>
                  </a:cubicBezTo>
                  <a:cubicBezTo>
                    <a:pt x="89" y="353"/>
                    <a:pt x="127" y="398"/>
                    <a:pt x="133" y="444"/>
                  </a:cubicBezTo>
                  <a:cubicBezTo>
                    <a:pt x="135" y="457"/>
                    <a:pt x="136" y="471"/>
                    <a:pt x="135" y="484"/>
                  </a:cubicBezTo>
                  <a:cubicBezTo>
                    <a:pt x="276" y="484"/>
                    <a:pt x="276" y="484"/>
                    <a:pt x="276" y="484"/>
                  </a:cubicBezTo>
                  <a:cubicBezTo>
                    <a:pt x="277" y="470"/>
                    <a:pt x="278" y="457"/>
                    <a:pt x="279" y="443"/>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2" name="Freeform 21">
              <a:extLst>
                <a:ext uri="{FF2B5EF4-FFF2-40B4-BE49-F238E27FC236}">
                  <a16:creationId xmlns:a16="http://schemas.microsoft.com/office/drawing/2014/main" id="{9379CFC3-FF3A-467F-9FD2-19E58157B7FF}"/>
                </a:ext>
              </a:extLst>
            </p:cNvPr>
            <p:cNvSpPr>
              <a:spLocks noEditPoints="1"/>
            </p:cNvSpPr>
            <p:nvPr/>
          </p:nvSpPr>
          <p:spPr bwMode="auto">
            <a:xfrm>
              <a:off x="835" y="988"/>
              <a:ext cx="342" cy="419"/>
            </a:xfrm>
            <a:custGeom>
              <a:avLst/>
              <a:gdLst>
                <a:gd name="T0" fmla="*/ 271 w 401"/>
                <a:gd name="T1" fmla="*/ 492 h 492"/>
                <a:gd name="T2" fmla="*/ 129 w 401"/>
                <a:gd name="T3" fmla="*/ 492 h 492"/>
                <a:gd name="T4" fmla="*/ 121 w 401"/>
                <a:gd name="T5" fmla="*/ 488 h 492"/>
                <a:gd name="T6" fmla="*/ 117 w 401"/>
                <a:gd name="T7" fmla="*/ 479 h 492"/>
                <a:gd name="T8" fmla="*/ 115 w 401"/>
                <a:gd name="T9" fmla="*/ 440 h 492"/>
                <a:gd name="T10" fmla="*/ 61 w 401"/>
                <a:gd name="T11" fmla="*/ 345 h 492"/>
                <a:gd name="T12" fmla="*/ 57 w 401"/>
                <a:gd name="T13" fmla="*/ 340 h 492"/>
                <a:gd name="T14" fmla="*/ 1 w 401"/>
                <a:gd name="T15" fmla="*/ 198 h 492"/>
                <a:gd name="T16" fmla="*/ 61 w 401"/>
                <a:gd name="T17" fmla="*/ 58 h 492"/>
                <a:gd name="T18" fmla="*/ 204 w 401"/>
                <a:gd name="T19" fmla="*/ 2 h 492"/>
                <a:gd name="T20" fmla="*/ 344 w 401"/>
                <a:gd name="T21" fmla="*/ 62 h 492"/>
                <a:gd name="T22" fmla="*/ 400 w 401"/>
                <a:gd name="T23" fmla="*/ 204 h 492"/>
                <a:gd name="T24" fmla="*/ 339 w 401"/>
                <a:gd name="T25" fmla="*/ 345 h 492"/>
                <a:gd name="T26" fmla="*/ 286 w 401"/>
                <a:gd name="T27" fmla="*/ 440 h 492"/>
                <a:gd name="T28" fmla="*/ 284 w 401"/>
                <a:gd name="T29" fmla="*/ 479 h 492"/>
                <a:gd name="T30" fmla="*/ 280 w 401"/>
                <a:gd name="T31" fmla="*/ 488 h 492"/>
                <a:gd name="T32" fmla="*/ 271 w 401"/>
                <a:gd name="T33" fmla="*/ 492 h 492"/>
                <a:gd name="T34" fmla="*/ 142 w 401"/>
                <a:gd name="T35" fmla="*/ 467 h 492"/>
                <a:gd name="T36" fmla="*/ 258 w 401"/>
                <a:gd name="T37" fmla="*/ 467 h 492"/>
                <a:gd name="T38" fmla="*/ 260 w 401"/>
                <a:gd name="T39" fmla="*/ 437 h 492"/>
                <a:gd name="T40" fmla="*/ 321 w 401"/>
                <a:gd name="T41" fmla="*/ 327 h 492"/>
                <a:gd name="T42" fmla="*/ 374 w 401"/>
                <a:gd name="T43" fmla="*/ 204 h 492"/>
                <a:gd name="T44" fmla="*/ 325 w 401"/>
                <a:gd name="T45" fmla="*/ 80 h 492"/>
                <a:gd name="T46" fmla="*/ 202 w 401"/>
                <a:gd name="T47" fmla="*/ 27 h 492"/>
                <a:gd name="T48" fmla="*/ 79 w 401"/>
                <a:gd name="T49" fmla="*/ 76 h 492"/>
                <a:gd name="T50" fmla="*/ 26 w 401"/>
                <a:gd name="T51" fmla="*/ 199 h 492"/>
                <a:gd name="T52" fmla="*/ 75 w 401"/>
                <a:gd name="T53" fmla="*/ 323 h 492"/>
                <a:gd name="T54" fmla="*/ 79 w 401"/>
                <a:gd name="T55" fmla="*/ 326 h 492"/>
                <a:gd name="T56" fmla="*/ 140 w 401"/>
                <a:gd name="T57" fmla="*/ 436 h 492"/>
                <a:gd name="T58" fmla="*/ 142 w 401"/>
                <a:gd name="T59" fmla="*/ 467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401" h="492">
                  <a:moveTo>
                    <a:pt x="271" y="492"/>
                  </a:moveTo>
                  <a:cubicBezTo>
                    <a:pt x="129" y="492"/>
                    <a:pt x="129" y="492"/>
                    <a:pt x="129" y="492"/>
                  </a:cubicBezTo>
                  <a:cubicBezTo>
                    <a:pt x="126" y="492"/>
                    <a:pt x="123" y="490"/>
                    <a:pt x="121" y="488"/>
                  </a:cubicBezTo>
                  <a:cubicBezTo>
                    <a:pt x="118" y="485"/>
                    <a:pt x="117" y="482"/>
                    <a:pt x="117" y="479"/>
                  </a:cubicBezTo>
                  <a:cubicBezTo>
                    <a:pt x="117" y="466"/>
                    <a:pt x="116" y="453"/>
                    <a:pt x="115" y="440"/>
                  </a:cubicBezTo>
                  <a:cubicBezTo>
                    <a:pt x="109" y="399"/>
                    <a:pt x="74" y="358"/>
                    <a:pt x="61" y="345"/>
                  </a:cubicBezTo>
                  <a:cubicBezTo>
                    <a:pt x="57" y="340"/>
                    <a:pt x="57" y="340"/>
                    <a:pt x="57" y="340"/>
                  </a:cubicBezTo>
                  <a:cubicBezTo>
                    <a:pt x="20" y="302"/>
                    <a:pt x="0" y="252"/>
                    <a:pt x="1" y="198"/>
                  </a:cubicBezTo>
                  <a:cubicBezTo>
                    <a:pt x="2" y="144"/>
                    <a:pt x="23" y="95"/>
                    <a:pt x="61" y="58"/>
                  </a:cubicBezTo>
                  <a:cubicBezTo>
                    <a:pt x="99" y="20"/>
                    <a:pt x="150" y="0"/>
                    <a:pt x="204" y="2"/>
                  </a:cubicBezTo>
                  <a:cubicBezTo>
                    <a:pt x="257" y="2"/>
                    <a:pt x="306" y="24"/>
                    <a:pt x="344" y="62"/>
                  </a:cubicBezTo>
                  <a:cubicBezTo>
                    <a:pt x="381" y="100"/>
                    <a:pt x="401" y="151"/>
                    <a:pt x="400" y="204"/>
                  </a:cubicBezTo>
                  <a:cubicBezTo>
                    <a:pt x="399" y="257"/>
                    <a:pt x="378" y="307"/>
                    <a:pt x="339" y="345"/>
                  </a:cubicBezTo>
                  <a:cubicBezTo>
                    <a:pt x="327" y="356"/>
                    <a:pt x="291" y="399"/>
                    <a:pt x="286" y="440"/>
                  </a:cubicBezTo>
                  <a:cubicBezTo>
                    <a:pt x="285" y="453"/>
                    <a:pt x="283" y="466"/>
                    <a:pt x="284" y="479"/>
                  </a:cubicBezTo>
                  <a:cubicBezTo>
                    <a:pt x="284" y="482"/>
                    <a:pt x="283" y="485"/>
                    <a:pt x="280" y="488"/>
                  </a:cubicBezTo>
                  <a:cubicBezTo>
                    <a:pt x="277" y="490"/>
                    <a:pt x="274" y="492"/>
                    <a:pt x="271" y="492"/>
                  </a:cubicBezTo>
                  <a:close/>
                  <a:moveTo>
                    <a:pt x="142" y="467"/>
                  </a:moveTo>
                  <a:cubicBezTo>
                    <a:pt x="258" y="467"/>
                    <a:pt x="258" y="467"/>
                    <a:pt x="258" y="467"/>
                  </a:cubicBezTo>
                  <a:cubicBezTo>
                    <a:pt x="258" y="457"/>
                    <a:pt x="260" y="447"/>
                    <a:pt x="260" y="437"/>
                  </a:cubicBezTo>
                  <a:cubicBezTo>
                    <a:pt x="268" y="379"/>
                    <a:pt x="321" y="328"/>
                    <a:pt x="321" y="327"/>
                  </a:cubicBezTo>
                  <a:cubicBezTo>
                    <a:pt x="355" y="295"/>
                    <a:pt x="374" y="251"/>
                    <a:pt x="374" y="204"/>
                  </a:cubicBezTo>
                  <a:cubicBezTo>
                    <a:pt x="375" y="157"/>
                    <a:pt x="358" y="113"/>
                    <a:pt x="325" y="80"/>
                  </a:cubicBezTo>
                  <a:cubicBezTo>
                    <a:pt x="293" y="46"/>
                    <a:pt x="249" y="28"/>
                    <a:pt x="202" y="27"/>
                  </a:cubicBezTo>
                  <a:cubicBezTo>
                    <a:pt x="156" y="26"/>
                    <a:pt x="112" y="43"/>
                    <a:pt x="79" y="76"/>
                  </a:cubicBezTo>
                  <a:cubicBezTo>
                    <a:pt x="45" y="108"/>
                    <a:pt x="26" y="152"/>
                    <a:pt x="26" y="199"/>
                  </a:cubicBezTo>
                  <a:cubicBezTo>
                    <a:pt x="25" y="245"/>
                    <a:pt x="43" y="290"/>
                    <a:pt x="75" y="323"/>
                  </a:cubicBezTo>
                  <a:cubicBezTo>
                    <a:pt x="79" y="326"/>
                    <a:pt x="79" y="326"/>
                    <a:pt x="79" y="326"/>
                  </a:cubicBezTo>
                  <a:cubicBezTo>
                    <a:pt x="79" y="327"/>
                    <a:pt x="132" y="379"/>
                    <a:pt x="140" y="436"/>
                  </a:cubicBezTo>
                  <a:cubicBezTo>
                    <a:pt x="141" y="447"/>
                    <a:pt x="142" y="457"/>
                    <a:pt x="142" y="46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3" name="Freeform 22">
              <a:extLst>
                <a:ext uri="{FF2B5EF4-FFF2-40B4-BE49-F238E27FC236}">
                  <a16:creationId xmlns:a16="http://schemas.microsoft.com/office/drawing/2014/main" id="{1675EB01-C181-477D-AB31-C59179208095}"/>
                </a:ext>
              </a:extLst>
            </p:cNvPr>
            <p:cNvSpPr>
              <a:spLocks/>
            </p:cNvSpPr>
            <p:nvPr/>
          </p:nvSpPr>
          <p:spPr bwMode="auto">
            <a:xfrm>
              <a:off x="944" y="1396"/>
              <a:ext cx="125" cy="152"/>
            </a:xfrm>
            <a:custGeom>
              <a:avLst/>
              <a:gdLst>
                <a:gd name="T0" fmla="*/ 2 w 147"/>
                <a:gd name="T1" fmla="*/ 96 h 179"/>
                <a:gd name="T2" fmla="*/ 73 w 147"/>
                <a:gd name="T3" fmla="*/ 179 h 179"/>
                <a:gd name="T4" fmla="*/ 145 w 147"/>
                <a:gd name="T5" fmla="*/ 96 h 179"/>
                <a:gd name="T6" fmla="*/ 144 w 147"/>
                <a:gd name="T7" fmla="*/ 0 h 179"/>
                <a:gd name="T8" fmla="*/ 2 w 147"/>
                <a:gd name="T9" fmla="*/ 0 h 179"/>
                <a:gd name="T10" fmla="*/ 2 w 147"/>
                <a:gd name="T11" fmla="*/ 96 h 179"/>
              </a:gdLst>
              <a:ahLst/>
              <a:cxnLst>
                <a:cxn ang="0">
                  <a:pos x="T0" y="T1"/>
                </a:cxn>
                <a:cxn ang="0">
                  <a:pos x="T2" y="T3"/>
                </a:cxn>
                <a:cxn ang="0">
                  <a:pos x="T4" y="T5"/>
                </a:cxn>
                <a:cxn ang="0">
                  <a:pos x="T6" y="T7"/>
                </a:cxn>
                <a:cxn ang="0">
                  <a:pos x="T8" y="T9"/>
                </a:cxn>
                <a:cxn ang="0">
                  <a:pos x="T10" y="T11"/>
                </a:cxn>
              </a:cxnLst>
              <a:rect l="0" t="0" r="r" b="b"/>
              <a:pathLst>
                <a:path w="147" h="179">
                  <a:moveTo>
                    <a:pt x="2" y="96"/>
                  </a:moveTo>
                  <a:cubicBezTo>
                    <a:pt x="0" y="138"/>
                    <a:pt x="31" y="174"/>
                    <a:pt x="73" y="179"/>
                  </a:cubicBezTo>
                  <a:cubicBezTo>
                    <a:pt x="115" y="175"/>
                    <a:pt x="147" y="139"/>
                    <a:pt x="145" y="96"/>
                  </a:cubicBezTo>
                  <a:cubicBezTo>
                    <a:pt x="145" y="65"/>
                    <a:pt x="144" y="30"/>
                    <a:pt x="144" y="0"/>
                  </a:cubicBezTo>
                  <a:cubicBezTo>
                    <a:pt x="2" y="0"/>
                    <a:pt x="2" y="0"/>
                    <a:pt x="2" y="0"/>
                  </a:cubicBezTo>
                  <a:cubicBezTo>
                    <a:pt x="3" y="30"/>
                    <a:pt x="2" y="65"/>
                    <a:pt x="2" y="96"/>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4" name="Freeform 23">
              <a:extLst>
                <a:ext uri="{FF2B5EF4-FFF2-40B4-BE49-F238E27FC236}">
                  <a16:creationId xmlns:a16="http://schemas.microsoft.com/office/drawing/2014/main" id="{1312E987-E685-4E8E-B6FA-603DAE088267}"/>
                </a:ext>
              </a:extLst>
            </p:cNvPr>
            <p:cNvSpPr>
              <a:spLocks noEditPoints="1"/>
            </p:cNvSpPr>
            <p:nvPr/>
          </p:nvSpPr>
          <p:spPr bwMode="auto">
            <a:xfrm>
              <a:off x="933" y="1385"/>
              <a:ext cx="147" cy="173"/>
            </a:xfrm>
            <a:custGeom>
              <a:avLst/>
              <a:gdLst>
                <a:gd name="T0" fmla="*/ 86 w 173"/>
                <a:gd name="T1" fmla="*/ 203 h 203"/>
                <a:gd name="T2" fmla="*/ 85 w 173"/>
                <a:gd name="T3" fmla="*/ 203 h 203"/>
                <a:gd name="T4" fmla="*/ 2 w 173"/>
                <a:gd name="T5" fmla="*/ 108 h 203"/>
                <a:gd name="T6" fmla="*/ 3 w 173"/>
                <a:gd name="T7" fmla="*/ 65 h 203"/>
                <a:gd name="T8" fmla="*/ 4 w 173"/>
                <a:gd name="T9" fmla="*/ 12 h 203"/>
                <a:gd name="T10" fmla="*/ 7 w 173"/>
                <a:gd name="T11" fmla="*/ 3 h 203"/>
                <a:gd name="T12" fmla="*/ 16 w 173"/>
                <a:gd name="T13" fmla="*/ 0 h 203"/>
                <a:gd name="T14" fmla="*/ 158 w 173"/>
                <a:gd name="T15" fmla="*/ 0 h 203"/>
                <a:gd name="T16" fmla="*/ 166 w 173"/>
                <a:gd name="T17" fmla="*/ 3 h 203"/>
                <a:gd name="T18" fmla="*/ 170 w 173"/>
                <a:gd name="T19" fmla="*/ 12 h 203"/>
                <a:gd name="T20" fmla="*/ 171 w 173"/>
                <a:gd name="T21" fmla="*/ 63 h 203"/>
                <a:gd name="T22" fmla="*/ 171 w 173"/>
                <a:gd name="T23" fmla="*/ 108 h 203"/>
                <a:gd name="T24" fmla="*/ 88 w 173"/>
                <a:gd name="T25" fmla="*/ 203 h 203"/>
                <a:gd name="T26" fmla="*/ 86 w 173"/>
                <a:gd name="T27" fmla="*/ 203 h 203"/>
                <a:gd name="T28" fmla="*/ 28 w 173"/>
                <a:gd name="T29" fmla="*/ 25 h 203"/>
                <a:gd name="T30" fmla="*/ 27 w 173"/>
                <a:gd name="T31" fmla="*/ 65 h 203"/>
                <a:gd name="T32" fmla="*/ 27 w 173"/>
                <a:gd name="T33" fmla="*/ 108 h 203"/>
                <a:gd name="T34" fmla="*/ 27 w 173"/>
                <a:gd name="T35" fmla="*/ 109 h 203"/>
                <a:gd name="T36" fmla="*/ 86 w 173"/>
                <a:gd name="T37" fmla="*/ 178 h 203"/>
                <a:gd name="T38" fmla="*/ 145 w 173"/>
                <a:gd name="T39" fmla="*/ 109 h 203"/>
                <a:gd name="T40" fmla="*/ 144 w 173"/>
                <a:gd name="T41" fmla="*/ 64 h 203"/>
                <a:gd name="T42" fmla="*/ 144 w 173"/>
                <a:gd name="T43" fmla="*/ 25 h 203"/>
                <a:gd name="T44" fmla="*/ 28 w 173"/>
                <a:gd name="T45" fmla="*/ 25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3" h="203">
                  <a:moveTo>
                    <a:pt x="86" y="203"/>
                  </a:moveTo>
                  <a:cubicBezTo>
                    <a:pt x="85" y="203"/>
                    <a:pt x="85" y="203"/>
                    <a:pt x="85" y="203"/>
                  </a:cubicBezTo>
                  <a:cubicBezTo>
                    <a:pt x="37" y="199"/>
                    <a:pt x="0" y="157"/>
                    <a:pt x="2" y="108"/>
                  </a:cubicBezTo>
                  <a:cubicBezTo>
                    <a:pt x="2" y="94"/>
                    <a:pt x="2" y="79"/>
                    <a:pt x="3" y="65"/>
                  </a:cubicBezTo>
                  <a:cubicBezTo>
                    <a:pt x="3" y="47"/>
                    <a:pt x="4" y="28"/>
                    <a:pt x="4" y="12"/>
                  </a:cubicBezTo>
                  <a:cubicBezTo>
                    <a:pt x="4" y="9"/>
                    <a:pt x="5" y="6"/>
                    <a:pt x="7" y="3"/>
                  </a:cubicBezTo>
                  <a:cubicBezTo>
                    <a:pt x="10" y="1"/>
                    <a:pt x="13" y="0"/>
                    <a:pt x="16" y="0"/>
                  </a:cubicBezTo>
                  <a:cubicBezTo>
                    <a:pt x="158" y="0"/>
                    <a:pt x="158" y="0"/>
                    <a:pt x="158" y="0"/>
                  </a:cubicBezTo>
                  <a:cubicBezTo>
                    <a:pt x="161" y="0"/>
                    <a:pt x="164" y="1"/>
                    <a:pt x="166" y="3"/>
                  </a:cubicBezTo>
                  <a:cubicBezTo>
                    <a:pt x="169" y="6"/>
                    <a:pt x="170" y="9"/>
                    <a:pt x="170" y="12"/>
                  </a:cubicBezTo>
                  <a:cubicBezTo>
                    <a:pt x="170" y="28"/>
                    <a:pt x="170" y="46"/>
                    <a:pt x="171" y="63"/>
                  </a:cubicBezTo>
                  <a:cubicBezTo>
                    <a:pt x="171" y="78"/>
                    <a:pt x="171" y="94"/>
                    <a:pt x="171" y="108"/>
                  </a:cubicBezTo>
                  <a:cubicBezTo>
                    <a:pt x="173" y="157"/>
                    <a:pt x="137" y="199"/>
                    <a:pt x="88" y="203"/>
                  </a:cubicBezTo>
                  <a:lnTo>
                    <a:pt x="86" y="203"/>
                  </a:lnTo>
                  <a:close/>
                  <a:moveTo>
                    <a:pt x="28" y="25"/>
                  </a:moveTo>
                  <a:cubicBezTo>
                    <a:pt x="28" y="38"/>
                    <a:pt x="28" y="51"/>
                    <a:pt x="27" y="65"/>
                  </a:cubicBezTo>
                  <a:cubicBezTo>
                    <a:pt x="27" y="80"/>
                    <a:pt x="27" y="95"/>
                    <a:pt x="27" y="108"/>
                  </a:cubicBezTo>
                  <a:cubicBezTo>
                    <a:pt x="27" y="109"/>
                    <a:pt x="27" y="109"/>
                    <a:pt x="27" y="109"/>
                  </a:cubicBezTo>
                  <a:cubicBezTo>
                    <a:pt x="25" y="144"/>
                    <a:pt x="51" y="174"/>
                    <a:pt x="86" y="178"/>
                  </a:cubicBezTo>
                  <a:cubicBezTo>
                    <a:pt x="121" y="174"/>
                    <a:pt x="147" y="144"/>
                    <a:pt x="145" y="109"/>
                  </a:cubicBezTo>
                  <a:cubicBezTo>
                    <a:pt x="145" y="94"/>
                    <a:pt x="145" y="79"/>
                    <a:pt x="144" y="64"/>
                  </a:cubicBezTo>
                  <a:cubicBezTo>
                    <a:pt x="144" y="51"/>
                    <a:pt x="144" y="37"/>
                    <a:pt x="144" y="25"/>
                  </a:cubicBezTo>
                  <a:lnTo>
                    <a:pt x="2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5" name="Freeform 24">
              <a:extLst>
                <a:ext uri="{FF2B5EF4-FFF2-40B4-BE49-F238E27FC236}">
                  <a16:creationId xmlns:a16="http://schemas.microsoft.com/office/drawing/2014/main" id="{0B9012A5-43FE-48C9-8617-750E908D36DF}"/>
                </a:ext>
              </a:extLst>
            </p:cNvPr>
            <p:cNvSpPr>
              <a:spLocks noEditPoints="1"/>
            </p:cNvSpPr>
            <p:nvPr/>
          </p:nvSpPr>
          <p:spPr bwMode="auto">
            <a:xfrm>
              <a:off x="908" y="1385"/>
              <a:ext cx="192" cy="103"/>
            </a:xfrm>
            <a:custGeom>
              <a:avLst/>
              <a:gdLst>
                <a:gd name="T0" fmla="*/ 212 w 225"/>
                <a:gd name="T1" fmla="*/ 25 h 121"/>
                <a:gd name="T2" fmla="*/ 13 w 225"/>
                <a:gd name="T3" fmla="*/ 25 h 121"/>
                <a:gd name="T4" fmla="*/ 0 w 225"/>
                <a:gd name="T5" fmla="*/ 12 h 121"/>
                <a:gd name="T6" fmla="*/ 13 w 225"/>
                <a:gd name="T7" fmla="*/ 0 h 121"/>
                <a:gd name="T8" fmla="*/ 212 w 225"/>
                <a:gd name="T9" fmla="*/ 0 h 121"/>
                <a:gd name="T10" fmla="*/ 225 w 225"/>
                <a:gd name="T11" fmla="*/ 12 h 121"/>
                <a:gd name="T12" fmla="*/ 212 w 225"/>
                <a:gd name="T13" fmla="*/ 25 h 121"/>
                <a:gd name="T14" fmla="*/ 187 w 225"/>
                <a:gd name="T15" fmla="*/ 76 h 121"/>
                <a:gd name="T16" fmla="*/ 44 w 225"/>
                <a:gd name="T17" fmla="*/ 76 h 121"/>
                <a:gd name="T18" fmla="*/ 31 w 225"/>
                <a:gd name="T19" fmla="*/ 63 h 121"/>
                <a:gd name="T20" fmla="*/ 44 w 225"/>
                <a:gd name="T21" fmla="*/ 51 h 121"/>
                <a:gd name="T22" fmla="*/ 187 w 225"/>
                <a:gd name="T23" fmla="*/ 51 h 121"/>
                <a:gd name="T24" fmla="*/ 200 w 225"/>
                <a:gd name="T25" fmla="*/ 63 h 121"/>
                <a:gd name="T26" fmla="*/ 187 w 225"/>
                <a:gd name="T27" fmla="*/ 76 h 121"/>
                <a:gd name="T28" fmla="*/ 187 w 225"/>
                <a:gd name="T29" fmla="*/ 121 h 121"/>
                <a:gd name="T30" fmla="*/ 44 w 225"/>
                <a:gd name="T31" fmla="*/ 121 h 121"/>
                <a:gd name="T32" fmla="*/ 31 w 225"/>
                <a:gd name="T33" fmla="*/ 109 h 121"/>
                <a:gd name="T34" fmla="*/ 44 w 225"/>
                <a:gd name="T35" fmla="*/ 96 h 121"/>
                <a:gd name="T36" fmla="*/ 187 w 225"/>
                <a:gd name="T37" fmla="*/ 96 h 121"/>
                <a:gd name="T38" fmla="*/ 200 w 225"/>
                <a:gd name="T39" fmla="*/ 109 h 121"/>
                <a:gd name="T40" fmla="*/ 187 w 225"/>
                <a:gd name="T41" fmla="*/ 12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5" h="121">
                  <a:moveTo>
                    <a:pt x="212" y="25"/>
                  </a:moveTo>
                  <a:cubicBezTo>
                    <a:pt x="13" y="25"/>
                    <a:pt x="13" y="25"/>
                    <a:pt x="13" y="25"/>
                  </a:cubicBezTo>
                  <a:cubicBezTo>
                    <a:pt x="6" y="25"/>
                    <a:pt x="0" y="19"/>
                    <a:pt x="0" y="12"/>
                  </a:cubicBezTo>
                  <a:cubicBezTo>
                    <a:pt x="0" y="5"/>
                    <a:pt x="6" y="0"/>
                    <a:pt x="13" y="0"/>
                  </a:cubicBezTo>
                  <a:cubicBezTo>
                    <a:pt x="212" y="0"/>
                    <a:pt x="212" y="0"/>
                    <a:pt x="212" y="0"/>
                  </a:cubicBezTo>
                  <a:cubicBezTo>
                    <a:pt x="219" y="0"/>
                    <a:pt x="225" y="5"/>
                    <a:pt x="225" y="12"/>
                  </a:cubicBezTo>
                  <a:cubicBezTo>
                    <a:pt x="225" y="19"/>
                    <a:pt x="219" y="25"/>
                    <a:pt x="212" y="25"/>
                  </a:cubicBezTo>
                  <a:close/>
                  <a:moveTo>
                    <a:pt x="187" y="76"/>
                  </a:moveTo>
                  <a:cubicBezTo>
                    <a:pt x="44" y="76"/>
                    <a:pt x="44" y="76"/>
                    <a:pt x="44" y="76"/>
                  </a:cubicBezTo>
                  <a:cubicBezTo>
                    <a:pt x="37" y="76"/>
                    <a:pt x="31" y="70"/>
                    <a:pt x="31" y="63"/>
                  </a:cubicBezTo>
                  <a:cubicBezTo>
                    <a:pt x="31" y="56"/>
                    <a:pt x="37" y="51"/>
                    <a:pt x="44" y="51"/>
                  </a:cubicBezTo>
                  <a:cubicBezTo>
                    <a:pt x="187" y="51"/>
                    <a:pt x="187" y="51"/>
                    <a:pt x="187" y="51"/>
                  </a:cubicBezTo>
                  <a:cubicBezTo>
                    <a:pt x="194" y="51"/>
                    <a:pt x="200" y="56"/>
                    <a:pt x="200" y="63"/>
                  </a:cubicBezTo>
                  <a:cubicBezTo>
                    <a:pt x="200" y="70"/>
                    <a:pt x="194" y="76"/>
                    <a:pt x="187" y="76"/>
                  </a:cubicBezTo>
                  <a:close/>
                  <a:moveTo>
                    <a:pt x="187" y="121"/>
                  </a:moveTo>
                  <a:cubicBezTo>
                    <a:pt x="44" y="121"/>
                    <a:pt x="44" y="121"/>
                    <a:pt x="44" y="121"/>
                  </a:cubicBezTo>
                  <a:cubicBezTo>
                    <a:pt x="37" y="121"/>
                    <a:pt x="31" y="116"/>
                    <a:pt x="31" y="109"/>
                  </a:cubicBezTo>
                  <a:cubicBezTo>
                    <a:pt x="31" y="102"/>
                    <a:pt x="37" y="96"/>
                    <a:pt x="44" y="96"/>
                  </a:cubicBezTo>
                  <a:cubicBezTo>
                    <a:pt x="187" y="96"/>
                    <a:pt x="187" y="96"/>
                    <a:pt x="187" y="96"/>
                  </a:cubicBezTo>
                  <a:cubicBezTo>
                    <a:pt x="194" y="96"/>
                    <a:pt x="200" y="102"/>
                    <a:pt x="200" y="109"/>
                  </a:cubicBezTo>
                  <a:cubicBezTo>
                    <a:pt x="200" y="116"/>
                    <a:pt x="194" y="121"/>
                    <a:pt x="187" y="12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6" name="Freeform 25">
              <a:extLst>
                <a:ext uri="{FF2B5EF4-FFF2-40B4-BE49-F238E27FC236}">
                  <a16:creationId xmlns:a16="http://schemas.microsoft.com/office/drawing/2014/main" id="{0BEF377F-7D22-41E8-9FEC-B8F1DF83B1E4}"/>
                </a:ext>
              </a:extLst>
            </p:cNvPr>
            <p:cNvSpPr>
              <a:spLocks noEditPoints="1"/>
            </p:cNvSpPr>
            <p:nvPr/>
          </p:nvSpPr>
          <p:spPr bwMode="auto">
            <a:xfrm>
              <a:off x="722" y="878"/>
              <a:ext cx="571" cy="529"/>
            </a:xfrm>
            <a:custGeom>
              <a:avLst/>
              <a:gdLst>
                <a:gd name="T0" fmla="*/ 297 w 670"/>
                <a:gd name="T1" fmla="*/ 609 h 622"/>
                <a:gd name="T2" fmla="*/ 292 w 670"/>
                <a:gd name="T3" fmla="*/ 446 h 622"/>
                <a:gd name="T4" fmla="*/ 248 w 670"/>
                <a:gd name="T5" fmla="*/ 405 h 622"/>
                <a:gd name="T6" fmla="*/ 310 w 670"/>
                <a:gd name="T7" fmla="*/ 380 h 622"/>
                <a:gd name="T8" fmla="*/ 319 w 670"/>
                <a:gd name="T9" fmla="*/ 420 h 622"/>
                <a:gd name="T10" fmla="*/ 344 w 670"/>
                <a:gd name="T11" fmla="*/ 412 h 622"/>
                <a:gd name="T12" fmla="*/ 410 w 670"/>
                <a:gd name="T13" fmla="*/ 385 h 622"/>
                <a:gd name="T14" fmla="*/ 383 w 670"/>
                <a:gd name="T15" fmla="*/ 446 h 622"/>
                <a:gd name="T16" fmla="*/ 369 w 670"/>
                <a:gd name="T17" fmla="*/ 609 h 622"/>
                <a:gd name="T18" fmla="*/ 344 w 670"/>
                <a:gd name="T19" fmla="*/ 609 h 622"/>
                <a:gd name="T20" fmla="*/ 319 w 670"/>
                <a:gd name="T21" fmla="*/ 446 h 622"/>
                <a:gd name="T22" fmla="*/ 309 w 670"/>
                <a:gd name="T23" fmla="*/ 622 h 622"/>
                <a:gd name="T24" fmla="*/ 383 w 670"/>
                <a:gd name="T25" fmla="*/ 422 h 622"/>
                <a:gd name="T26" fmla="*/ 391 w 670"/>
                <a:gd name="T27" fmla="*/ 400 h 622"/>
                <a:gd name="T28" fmla="*/ 370 w 670"/>
                <a:gd name="T29" fmla="*/ 412 h 622"/>
                <a:gd name="T30" fmla="*/ 287 w 670"/>
                <a:gd name="T31" fmla="*/ 398 h 622"/>
                <a:gd name="T32" fmla="*/ 275 w 670"/>
                <a:gd name="T33" fmla="*/ 417 h 622"/>
                <a:gd name="T34" fmla="*/ 295 w 670"/>
                <a:gd name="T35" fmla="*/ 422 h 622"/>
                <a:gd name="T36" fmla="*/ 293 w 670"/>
                <a:gd name="T37" fmla="*/ 399 h 622"/>
                <a:gd name="T38" fmla="*/ 195 w 670"/>
                <a:gd name="T39" fmla="*/ 340 h 622"/>
                <a:gd name="T40" fmla="*/ 324 w 670"/>
                <a:gd name="T41" fmla="*/ 187 h 622"/>
                <a:gd name="T42" fmla="*/ 324 w 670"/>
                <a:gd name="T43" fmla="*/ 212 h 622"/>
                <a:gd name="T44" fmla="*/ 195 w 670"/>
                <a:gd name="T45" fmla="*/ 340 h 622"/>
                <a:gd name="T46" fmla="*/ 12 w 670"/>
                <a:gd name="T47" fmla="*/ 347 h 622"/>
                <a:gd name="T48" fmla="*/ 12 w 670"/>
                <a:gd name="T49" fmla="*/ 322 h 622"/>
                <a:gd name="T50" fmla="*/ 67 w 670"/>
                <a:gd name="T51" fmla="*/ 335 h 622"/>
                <a:gd name="T52" fmla="*/ 658 w 670"/>
                <a:gd name="T53" fmla="*/ 347 h 622"/>
                <a:gd name="T54" fmla="*/ 603 w 670"/>
                <a:gd name="T55" fmla="*/ 335 h 622"/>
                <a:gd name="T56" fmla="*/ 658 w 670"/>
                <a:gd name="T57" fmla="*/ 322 h 622"/>
                <a:gd name="T58" fmla="*/ 658 w 670"/>
                <a:gd name="T59" fmla="*/ 347 h 622"/>
                <a:gd name="T60" fmla="*/ 323 w 670"/>
                <a:gd name="T61" fmla="*/ 54 h 622"/>
                <a:gd name="T62" fmla="*/ 335 w 670"/>
                <a:gd name="T63" fmla="*/ 0 h 622"/>
                <a:gd name="T64" fmla="*/ 348 w 670"/>
                <a:gd name="T65" fmla="*/ 55 h 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0" h="622">
                  <a:moveTo>
                    <a:pt x="309" y="622"/>
                  </a:moveTo>
                  <a:cubicBezTo>
                    <a:pt x="302" y="622"/>
                    <a:pt x="297" y="616"/>
                    <a:pt x="297" y="609"/>
                  </a:cubicBezTo>
                  <a:cubicBezTo>
                    <a:pt x="297" y="608"/>
                    <a:pt x="295" y="496"/>
                    <a:pt x="295" y="446"/>
                  </a:cubicBezTo>
                  <a:cubicBezTo>
                    <a:pt x="292" y="446"/>
                    <a:pt x="292" y="446"/>
                    <a:pt x="292" y="446"/>
                  </a:cubicBezTo>
                  <a:cubicBezTo>
                    <a:pt x="276" y="446"/>
                    <a:pt x="265" y="441"/>
                    <a:pt x="257" y="433"/>
                  </a:cubicBezTo>
                  <a:cubicBezTo>
                    <a:pt x="251" y="427"/>
                    <a:pt x="247" y="417"/>
                    <a:pt x="248" y="405"/>
                  </a:cubicBezTo>
                  <a:cubicBezTo>
                    <a:pt x="249" y="395"/>
                    <a:pt x="254" y="372"/>
                    <a:pt x="287" y="372"/>
                  </a:cubicBezTo>
                  <a:cubicBezTo>
                    <a:pt x="297" y="372"/>
                    <a:pt x="305" y="375"/>
                    <a:pt x="310" y="380"/>
                  </a:cubicBezTo>
                  <a:cubicBezTo>
                    <a:pt x="320" y="390"/>
                    <a:pt x="320" y="403"/>
                    <a:pt x="319" y="420"/>
                  </a:cubicBezTo>
                  <a:cubicBezTo>
                    <a:pt x="319" y="420"/>
                    <a:pt x="319" y="420"/>
                    <a:pt x="319" y="420"/>
                  </a:cubicBezTo>
                  <a:cubicBezTo>
                    <a:pt x="344" y="420"/>
                    <a:pt x="344" y="420"/>
                    <a:pt x="344" y="420"/>
                  </a:cubicBezTo>
                  <a:cubicBezTo>
                    <a:pt x="344" y="412"/>
                    <a:pt x="344" y="412"/>
                    <a:pt x="344" y="412"/>
                  </a:cubicBezTo>
                  <a:cubicBezTo>
                    <a:pt x="344" y="387"/>
                    <a:pt x="358" y="373"/>
                    <a:pt x="384" y="373"/>
                  </a:cubicBezTo>
                  <a:cubicBezTo>
                    <a:pt x="395" y="373"/>
                    <a:pt x="403" y="377"/>
                    <a:pt x="410" y="385"/>
                  </a:cubicBezTo>
                  <a:cubicBezTo>
                    <a:pt x="415" y="391"/>
                    <a:pt x="418" y="400"/>
                    <a:pt x="418" y="408"/>
                  </a:cubicBezTo>
                  <a:cubicBezTo>
                    <a:pt x="418" y="427"/>
                    <a:pt x="405" y="446"/>
                    <a:pt x="383" y="446"/>
                  </a:cubicBezTo>
                  <a:cubicBezTo>
                    <a:pt x="369" y="446"/>
                    <a:pt x="369" y="446"/>
                    <a:pt x="369" y="446"/>
                  </a:cubicBezTo>
                  <a:cubicBezTo>
                    <a:pt x="369" y="609"/>
                    <a:pt x="369" y="609"/>
                    <a:pt x="369" y="609"/>
                  </a:cubicBezTo>
                  <a:cubicBezTo>
                    <a:pt x="369" y="616"/>
                    <a:pt x="363" y="622"/>
                    <a:pt x="357" y="622"/>
                  </a:cubicBezTo>
                  <a:cubicBezTo>
                    <a:pt x="350" y="622"/>
                    <a:pt x="344" y="616"/>
                    <a:pt x="344" y="609"/>
                  </a:cubicBezTo>
                  <a:cubicBezTo>
                    <a:pt x="344" y="446"/>
                    <a:pt x="344" y="446"/>
                    <a:pt x="344" y="446"/>
                  </a:cubicBezTo>
                  <a:cubicBezTo>
                    <a:pt x="319" y="446"/>
                    <a:pt x="319" y="446"/>
                    <a:pt x="319" y="446"/>
                  </a:cubicBezTo>
                  <a:cubicBezTo>
                    <a:pt x="320" y="496"/>
                    <a:pt x="321" y="608"/>
                    <a:pt x="321" y="609"/>
                  </a:cubicBezTo>
                  <a:cubicBezTo>
                    <a:pt x="322" y="616"/>
                    <a:pt x="317" y="622"/>
                    <a:pt x="309" y="622"/>
                  </a:cubicBezTo>
                  <a:close/>
                  <a:moveTo>
                    <a:pt x="370" y="422"/>
                  </a:moveTo>
                  <a:cubicBezTo>
                    <a:pt x="383" y="422"/>
                    <a:pt x="383" y="422"/>
                    <a:pt x="383" y="422"/>
                  </a:cubicBezTo>
                  <a:cubicBezTo>
                    <a:pt x="391" y="422"/>
                    <a:pt x="393" y="412"/>
                    <a:pt x="393" y="408"/>
                  </a:cubicBezTo>
                  <a:cubicBezTo>
                    <a:pt x="393" y="405"/>
                    <a:pt x="393" y="402"/>
                    <a:pt x="391" y="400"/>
                  </a:cubicBezTo>
                  <a:cubicBezTo>
                    <a:pt x="390" y="399"/>
                    <a:pt x="388" y="398"/>
                    <a:pt x="385" y="398"/>
                  </a:cubicBezTo>
                  <a:cubicBezTo>
                    <a:pt x="371" y="398"/>
                    <a:pt x="370" y="401"/>
                    <a:pt x="370" y="412"/>
                  </a:cubicBezTo>
                  <a:lnTo>
                    <a:pt x="370" y="422"/>
                  </a:lnTo>
                  <a:close/>
                  <a:moveTo>
                    <a:pt x="287" y="398"/>
                  </a:moveTo>
                  <a:cubicBezTo>
                    <a:pt x="274" y="398"/>
                    <a:pt x="274" y="402"/>
                    <a:pt x="273" y="407"/>
                  </a:cubicBezTo>
                  <a:cubicBezTo>
                    <a:pt x="273" y="412"/>
                    <a:pt x="274" y="415"/>
                    <a:pt x="275" y="417"/>
                  </a:cubicBezTo>
                  <a:cubicBezTo>
                    <a:pt x="278" y="420"/>
                    <a:pt x="284" y="422"/>
                    <a:pt x="292" y="422"/>
                  </a:cubicBezTo>
                  <a:cubicBezTo>
                    <a:pt x="295" y="422"/>
                    <a:pt x="295" y="422"/>
                    <a:pt x="295" y="422"/>
                  </a:cubicBezTo>
                  <a:cubicBezTo>
                    <a:pt x="295" y="421"/>
                    <a:pt x="295" y="421"/>
                    <a:pt x="295" y="421"/>
                  </a:cubicBezTo>
                  <a:cubicBezTo>
                    <a:pt x="295" y="413"/>
                    <a:pt x="295" y="401"/>
                    <a:pt x="293" y="399"/>
                  </a:cubicBezTo>
                  <a:cubicBezTo>
                    <a:pt x="292" y="398"/>
                    <a:pt x="291" y="398"/>
                    <a:pt x="287" y="398"/>
                  </a:cubicBezTo>
                  <a:close/>
                  <a:moveTo>
                    <a:pt x="195" y="340"/>
                  </a:moveTo>
                  <a:cubicBezTo>
                    <a:pt x="188" y="340"/>
                    <a:pt x="183" y="335"/>
                    <a:pt x="183" y="328"/>
                  </a:cubicBezTo>
                  <a:cubicBezTo>
                    <a:pt x="183" y="251"/>
                    <a:pt x="246" y="187"/>
                    <a:pt x="324" y="187"/>
                  </a:cubicBezTo>
                  <a:cubicBezTo>
                    <a:pt x="331" y="187"/>
                    <a:pt x="337" y="193"/>
                    <a:pt x="337" y="200"/>
                  </a:cubicBezTo>
                  <a:cubicBezTo>
                    <a:pt x="337" y="206"/>
                    <a:pt x="331" y="212"/>
                    <a:pt x="324" y="212"/>
                  </a:cubicBezTo>
                  <a:cubicBezTo>
                    <a:pt x="260" y="212"/>
                    <a:pt x="207" y="264"/>
                    <a:pt x="207" y="328"/>
                  </a:cubicBezTo>
                  <a:cubicBezTo>
                    <a:pt x="207" y="335"/>
                    <a:pt x="202" y="340"/>
                    <a:pt x="195" y="340"/>
                  </a:cubicBezTo>
                  <a:close/>
                  <a:moveTo>
                    <a:pt x="55" y="347"/>
                  </a:moveTo>
                  <a:cubicBezTo>
                    <a:pt x="12" y="347"/>
                    <a:pt x="12" y="347"/>
                    <a:pt x="12" y="347"/>
                  </a:cubicBezTo>
                  <a:cubicBezTo>
                    <a:pt x="5" y="347"/>
                    <a:pt x="0" y="342"/>
                    <a:pt x="0" y="335"/>
                  </a:cubicBezTo>
                  <a:cubicBezTo>
                    <a:pt x="0" y="328"/>
                    <a:pt x="5" y="322"/>
                    <a:pt x="12" y="322"/>
                  </a:cubicBezTo>
                  <a:cubicBezTo>
                    <a:pt x="55" y="322"/>
                    <a:pt x="55" y="322"/>
                    <a:pt x="55" y="322"/>
                  </a:cubicBezTo>
                  <a:cubicBezTo>
                    <a:pt x="62" y="322"/>
                    <a:pt x="67" y="328"/>
                    <a:pt x="67" y="335"/>
                  </a:cubicBezTo>
                  <a:cubicBezTo>
                    <a:pt x="67" y="342"/>
                    <a:pt x="62" y="347"/>
                    <a:pt x="55" y="347"/>
                  </a:cubicBezTo>
                  <a:close/>
                  <a:moveTo>
                    <a:pt x="658" y="347"/>
                  </a:moveTo>
                  <a:cubicBezTo>
                    <a:pt x="615" y="347"/>
                    <a:pt x="615" y="347"/>
                    <a:pt x="615" y="347"/>
                  </a:cubicBezTo>
                  <a:cubicBezTo>
                    <a:pt x="608" y="347"/>
                    <a:pt x="603" y="342"/>
                    <a:pt x="603" y="335"/>
                  </a:cubicBezTo>
                  <a:cubicBezTo>
                    <a:pt x="603" y="328"/>
                    <a:pt x="608" y="322"/>
                    <a:pt x="615" y="322"/>
                  </a:cubicBezTo>
                  <a:cubicBezTo>
                    <a:pt x="658" y="322"/>
                    <a:pt x="658" y="322"/>
                    <a:pt x="658" y="322"/>
                  </a:cubicBezTo>
                  <a:cubicBezTo>
                    <a:pt x="665" y="322"/>
                    <a:pt x="670" y="328"/>
                    <a:pt x="670" y="335"/>
                  </a:cubicBezTo>
                  <a:cubicBezTo>
                    <a:pt x="670" y="342"/>
                    <a:pt x="665" y="347"/>
                    <a:pt x="658" y="347"/>
                  </a:cubicBezTo>
                  <a:close/>
                  <a:moveTo>
                    <a:pt x="335" y="67"/>
                  </a:moveTo>
                  <a:cubicBezTo>
                    <a:pt x="328" y="67"/>
                    <a:pt x="323" y="61"/>
                    <a:pt x="323" y="54"/>
                  </a:cubicBezTo>
                  <a:cubicBezTo>
                    <a:pt x="323" y="12"/>
                    <a:pt x="323" y="12"/>
                    <a:pt x="323" y="12"/>
                  </a:cubicBezTo>
                  <a:cubicBezTo>
                    <a:pt x="323" y="6"/>
                    <a:pt x="328" y="0"/>
                    <a:pt x="335" y="0"/>
                  </a:cubicBezTo>
                  <a:cubicBezTo>
                    <a:pt x="342" y="0"/>
                    <a:pt x="348" y="6"/>
                    <a:pt x="348" y="12"/>
                  </a:cubicBezTo>
                  <a:cubicBezTo>
                    <a:pt x="348" y="55"/>
                    <a:pt x="348" y="55"/>
                    <a:pt x="348" y="55"/>
                  </a:cubicBezTo>
                  <a:cubicBezTo>
                    <a:pt x="348" y="62"/>
                    <a:pt x="342" y="67"/>
                    <a:pt x="335" y="6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7" name="Freeform 26">
              <a:extLst>
                <a:ext uri="{FF2B5EF4-FFF2-40B4-BE49-F238E27FC236}">
                  <a16:creationId xmlns:a16="http://schemas.microsoft.com/office/drawing/2014/main" id="{82ABF580-C63A-431D-9FC7-389A56DD1B6C}"/>
                </a:ext>
              </a:extLst>
            </p:cNvPr>
            <p:cNvSpPr>
              <a:spLocks/>
            </p:cNvSpPr>
            <p:nvPr/>
          </p:nvSpPr>
          <p:spPr bwMode="auto">
            <a:xfrm>
              <a:off x="786" y="966"/>
              <a:ext cx="49" cy="48"/>
            </a:xfrm>
            <a:custGeom>
              <a:avLst/>
              <a:gdLst>
                <a:gd name="T0" fmla="*/ 43 w 57"/>
                <a:gd name="T1" fmla="*/ 56 h 56"/>
                <a:gd name="T2" fmla="*/ 35 w 57"/>
                <a:gd name="T3" fmla="*/ 53 h 56"/>
                <a:gd name="T4" fmla="*/ 5 w 57"/>
                <a:gd name="T5" fmla="*/ 23 h 56"/>
                <a:gd name="T6" fmla="*/ 5 w 57"/>
                <a:gd name="T7" fmla="*/ 5 h 56"/>
                <a:gd name="T8" fmla="*/ 22 w 57"/>
                <a:gd name="T9" fmla="*/ 5 h 56"/>
                <a:gd name="T10" fmla="*/ 52 w 57"/>
                <a:gd name="T11" fmla="*/ 35 h 56"/>
                <a:gd name="T12" fmla="*/ 52 w 57"/>
                <a:gd name="T13" fmla="*/ 53 h 56"/>
                <a:gd name="T14" fmla="*/ 43 w 57"/>
                <a:gd name="T15" fmla="*/ 56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56">
                  <a:moveTo>
                    <a:pt x="43" y="56"/>
                  </a:moveTo>
                  <a:cubicBezTo>
                    <a:pt x="40" y="56"/>
                    <a:pt x="37" y="55"/>
                    <a:pt x="35" y="53"/>
                  </a:cubicBezTo>
                  <a:cubicBezTo>
                    <a:pt x="5" y="23"/>
                    <a:pt x="5" y="23"/>
                    <a:pt x="5" y="23"/>
                  </a:cubicBezTo>
                  <a:cubicBezTo>
                    <a:pt x="0" y="18"/>
                    <a:pt x="0" y="10"/>
                    <a:pt x="5" y="5"/>
                  </a:cubicBezTo>
                  <a:cubicBezTo>
                    <a:pt x="10" y="0"/>
                    <a:pt x="17" y="0"/>
                    <a:pt x="22" y="5"/>
                  </a:cubicBezTo>
                  <a:cubicBezTo>
                    <a:pt x="52" y="35"/>
                    <a:pt x="52" y="35"/>
                    <a:pt x="52" y="35"/>
                  </a:cubicBezTo>
                  <a:cubicBezTo>
                    <a:pt x="57" y="40"/>
                    <a:pt x="57" y="48"/>
                    <a:pt x="52" y="53"/>
                  </a:cubicBezTo>
                  <a:cubicBezTo>
                    <a:pt x="50" y="55"/>
                    <a:pt x="46" y="56"/>
                    <a:pt x="43" y="5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sp>
          <p:nvSpPr>
            <p:cNvPr id="48" name="Freeform 27">
              <a:extLst>
                <a:ext uri="{FF2B5EF4-FFF2-40B4-BE49-F238E27FC236}">
                  <a16:creationId xmlns:a16="http://schemas.microsoft.com/office/drawing/2014/main" id="{911A4C48-066B-489C-A109-9C324CAEB7C1}"/>
                </a:ext>
              </a:extLst>
            </p:cNvPr>
            <p:cNvSpPr>
              <a:spLocks/>
            </p:cNvSpPr>
            <p:nvPr/>
          </p:nvSpPr>
          <p:spPr bwMode="auto">
            <a:xfrm>
              <a:off x="1175" y="966"/>
              <a:ext cx="49" cy="48"/>
            </a:xfrm>
            <a:custGeom>
              <a:avLst/>
              <a:gdLst>
                <a:gd name="T0" fmla="*/ 13 w 57"/>
                <a:gd name="T1" fmla="*/ 56 h 56"/>
                <a:gd name="T2" fmla="*/ 5 w 57"/>
                <a:gd name="T3" fmla="*/ 53 h 56"/>
                <a:gd name="T4" fmla="*/ 5 w 57"/>
                <a:gd name="T5" fmla="*/ 35 h 56"/>
                <a:gd name="T6" fmla="*/ 35 w 57"/>
                <a:gd name="T7" fmla="*/ 5 h 56"/>
                <a:gd name="T8" fmla="*/ 52 w 57"/>
                <a:gd name="T9" fmla="*/ 5 h 56"/>
                <a:gd name="T10" fmla="*/ 52 w 57"/>
                <a:gd name="T11" fmla="*/ 23 h 56"/>
                <a:gd name="T12" fmla="*/ 22 w 57"/>
                <a:gd name="T13" fmla="*/ 53 h 56"/>
                <a:gd name="T14" fmla="*/ 13 w 57"/>
                <a:gd name="T15" fmla="*/ 56 h 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7" h="56">
                  <a:moveTo>
                    <a:pt x="13" y="56"/>
                  </a:moveTo>
                  <a:cubicBezTo>
                    <a:pt x="10" y="56"/>
                    <a:pt x="7" y="55"/>
                    <a:pt x="5" y="53"/>
                  </a:cubicBezTo>
                  <a:cubicBezTo>
                    <a:pt x="0" y="48"/>
                    <a:pt x="0" y="40"/>
                    <a:pt x="5" y="35"/>
                  </a:cubicBezTo>
                  <a:cubicBezTo>
                    <a:pt x="35" y="5"/>
                    <a:pt x="35" y="5"/>
                    <a:pt x="35" y="5"/>
                  </a:cubicBezTo>
                  <a:cubicBezTo>
                    <a:pt x="40" y="0"/>
                    <a:pt x="47" y="0"/>
                    <a:pt x="52" y="5"/>
                  </a:cubicBezTo>
                  <a:cubicBezTo>
                    <a:pt x="57" y="10"/>
                    <a:pt x="57" y="18"/>
                    <a:pt x="52" y="23"/>
                  </a:cubicBezTo>
                  <a:cubicBezTo>
                    <a:pt x="22" y="53"/>
                    <a:pt x="22" y="53"/>
                    <a:pt x="22" y="53"/>
                  </a:cubicBezTo>
                  <a:cubicBezTo>
                    <a:pt x="20" y="55"/>
                    <a:pt x="17" y="56"/>
                    <a:pt x="13" y="5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121920" tIns="60960" rIns="121920" bIns="60960" numCol="1" anchor="t" anchorCtr="0" compatLnSpc="1">
              <a:prstTxWarp prst="textNoShape">
                <a:avLst/>
              </a:prstTxWarp>
            </a:bodyPr>
            <a:lstStyle/>
            <a:p>
              <a:pPr defTabSz="914377"/>
              <a:endParaRPr lang="zh-CN" altLang="en-US">
                <a:solidFill>
                  <a:srgbClr val="000000"/>
                </a:solidFill>
                <a:latin typeface="Calibri Light"/>
                <a:ea typeface="微软雅黑 Light"/>
              </a:endParaRPr>
            </a:p>
          </p:txBody>
        </p:sp>
      </p:grpSp>
      <p:pic>
        <p:nvPicPr>
          <p:cNvPr id="49" name="图片 4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026020" y="80982"/>
            <a:ext cx="1024089" cy="1025799"/>
          </a:xfrm>
          <a:prstGeom prst="rect">
            <a:avLst/>
          </a:prstGeom>
        </p:spPr>
      </p:pic>
    </p:spTree>
    <p:extLst>
      <p:ext uri="{BB962C8B-B14F-4D97-AF65-F5344CB8AC3E}">
        <p14:creationId xmlns:p14="http://schemas.microsoft.com/office/powerpoint/2010/main" val="270366592"/>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4" presetClass="entr" presetSubtype="10" fill="hold" grpId="0" nodeType="after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randombar(horizontal)">
                                      <p:cBhvr>
                                        <p:cTn id="13" dur="500"/>
                                        <p:tgtEl>
                                          <p:spTgt spid="18"/>
                                        </p:tgtEl>
                                      </p:cBhvr>
                                    </p:animEffect>
                                  </p:childTnLst>
                                </p:cTn>
                              </p:par>
                              <p:par>
                                <p:cTn id="14" presetID="16" presetClass="entr" presetSubtype="37" fill="hold"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arn(outVertical)">
                                      <p:cBhvr>
                                        <p:cTn id="16" dur="500"/>
                                        <p:tgtEl>
                                          <p:spTgt spid="19"/>
                                        </p:tgtEl>
                                      </p:cBhvr>
                                    </p:animEffect>
                                  </p:childTnLst>
                                </p:cTn>
                              </p:par>
                            </p:childTnLst>
                          </p:cTn>
                        </p:par>
                        <p:par>
                          <p:cTn id="17" fill="hold">
                            <p:stCondLst>
                              <p:cond delay="1500"/>
                            </p:stCondLst>
                            <p:childTnLst>
                              <p:par>
                                <p:cTn id="18" presetID="26" presetClass="entr" presetSubtype="0" fill="hold" grpId="0" nodeType="after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wipe(down)">
                                      <p:cBhvr>
                                        <p:cTn id="20" dur="580">
                                          <p:stCondLst>
                                            <p:cond delay="0"/>
                                          </p:stCondLst>
                                        </p:cTn>
                                        <p:tgtEl>
                                          <p:spTgt spid="17"/>
                                        </p:tgtEl>
                                      </p:cBhvr>
                                    </p:animEffect>
                                    <p:anim calcmode="lin" valueType="num">
                                      <p:cBhvr>
                                        <p:cTn id="21"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22"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23"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24"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25"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26" dur="26">
                                          <p:stCondLst>
                                            <p:cond delay="650"/>
                                          </p:stCondLst>
                                        </p:cTn>
                                        <p:tgtEl>
                                          <p:spTgt spid="17"/>
                                        </p:tgtEl>
                                      </p:cBhvr>
                                      <p:to x="100000" y="60000"/>
                                    </p:animScale>
                                    <p:animScale>
                                      <p:cBhvr>
                                        <p:cTn id="27" dur="166" decel="50000">
                                          <p:stCondLst>
                                            <p:cond delay="676"/>
                                          </p:stCondLst>
                                        </p:cTn>
                                        <p:tgtEl>
                                          <p:spTgt spid="17"/>
                                        </p:tgtEl>
                                      </p:cBhvr>
                                      <p:to x="100000" y="100000"/>
                                    </p:animScale>
                                    <p:animScale>
                                      <p:cBhvr>
                                        <p:cTn id="28" dur="26">
                                          <p:stCondLst>
                                            <p:cond delay="1312"/>
                                          </p:stCondLst>
                                        </p:cTn>
                                        <p:tgtEl>
                                          <p:spTgt spid="17"/>
                                        </p:tgtEl>
                                      </p:cBhvr>
                                      <p:to x="100000" y="80000"/>
                                    </p:animScale>
                                    <p:animScale>
                                      <p:cBhvr>
                                        <p:cTn id="29" dur="166" decel="50000">
                                          <p:stCondLst>
                                            <p:cond delay="1338"/>
                                          </p:stCondLst>
                                        </p:cTn>
                                        <p:tgtEl>
                                          <p:spTgt spid="17"/>
                                        </p:tgtEl>
                                      </p:cBhvr>
                                      <p:to x="100000" y="100000"/>
                                    </p:animScale>
                                    <p:animScale>
                                      <p:cBhvr>
                                        <p:cTn id="30" dur="26">
                                          <p:stCondLst>
                                            <p:cond delay="1642"/>
                                          </p:stCondLst>
                                        </p:cTn>
                                        <p:tgtEl>
                                          <p:spTgt spid="17"/>
                                        </p:tgtEl>
                                      </p:cBhvr>
                                      <p:to x="100000" y="90000"/>
                                    </p:animScale>
                                    <p:animScale>
                                      <p:cBhvr>
                                        <p:cTn id="31" dur="166" decel="50000">
                                          <p:stCondLst>
                                            <p:cond delay="1668"/>
                                          </p:stCondLst>
                                        </p:cTn>
                                        <p:tgtEl>
                                          <p:spTgt spid="17"/>
                                        </p:tgtEl>
                                      </p:cBhvr>
                                      <p:to x="100000" y="100000"/>
                                    </p:animScale>
                                    <p:animScale>
                                      <p:cBhvr>
                                        <p:cTn id="32" dur="26">
                                          <p:stCondLst>
                                            <p:cond delay="1808"/>
                                          </p:stCondLst>
                                        </p:cTn>
                                        <p:tgtEl>
                                          <p:spTgt spid="17"/>
                                        </p:tgtEl>
                                      </p:cBhvr>
                                      <p:to x="100000" y="95000"/>
                                    </p:animScale>
                                    <p:animScale>
                                      <p:cBhvr>
                                        <p:cTn id="33" dur="166" decel="50000">
                                          <p:stCondLst>
                                            <p:cond delay="1834"/>
                                          </p:stCondLst>
                                        </p:cTn>
                                        <p:tgtEl>
                                          <p:spTgt spid="17"/>
                                        </p:tgtEl>
                                      </p:cBhvr>
                                      <p:to x="100000" y="100000"/>
                                    </p:animScale>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1000"/>
                                        <p:tgtEl>
                                          <p:spTgt spid="26"/>
                                        </p:tgtEl>
                                      </p:cBhvr>
                                    </p:animEffect>
                                    <p:anim calcmode="lin" valueType="num">
                                      <p:cBhvr>
                                        <p:cTn id="38" dur="1000" fill="hold"/>
                                        <p:tgtEl>
                                          <p:spTgt spid="26"/>
                                        </p:tgtEl>
                                        <p:attrNameLst>
                                          <p:attrName>ppt_x</p:attrName>
                                        </p:attrNameLst>
                                      </p:cBhvr>
                                      <p:tavLst>
                                        <p:tav tm="0">
                                          <p:val>
                                            <p:strVal val="#ppt_x"/>
                                          </p:val>
                                        </p:tav>
                                        <p:tav tm="100000">
                                          <p:val>
                                            <p:strVal val="#ppt_x"/>
                                          </p:val>
                                        </p:tav>
                                      </p:tavLst>
                                    </p:anim>
                                    <p:anim calcmode="lin" valueType="num">
                                      <p:cBhvr>
                                        <p:cTn id="39" dur="1000" fill="hold"/>
                                        <p:tgtEl>
                                          <p:spTgt spid="26"/>
                                        </p:tgtEl>
                                        <p:attrNameLst>
                                          <p:attrName>ppt_y</p:attrName>
                                        </p:attrNameLst>
                                      </p:cBhvr>
                                      <p:tavLst>
                                        <p:tav tm="0">
                                          <p:val>
                                            <p:strVal val="#ppt_y+.1"/>
                                          </p:val>
                                        </p:tav>
                                        <p:tav tm="100000">
                                          <p:val>
                                            <p:strVal val="#ppt_y"/>
                                          </p:val>
                                        </p:tav>
                                      </p:tavLst>
                                    </p:anim>
                                  </p:childTnLst>
                                </p:cTn>
                              </p:par>
                            </p:childTnLst>
                          </p:cTn>
                        </p:par>
                        <p:par>
                          <p:cTn id="40" fill="hold">
                            <p:stCondLst>
                              <p:cond delay="4500"/>
                            </p:stCondLst>
                            <p:childTnLst>
                              <p:par>
                                <p:cTn id="41" presetID="14" presetClass="entr" presetSubtype="10" fill="hold" grpId="0" nodeType="after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randombar(horizontal)">
                                      <p:cBhvr>
                                        <p:cTn id="43" dur="500"/>
                                        <p:tgtEl>
                                          <p:spTgt spid="21"/>
                                        </p:tgtEl>
                                      </p:cBhvr>
                                    </p:animEffect>
                                  </p:childTnLst>
                                </p:cTn>
                              </p:par>
                              <p:par>
                                <p:cTn id="44" presetID="16" presetClass="entr" presetSubtype="37" fill="hold"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barn(outVertical)">
                                      <p:cBhvr>
                                        <p:cTn id="46" dur="500"/>
                                        <p:tgtEl>
                                          <p:spTgt spid="22"/>
                                        </p:tgtEl>
                                      </p:cBhvr>
                                    </p:animEffect>
                                  </p:childTnLst>
                                </p:cTn>
                              </p:par>
                            </p:childTnLst>
                          </p:cTn>
                        </p:par>
                        <p:par>
                          <p:cTn id="47" fill="hold">
                            <p:stCondLst>
                              <p:cond delay="5000"/>
                            </p:stCondLst>
                            <p:childTnLst>
                              <p:par>
                                <p:cTn id="48" presetID="26" presetClass="entr" presetSubtype="0" fill="hold" grpId="0" nodeType="after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down)">
                                      <p:cBhvr>
                                        <p:cTn id="50" dur="580">
                                          <p:stCondLst>
                                            <p:cond delay="0"/>
                                          </p:stCondLst>
                                        </p:cTn>
                                        <p:tgtEl>
                                          <p:spTgt spid="20"/>
                                        </p:tgtEl>
                                      </p:cBhvr>
                                    </p:animEffect>
                                    <p:anim calcmode="lin" valueType="num">
                                      <p:cBhvr>
                                        <p:cTn id="51" dur="1822"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52" dur="664"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53" dur="664" tmFilter="0, 0; 0.125,0.2665; 0.25,0.4; 0.375,0.465; 0.5,0.5;  0.625,0.535; 0.75,0.6; 0.875,0.7335; 1,1">
                                          <p:stCondLst>
                                            <p:cond delay="664"/>
                                          </p:stCondLst>
                                        </p:cTn>
                                        <p:tgtEl>
                                          <p:spTgt spid="20"/>
                                        </p:tgtEl>
                                        <p:attrNameLst>
                                          <p:attrName>ppt_y</p:attrName>
                                        </p:attrNameLst>
                                      </p:cBhvr>
                                      <p:tavLst>
                                        <p:tav tm="0" fmla="#ppt_y-sin(pi*$)/9">
                                          <p:val>
                                            <p:fltVal val="0"/>
                                          </p:val>
                                        </p:tav>
                                        <p:tav tm="100000">
                                          <p:val>
                                            <p:fltVal val="1"/>
                                          </p:val>
                                        </p:tav>
                                      </p:tavLst>
                                    </p:anim>
                                    <p:anim calcmode="lin" valueType="num">
                                      <p:cBhvr>
                                        <p:cTn id="54" dur="332" tmFilter="0, 0; 0.125,0.2665; 0.25,0.4; 0.375,0.465; 0.5,0.5;  0.625,0.535; 0.75,0.6; 0.875,0.7335; 1,1">
                                          <p:stCondLst>
                                            <p:cond delay="1324"/>
                                          </p:stCondLst>
                                        </p:cTn>
                                        <p:tgtEl>
                                          <p:spTgt spid="20"/>
                                        </p:tgtEl>
                                        <p:attrNameLst>
                                          <p:attrName>ppt_y</p:attrName>
                                        </p:attrNameLst>
                                      </p:cBhvr>
                                      <p:tavLst>
                                        <p:tav tm="0" fmla="#ppt_y-sin(pi*$)/27">
                                          <p:val>
                                            <p:fltVal val="0"/>
                                          </p:val>
                                        </p:tav>
                                        <p:tav tm="100000">
                                          <p:val>
                                            <p:fltVal val="1"/>
                                          </p:val>
                                        </p:tav>
                                      </p:tavLst>
                                    </p:anim>
                                    <p:anim calcmode="lin" valueType="num">
                                      <p:cBhvr>
                                        <p:cTn id="55" dur="164" tmFilter="0, 0; 0.125,0.2665; 0.25,0.4; 0.375,0.465; 0.5,0.5;  0.625,0.535; 0.75,0.6; 0.875,0.7335; 1,1">
                                          <p:stCondLst>
                                            <p:cond delay="1656"/>
                                          </p:stCondLst>
                                        </p:cTn>
                                        <p:tgtEl>
                                          <p:spTgt spid="20"/>
                                        </p:tgtEl>
                                        <p:attrNameLst>
                                          <p:attrName>ppt_y</p:attrName>
                                        </p:attrNameLst>
                                      </p:cBhvr>
                                      <p:tavLst>
                                        <p:tav tm="0" fmla="#ppt_y-sin(pi*$)/81">
                                          <p:val>
                                            <p:fltVal val="0"/>
                                          </p:val>
                                        </p:tav>
                                        <p:tav tm="100000">
                                          <p:val>
                                            <p:fltVal val="1"/>
                                          </p:val>
                                        </p:tav>
                                      </p:tavLst>
                                    </p:anim>
                                    <p:animScale>
                                      <p:cBhvr>
                                        <p:cTn id="56" dur="26">
                                          <p:stCondLst>
                                            <p:cond delay="650"/>
                                          </p:stCondLst>
                                        </p:cTn>
                                        <p:tgtEl>
                                          <p:spTgt spid="20"/>
                                        </p:tgtEl>
                                      </p:cBhvr>
                                      <p:to x="100000" y="60000"/>
                                    </p:animScale>
                                    <p:animScale>
                                      <p:cBhvr>
                                        <p:cTn id="57" dur="166" decel="50000">
                                          <p:stCondLst>
                                            <p:cond delay="676"/>
                                          </p:stCondLst>
                                        </p:cTn>
                                        <p:tgtEl>
                                          <p:spTgt spid="20"/>
                                        </p:tgtEl>
                                      </p:cBhvr>
                                      <p:to x="100000" y="100000"/>
                                    </p:animScale>
                                    <p:animScale>
                                      <p:cBhvr>
                                        <p:cTn id="58" dur="26">
                                          <p:stCondLst>
                                            <p:cond delay="1312"/>
                                          </p:stCondLst>
                                        </p:cTn>
                                        <p:tgtEl>
                                          <p:spTgt spid="20"/>
                                        </p:tgtEl>
                                      </p:cBhvr>
                                      <p:to x="100000" y="80000"/>
                                    </p:animScale>
                                    <p:animScale>
                                      <p:cBhvr>
                                        <p:cTn id="59" dur="166" decel="50000">
                                          <p:stCondLst>
                                            <p:cond delay="1338"/>
                                          </p:stCondLst>
                                        </p:cTn>
                                        <p:tgtEl>
                                          <p:spTgt spid="20"/>
                                        </p:tgtEl>
                                      </p:cBhvr>
                                      <p:to x="100000" y="100000"/>
                                    </p:animScale>
                                    <p:animScale>
                                      <p:cBhvr>
                                        <p:cTn id="60" dur="26">
                                          <p:stCondLst>
                                            <p:cond delay="1642"/>
                                          </p:stCondLst>
                                        </p:cTn>
                                        <p:tgtEl>
                                          <p:spTgt spid="20"/>
                                        </p:tgtEl>
                                      </p:cBhvr>
                                      <p:to x="100000" y="90000"/>
                                    </p:animScale>
                                    <p:animScale>
                                      <p:cBhvr>
                                        <p:cTn id="61" dur="166" decel="50000">
                                          <p:stCondLst>
                                            <p:cond delay="1668"/>
                                          </p:stCondLst>
                                        </p:cTn>
                                        <p:tgtEl>
                                          <p:spTgt spid="20"/>
                                        </p:tgtEl>
                                      </p:cBhvr>
                                      <p:to x="100000" y="100000"/>
                                    </p:animScale>
                                    <p:animScale>
                                      <p:cBhvr>
                                        <p:cTn id="62" dur="26">
                                          <p:stCondLst>
                                            <p:cond delay="1808"/>
                                          </p:stCondLst>
                                        </p:cTn>
                                        <p:tgtEl>
                                          <p:spTgt spid="20"/>
                                        </p:tgtEl>
                                      </p:cBhvr>
                                      <p:to x="100000" y="95000"/>
                                    </p:animScale>
                                    <p:animScale>
                                      <p:cBhvr>
                                        <p:cTn id="63" dur="166" decel="50000">
                                          <p:stCondLst>
                                            <p:cond delay="1834"/>
                                          </p:stCondLst>
                                        </p:cTn>
                                        <p:tgtEl>
                                          <p:spTgt spid="20"/>
                                        </p:tgtEl>
                                      </p:cBhvr>
                                      <p:to x="100000" y="100000"/>
                                    </p:animScale>
                                  </p:childTnLst>
                                </p:cTn>
                              </p:par>
                            </p:childTnLst>
                          </p:cTn>
                        </p:par>
                        <p:par>
                          <p:cTn id="64" fill="hold">
                            <p:stCondLst>
                              <p:cond delay="7000"/>
                            </p:stCondLst>
                            <p:childTnLst>
                              <p:par>
                                <p:cTn id="65" presetID="42" presetClass="entr" presetSubtype="0" fill="hold" nodeType="after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1000"/>
                                        <p:tgtEl>
                                          <p:spTgt spid="11"/>
                                        </p:tgtEl>
                                      </p:cBhvr>
                                    </p:animEffect>
                                    <p:anim calcmode="lin" valueType="num">
                                      <p:cBhvr>
                                        <p:cTn id="68" dur="1000" fill="hold"/>
                                        <p:tgtEl>
                                          <p:spTgt spid="11"/>
                                        </p:tgtEl>
                                        <p:attrNameLst>
                                          <p:attrName>ppt_x</p:attrName>
                                        </p:attrNameLst>
                                      </p:cBhvr>
                                      <p:tavLst>
                                        <p:tav tm="0">
                                          <p:val>
                                            <p:strVal val="#ppt_x"/>
                                          </p:val>
                                        </p:tav>
                                        <p:tav tm="100000">
                                          <p:val>
                                            <p:strVal val="#ppt_x"/>
                                          </p:val>
                                        </p:tav>
                                      </p:tavLst>
                                    </p:anim>
                                    <p:anim calcmode="lin" valueType="num">
                                      <p:cBhvr>
                                        <p:cTn id="69" dur="1000" fill="hold"/>
                                        <p:tgtEl>
                                          <p:spTgt spid="11"/>
                                        </p:tgtEl>
                                        <p:attrNameLst>
                                          <p:attrName>ppt_y</p:attrName>
                                        </p:attrNameLst>
                                      </p:cBhvr>
                                      <p:tavLst>
                                        <p:tav tm="0">
                                          <p:val>
                                            <p:strVal val="#ppt_y+.1"/>
                                          </p:val>
                                        </p:tav>
                                        <p:tav tm="100000">
                                          <p:val>
                                            <p:strVal val="#ppt_y"/>
                                          </p:val>
                                        </p:tav>
                                      </p:tavLst>
                                    </p:anim>
                                  </p:childTnLst>
                                </p:cTn>
                              </p:par>
                            </p:childTnLst>
                          </p:cTn>
                        </p:par>
                        <p:par>
                          <p:cTn id="70" fill="hold">
                            <p:stCondLst>
                              <p:cond delay="8000"/>
                            </p:stCondLst>
                            <p:childTnLst>
                              <p:par>
                                <p:cTn id="71" presetID="14" presetClass="entr" presetSubtype="10" fill="hold" grpId="0"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randombar(horizontal)">
                                      <p:cBhvr>
                                        <p:cTn id="73" dur="500"/>
                                        <p:tgtEl>
                                          <p:spTgt spid="24"/>
                                        </p:tgtEl>
                                      </p:cBhvr>
                                    </p:animEffect>
                                  </p:childTnLst>
                                </p:cTn>
                              </p:par>
                              <p:par>
                                <p:cTn id="74" presetID="16" presetClass="entr" presetSubtype="37" fill="hold"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barn(outVertical)">
                                      <p:cBhvr>
                                        <p:cTn id="76" dur="500"/>
                                        <p:tgtEl>
                                          <p:spTgt spid="25"/>
                                        </p:tgtEl>
                                      </p:cBhvr>
                                    </p:animEffect>
                                  </p:childTnLst>
                                </p:cTn>
                              </p:par>
                            </p:childTnLst>
                          </p:cTn>
                        </p:par>
                        <p:par>
                          <p:cTn id="77" fill="hold">
                            <p:stCondLst>
                              <p:cond delay="8500"/>
                            </p:stCondLst>
                            <p:childTnLst>
                              <p:par>
                                <p:cTn id="78" presetID="26" presetClass="entr" presetSubtype="0" fill="hold" grpId="0" nodeType="afterEffect">
                                  <p:stCondLst>
                                    <p:cond delay="0"/>
                                  </p:stCondLst>
                                  <p:childTnLst>
                                    <p:set>
                                      <p:cBhvr>
                                        <p:cTn id="79" dur="1" fill="hold">
                                          <p:stCondLst>
                                            <p:cond delay="0"/>
                                          </p:stCondLst>
                                        </p:cTn>
                                        <p:tgtEl>
                                          <p:spTgt spid="23"/>
                                        </p:tgtEl>
                                        <p:attrNameLst>
                                          <p:attrName>style.visibility</p:attrName>
                                        </p:attrNameLst>
                                      </p:cBhvr>
                                      <p:to>
                                        <p:strVal val="visible"/>
                                      </p:to>
                                    </p:set>
                                    <p:animEffect transition="in" filter="wipe(down)">
                                      <p:cBhvr>
                                        <p:cTn id="80" dur="580">
                                          <p:stCondLst>
                                            <p:cond delay="0"/>
                                          </p:stCondLst>
                                        </p:cTn>
                                        <p:tgtEl>
                                          <p:spTgt spid="23"/>
                                        </p:tgtEl>
                                      </p:cBhvr>
                                    </p:animEffect>
                                    <p:anim calcmode="lin" valueType="num">
                                      <p:cBhvr>
                                        <p:cTn id="81" dur="1822" tmFilter="0,0; 0.14,0.36; 0.43,0.73; 0.71,0.91; 1.0,1.0">
                                          <p:stCondLst>
                                            <p:cond delay="0"/>
                                          </p:stCondLst>
                                        </p:cTn>
                                        <p:tgtEl>
                                          <p:spTgt spid="23"/>
                                        </p:tgtEl>
                                        <p:attrNameLst>
                                          <p:attrName>ppt_x</p:attrName>
                                        </p:attrNameLst>
                                      </p:cBhvr>
                                      <p:tavLst>
                                        <p:tav tm="0">
                                          <p:val>
                                            <p:strVal val="#ppt_x-0.25"/>
                                          </p:val>
                                        </p:tav>
                                        <p:tav tm="100000">
                                          <p:val>
                                            <p:strVal val="#ppt_x"/>
                                          </p:val>
                                        </p:tav>
                                      </p:tavLst>
                                    </p:anim>
                                    <p:anim calcmode="lin" valueType="num">
                                      <p:cBhvr>
                                        <p:cTn id="82" dur="664" tmFilter="0.0,0.0; 0.25,0.07; 0.50,0.2; 0.75,0.467; 1.0,1.0">
                                          <p:stCondLst>
                                            <p:cond delay="0"/>
                                          </p:stCondLst>
                                        </p:cTn>
                                        <p:tgtEl>
                                          <p:spTgt spid="23"/>
                                        </p:tgtEl>
                                        <p:attrNameLst>
                                          <p:attrName>ppt_y</p:attrName>
                                        </p:attrNameLst>
                                      </p:cBhvr>
                                      <p:tavLst>
                                        <p:tav tm="0" fmla="#ppt_y-sin(pi*$)/3">
                                          <p:val>
                                            <p:fltVal val="0.5"/>
                                          </p:val>
                                        </p:tav>
                                        <p:tav tm="100000">
                                          <p:val>
                                            <p:fltVal val="1"/>
                                          </p:val>
                                        </p:tav>
                                      </p:tavLst>
                                    </p:anim>
                                    <p:anim calcmode="lin" valueType="num">
                                      <p:cBhvr>
                                        <p:cTn id="83" dur="664" tmFilter="0, 0; 0.125,0.2665; 0.25,0.4; 0.375,0.465; 0.5,0.5;  0.625,0.535; 0.75,0.6; 0.875,0.7335; 1,1">
                                          <p:stCondLst>
                                            <p:cond delay="664"/>
                                          </p:stCondLst>
                                        </p:cTn>
                                        <p:tgtEl>
                                          <p:spTgt spid="23"/>
                                        </p:tgtEl>
                                        <p:attrNameLst>
                                          <p:attrName>ppt_y</p:attrName>
                                        </p:attrNameLst>
                                      </p:cBhvr>
                                      <p:tavLst>
                                        <p:tav tm="0" fmla="#ppt_y-sin(pi*$)/9">
                                          <p:val>
                                            <p:fltVal val="0"/>
                                          </p:val>
                                        </p:tav>
                                        <p:tav tm="100000">
                                          <p:val>
                                            <p:fltVal val="1"/>
                                          </p:val>
                                        </p:tav>
                                      </p:tavLst>
                                    </p:anim>
                                    <p:anim calcmode="lin" valueType="num">
                                      <p:cBhvr>
                                        <p:cTn id="84" dur="332" tmFilter="0, 0; 0.125,0.2665; 0.25,0.4; 0.375,0.465; 0.5,0.5;  0.625,0.535; 0.75,0.6; 0.875,0.7335; 1,1">
                                          <p:stCondLst>
                                            <p:cond delay="1324"/>
                                          </p:stCondLst>
                                        </p:cTn>
                                        <p:tgtEl>
                                          <p:spTgt spid="23"/>
                                        </p:tgtEl>
                                        <p:attrNameLst>
                                          <p:attrName>ppt_y</p:attrName>
                                        </p:attrNameLst>
                                      </p:cBhvr>
                                      <p:tavLst>
                                        <p:tav tm="0" fmla="#ppt_y-sin(pi*$)/27">
                                          <p:val>
                                            <p:fltVal val="0"/>
                                          </p:val>
                                        </p:tav>
                                        <p:tav tm="100000">
                                          <p:val>
                                            <p:fltVal val="1"/>
                                          </p:val>
                                        </p:tav>
                                      </p:tavLst>
                                    </p:anim>
                                    <p:anim calcmode="lin" valueType="num">
                                      <p:cBhvr>
                                        <p:cTn id="85" dur="164" tmFilter="0, 0; 0.125,0.2665; 0.25,0.4; 0.375,0.465; 0.5,0.5;  0.625,0.535; 0.75,0.6; 0.875,0.7335; 1,1">
                                          <p:stCondLst>
                                            <p:cond delay="1656"/>
                                          </p:stCondLst>
                                        </p:cTn>
                                        <p:tgtEl>
                                          <p:spTgt spid="23"/>
                                        </p:tgtEl>
                                        <p:attrNameLst>
                                          <p:attrName>ppt_y</p:attrName>
                                        </p:attrNameLst>
                                      </p:cBhvr>
                                      <p:tavLst>
                                        <p:tav tm="0" fmla="#ppt_y-sin(pi*$)/81">
                                          <p:val>
                                            <p:fltVal val="0"/>
                                          </p:val>
                                        </p:tav>
                                        <p:tav tm="100000">
                                          <p:val>
                                            <p:fltVal val="1"/>
                                          </p:val>
                                        </p:tav>
                                      </p:tavLst>
                                    </p:anim>
                                    <p:animScale>
                                      <p:cBhvr>
                                        <p:cTn id="86" dur="26">
                                          <p:stCondLst>
                                            <p:cond delay="650"/>
                                          </p:stCondLst>
                                        </p:cTn>
                                        <p:tgtEl>
                                          <p:spTgt spid="23"/>
                                        </p:tgtEl>
                                      </p:cBhvr>
                                      <p:to x="100000" y="60000"/>
                                    </p:animScale>
                                    <p:animScale>
                                      <p:cBhvr>
                                        <p:cTn id="87" dur="166" decel="50000">
                                          <p:stCondLst>
                                            <p:cond delay="676"/>
                                          </p:stCondLst>
                                        </p:cTn>
                                        <p:tgtEl>
                                          <p:spTgt spid="23"/>
                                        </p:tgtEl>
                                      </p:cBhvr>
                                      <p:to x="100000" y="100000"/>
                                    </p:animScale>
                                    <p:animScale>
                                      <p:cBhvr>
                                        <p:cTn id="88" dur="26">
                                          <p:stCondLst>
                                            <p:cond delay="1312"/>
                                          </p:stCondLst>
                                        </p:cTn>
                                        <p:tgtEl>
                                          <p:spTgt spid="23"/>
                                        </p:tgtEl>
                                      </p:cBhvr>
                                      <p:to x="100000" y="80000"/>
                                    </p:animScale>
                                    <p:animScale>
                                      <p:cBhvr>
                                        <p:cTn id="89" dur="166" decel="50000">
                                          <p:stCondLst>
                                            <p:cond delay="1338"/>
                                          </p:stCondLst>
                                        </p:cTn>
                                        <p:tgtEl>
                                          <p:spTgt spid="23"/>
                                        </p:tgtEl>
                                      </p:cBhvr>
                                      <p:to x="100000" y="100000"/>
                                    </p:animScale>
                                    <p:animScale>
                                      <p:cBhvr>
                                        <p:cTn id="90" dur="26">
                                          <p:stCondLst>
                                            <p:cond delay="1642"/>
                                          </p:stCondLst>
                                        </p:cTn>
                                        <p:tgtEl>
                                          <p:spTgt spid="23"/>
                                        </p:tgtEl>
                                      </p:cBhvr>
                                      <p:to x="100000" y="90000"/>
                                    </p:animScale>
                                    <p:animScale>
                                      <p:cBhvr>
                                        <p:cTn id="91" dur="166" decel="50000">
                                          <p:stCondLst>
                                            <p:cond delay="1668"/>
                                          </p:stCondLst>
                                        </p:cTn>
                                        <p:tgtEl>
                                          <p:spTgt spid="23"/>
                                        </p:tgtEl>
                                      </p:cBhvr>
                                      <p:to x="100000" y="100000"/>
                                    </p:animScale>
                                    <p:animScale>
                                      <p:cBhvr>
                                        <p:cTn id="92" dur="26">
                                          <p:stCondLst>
                                            <p:cond delay="1808"/>
                                          </p:stCondLst>
                                        </p:cTn>
                                        <p:tgtEl>
                                          <p:spTgt spid="23"/>
                                        </p:tgtEl>
                                      </p:cBhvr>
                                      <p:to x="100000" y="95000"/>
                                    </p:animScale>
                                    <p:animScale>
                                      <p:cBhvr>
                                        <p:cTn id="93" dur="166" decel="50000">
                                          <p:stCondLst>
                                            <p:cond delay="1834"/>
                                          </p:stCondLst>
                                        </p:cTn>
                                        <p:tgtEl>
                                          <p:spTgt spid="23"/>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P spid="21" grpId="0"/>
      <p:bldP spid="23" grpId="0"/>
      <p:bldP spid="2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BE5E0FA-3DFC-4164-8712-8993B5A1BDE7}"/>
              </a:ext>
            </a:extLst>
          </p:cNvPr>
          <p:cNvGrpSpPr/>
          <p:nvPr/>
        </p:nvGrpSpPr>
        <p:grpSpPr>
          <a:xfrm>
            <a:off x="0" y="1395413"/>
            <a:ext cx="12192000" cy="4392612"/>
            <a:chOff x="0" y="1395413"/>
            <a:chExt cx="12192000" cy="4392612"/>
          </a:xfrm>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5DA2"/>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B0A26906-AE60-40D2-8C87-949BF8255D0E}"/>
              </a:ext>
            </a:extLst>
          </p:cNvPr>
          <p:cNvSpPr txBox="1"/>
          <p:nvPr/>
        </p:nvSpPr>
        <p:spPr>
          <a:xfrm>
            <a:off x="1106396" y="1908176"/>
            <a:ext cx="1478290" cy="31547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2</a:t>
            </a:r>
            <a:endParaRPr kumimoji="0" lang="zh-CN" altLang="en-US"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5255F36E-6EFB-43A9-BB90-0BC2840ADB2D}"/>
              </a:ext>
            </a:extLst>
          </p:cNvPr>
          <p:cNvSpPr txBox="1"/>
          <p:nvPr/>
        </p:nvSpPr>
        <p:spPr>
          <a:xfrm>
            <a:off x="2846861" y="3598452"/>
            <a:ext cx="4410383" cy="5025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One needs 3 things to be truly happy living in the </a:t>
            </a:r>
            <a:r>
              <a:rPr kumimoji="0" lang="en-US" altLang="zh-CN" sz="1333" b="0" i="0" u="none" strike="noStrike" kern="1200" cap="none" spc="0" normalizeH="0" baseline="0" noProof="0" dirty="0" err="1">
                <a:ln>
                  <a:noFill/>
                </a:ln>
                <a:solidFill>
                  <a:prstClr val="white"/>
                </a:solidFill>
                <a:effectLst/>
                <a:uLnTx/>
                <a:uFillTx/>
                <a:latin typeface="Calibri Light" panose="020F0302020204030204" pitchFamily="34" charset="0"/>
                <a:ea typeface="等线" panose="02010600030101010101" pitchFamily="2" charset="-122"/>
                <a:cs typeface="+mn-cs"/>
              </a:rPr>
              <a:t>worl</a:t>
            </a: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 needs 3 things to be truly happy</a:t>
            </a:r>
            <a:endParaRPr kumimoji="0" lang="zh-CN" altLang="en-US"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7ADB3DBB-7273-448D-A338-7792C31A338C}"/>
              </a:ext>
            </a:extLst>
          </p:cNvPr>
          <p:cNvSpPr txBox="1"/>
          <p:nvPr/>
        </p:nvSpPr>
        <p:spPr>
          <a:xfrm>
            <a:off x="2846862" y="2668383"/>
            <a:ext cx="2476903" cy="769441"/>
          </a:xfrm>
          <a:prstGeom prst="rect">
            <a:avLst/>
          </a:prstGeom>
          <a:noFill/>
        </p:spPr>
        <p:txBody>
          <a:bodyPr wrap="square" rtlCol="0">
            <a:spAutoFit/>
          </a:bodyPr>
          <a:lstStyle/>
          <a:p>
            <a:pPr lvl="0"/>
            <a:r>
              <a:rPr lang="zh-CN" altLang="en-US" sz="4400" dirty="0">
                <a:solidFill>
                  <a:prstClr val="white"/>
                </a:solidFill>
                <a:latin typeface="华康俪金黑W8" panose="020B0809000000000000" pitchFamily="49" charset="-122"/>
                <a:ea typeface="华康俪金黑W8" panose="020B0809000000000000" pitchFamily="49" charset="-122"/>
              </a:rPr>
              <a:t>研究方法</a:t>
            </a: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13A26355-50C4-4371-8ED6-C726847550A2}"/>
              </a:ext>
            </a:extLst>
          </p:cNvPr>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6C9D0C74-BBBE-423C-945F-1C1159608125}"/>
              </a:ext>
            </a:extLst>
          </p:cNvPr>
          <p:cNvSpPr>
            <a:spLocks/>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06847210"/>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43E4671-6A39-4F05-B778-34DD058E1CC8}"/>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02</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研究思路</a:t>
            </a:r>
          </a:p>
        </p:txBody>
      </p:sp>
      <p:sp>
        <p:nvSpPr>
          <p:cNvPr id="51" name="矩形 5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91704B6-0AE0-49B6-BE5C-E629CC9CAA43}"/>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2" name="矩形 5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44CD062-96F5-403A-8D7D-5D848189AD56}"/>
              </a:ext>
            </a:extLst>
          </p:cNvPr>
          <p:cNvSpPr/>
          <p:nvPr/>
        </p:nvSpPr>
        <p:spPr>
          <a:xfrm rot="5400000">
            <a:off x="39309" y="1167608"/>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53" name="矩形 5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3AAF19F-CB75-4C23-9211-105AF6E5BD54}"/>
              </a:ext>
            </a:extLst>
          </p:cNvPr>
          <p:cNvSpPr/>
          <p:nvPr/>
        </p:nvSpPr>
        <p:spPr>
          <a:xfrm rot="5400000">
            <a:off x="-114578" y="2209130"/>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54" name="矩形 5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A7EB02-1C29-448A-B0D4-1CB8DDACD692}"/>
              </a:ext>
            </a:extLst>
          </p:cNvPr>
          <p:cNvSpPr/>
          <p:nvPr/>
        </p:nvSpPr>
        <p:spPr>
          <a:xfrm rot="5400000">
            <a:off x="-114578" y="3293132"/>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55" name="矩形 5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D1C3AA6-4A80-4006-AB2E-77150C271462}"/>
              </a:ext>
            </a:extLst>
          </p:cNvPr>
          <p:cNvSpPr/>
          <p:nvPr/>
        </p:nvSpPr>
        <p:spPr>
          <a:xfrm rot="5400000">
            <a:off x="-114579" y="4307403"/>
            <a:ext cx="800220"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56" name="矩形 5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DAC3C3-AC28-419F-8BF8-2944155C5D5B}"/>
              </a:ext>
            </a:extLst>
          </p:cNvPr>
          <p:cNvSpPr/>
          <p:nvPr/>
        </p:nvSpPr>
        <p:spPr>
          <a:xfrm rot="5400000">
            <a:off x="-114577" y="5166986"/>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57" name="矩形 5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19CFE2-D26A-4ACD-BEB8-9CA4090EE5AC}"/>
              </a:ext>
            </a:extLst>
          </p:cNvPr>
          <p:cNvSpPr/>
          <p:nvPr/>
        </p:nvSpPr>
        <p:spPr>
          <a:xfrm>
            <a:off x="525342" y="2018452"/>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58" name="Freeform 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05D31AAB-C1F0-4BBA-8172-49C8AE9694DB}"/>
              </a:ext>
            </a:extLst>
          </p:cNvPr>
          <p:cNvSpPr/>
          <p:nvPr/>
        </p:nvSpPr>
        <p:spPr>
          <a:xfrm>
            <a:off x="4636392" y="3911841"/>
            <a:ext cx="1884937" cy="1625144"/>
          </a:xfrm>
          <a:custGeom>
            <a:avLst/>
            <a:gdLst>
              <a:gd name="connsiteX0" fmla="*/ 0 w 1884937"/>
              <a:gd name="connsiteY0" fmla="*/ 812572 h 1625144"/>
              <a:gd name="connsiteX1" fmla="*/ 406286 w 1884937"/>
              <a:gd name="connsiteY1" fmla="*/ 0 h 1625144"/>
              <a:gd name="connsiteX2" fmla="*/ 1478651 w 1884937"/>
              <a:gd name="connsiteY2" fmla="*/ 0 h 1625144"/>
              <a:gd name="connsiteX3" fmla="*/ 1884937 w 1884937"/>
              <a:gd name="connsiteY3" fmla="*/ 812572 h 1625144"/>
              <a:gd name="connsiteX4" fmla="*/ 1478651 w 1884937"/>
              <a:gd name="connsiteY4" fmla="*/ 1625144 h 1625144"/>
              <a:gd name="connsiteX5" fmla="*/ 406286 w 1884937"/>
              <a:gd name="connsiteY5" fmla="*/ 1625144 h 1625144"/>
              <a:gd name="connsiteX6" fmla="*/ 0 w 1884937"/>
              <a:gd name="connsiteY6" fmla="*/ 812572 h 162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4937" h="1625144">
                <a:moveTo>
                  <a:pt x="0" y="812572"/>
                </a:moveTo>
                <a:lnTo>
                  <a:pt x="406286" y="0"/>
                </a:lnTo>
                <a:lnTo>
                  <a:pt x="1478651" y="0"/>
                </a:lnTo>
                <a:lnTo>
                  <a:pt x="1884937" y="812572"/>
                </a:lnTo>
                <a:lnTo>
                  <a:pt x="1478651" y="1625144"/>
                </a:lnTo>
                <a:lnTo>
                  <a:pt x="406286" y="1625144"/>
                </a:lnTo>
                <a:lnTo>
                  <a:pt x="0" y="812572"/>
                </a:lnTo>
                <a:close/>
              </a:path>
            </a:pathLst>
          </a:cu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E0520"/>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59" name="Freeform 1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9F30F0C-BE08-415D-8D1B-B137F290C5A3}"/>
              </a:ext>
            </a:extLst>
          </p:cNvPr>
          <p:cNvSpPr/>
          <p:nvPr/>
        </p:nvSpPr>
        <p:spPr>
          <a:xfrm>
            <a:off x="6147337" y="3077859"/>
            <a:ext cx="1884937" cy="1625144"/>
          </a:xfrm>
          <a:custGeom>
            <a:avLst/>
            <a:gdLst>
              <a:gd name="connsiteX0" fmla="*/ 0 w 1884937"/>
              <a:gd name="connsiteY0" fmla="*/ 812572 h 1625144"/>
              <a:gd name="connsiteX1" fmla="*/ 406286 w 1884937"/>
              <a:gd name="connsiteY1" fmla="*/ 0 h 1625144"/>
              <a:gd name="connsiteX2" fmla="*/ 1478651 w 1884937"/>
              <a:gd name="connsiteY2" fmla="*/ 0 h 1625144"/>
              <a:gd name="connsiteX3" fmla="*/ 1884937 w 1884937"/>
              <a:gd name="connsiteY3" fmla="*/ 812572 h 1625144"/>
              <a:gd name="connsiteX4" fmla="*/ 1478651 w 1884937"/>
              <a:gd name="connsiteY4" fmla="*/ 1625144 h 1625144"/>
              <a:gd name="connsiteX5" fmla="*/ 406286 w 1884937"/>
              <a:gd name="connsiteY5" fmla="*/ 1625144 h 1625144"/>
              <a:gd name="connsiteX6" fmla="*/ 0 w 1884937"/>
              <a:gd name="connsiteY6" fmla="*/ 812572 h 162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4937" h="1625144">
                <a:moveTo>
                  <a:pt x="0" y="812572"/>
                </a:moveTo>
                <a:lnTo>
                  <a:pt x="406286" y="0"/>
                </a:lnTo>
                <a:lnTo>
                  <a:pt x="1478651" y="0"/>
                </a:lnTo>
                <a:lnTo>
                  <a:pt x="1884937" y="812572"/>
                </a:lnTo>
                <a:lnTo>
                  <a:pt x="1478651" y="1625144"/>
                </a:lnTo>
                <a:lnTo>
                  <a:pt x="406286" y="1625144"/>
                </a:lnTo>
                <a:lnTo>
                  <a:pt x="0" y="812572"/>
                </a:lnTo>
                <a:close/>
              </a:path>
            </a:pathLst>
          </a:cu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500"/>
              </a:spcBef>
              <a:spcAft>
                <a:spcPts val="0"/>
              </a:spcAft>
              <a:buClrTx/>
              <a:buSzTx/>
              <a:buFontTx/>
              <a:buNone/>
              <a:tabLst/>
              <a:defRPr/>
            </a:pPr>
            <a:endParaRPr kumimoji="0" lang="en-US" sz="1000" b="1" i="0" u="none" strike="noStrike" kern="1200" cap="none" spc="0" normalizeH="0" baseline="0" noProof="0">
              <a:ln>
                <a:noFill/>
              </a:ln>
              <a:solidFill>
                <a:srgbClr val="0E0520"/>
              </a:solidFill>
              <a:effectLst/>
              <a:uLnTx/>
              <a:uFillTx/>
              <a:latin typeface="Calibri" panose="020F0502020204030204"/>
              <a:ea typeface="+mn-ea"/>
              <a:cs typeface="Arial" panose="020B0604020202020204" pitchFamily="34" charset="0"/>
            </a:endParaRPr>
          </a:p>
        </p:txBody>
      </p:sp>
      <p:sp>
        <p:nvSpPr>
          <p:cNvPr id="60" name="Hexagon 1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2A54796-392E-49AD-9F14-4BC2E0A81826}"/>
              </a:ext>
            </a:extLst>
          </p:cNvPr>
          <p:cNvSpPr/>
          <p:nvPr/>
        </p:nvSpPr>
        <p:spPr>
          <a:xfrm>
            <a:off x="7660782" y="3893230"/>
            <a:ext cx="1884937" cy="1625144"/>
          </a:xfrm>
          <a:prstGeom prst="hexagon">
            <a:avLst>
              <a:gd name="adj" fmla="val 25000"/>
              <a:gd name="vf" fmla="val 115470"/>
            </a:avLst>
          </a:prstGeom>
          <a:blipFill>
            <a:blip r:embed="rId3" cstate="print">
              <a:extLst>
                <a:ext uri="{28A0092B-C50C-407E-A947-70E740481C1C}">
                  <a14:useLocalDpi xmlns:a14="http://schemas.microsoft.com/office/drawing/2010/main" val="0"/>
                </a:ext>
              </a:extLst>
            </a:blip>
            <a:srcRect/>
            <a:stretch>
              <a:fillRect l="-14000" r="-14000"/>
            </a:stretch>
          </a:blipFill>
          <a:ln>
            <a:no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sp>
      <p:sp>
        <p:nvSpPr>
          <p:cNvPr id="61" name="Freeform 2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3874155-C1F5-45B0-B66A-537AAA773060}"/>
              </a:ext>
            </a:extLst>
          </p:cNvPr>
          <p:cNvSpPr/>
          <p:nvPr/>
        </p:nvSpPr>
        <p:spPr>
          <a:xfrm>
            <a:off x="4634622" y="2238368"/>
            <a:ext cx="1884937" cy="1625144"/>
          </a:xfrm>
          <a:custGeom>
            <a:avLst/>
            <a:gdLst>
              <a:gd name="connsiteX0" fmla="*/ 0 w 1884937"/>
              <a:gd name="connsiteY0" fmla="*/ 812572 h 1625144"/>
              <a:gd name="connsiteX1" fmla="*/ 406286 w 1884937"/>
              <a:gd name="connsiteY1" fmla="*/ 0 h 1625144"/>
              <a:gd name="connsiteX2" fmla="*/ 1478651 w 1884937"/>
              <a:gd name="connsiteY2" fmla="*/ 0 h 1625144"/>
              <a:gd name="connsiteX3" fmla="*/ 1884937 w 1884937"/>
              <a:gd name="connsiteY3" fmla="*/ 812572 h 1625144"/>
              <a:gd name="connsiteX4" fmla="*/ 1478651 w 1884937"/>
              <a:gd name="connsiteY4" fmla="*/ 1625144 h 1625144"/>
              <a:gd name="connsiteX5" fmla="*/ 406286 w 1884937"/>
              <a:gd name="connsiteY5" fmla="*/ 1625144 h 1625144"/>
              <a:gd name="connsiteX6" fmla="*/ 0 w 1884937"/>
              <a:gd name="connsiteY6" fmla="*/ 812572 h 162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4937" h="1625144">
                <a:moveTo>
                  <a:pt x="0" y="812572"/>
                </a:moveTo>
                <a:lnTo>
                  <a:pt x="406286" y="0"/>
                </a:lnTo>
                <a:lnTo>
                  <a:pt x="1478651" y="0"/>
                </a:lnTo>
                <a:lnTo>
                  <a:pt x="1884937" y="812572"/>
                </a:lnTo>
                <a:lnTo>
                  <a:pt x="1478651" y="1625144"/>
                </a:lnTo>
                <a:lnTo>
                  <a:pt x="406286" y="1625144"/>
                </a:lnTo>
                <a:lnTo>
                  <a:pt x="0" y="812572"/>
                </a:lnTo>
                <a:close/>
              </a:path>
            </a:pathLst>
          </a:cu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500"/>
              </a:spcBef>
              <a:spcAft>
                <a:spcPts val="0"/>
              </a:spcAft>
              <a:buClrTx/>
              <a:buSzTx/>
              <a:buFontTx/>
              <a:buNone/>
              <a:tabLst/>
              <a:defRPr/>
            </a:pPr>
            <a:endParaRPr kumimoji="0" lang="en-US" sz="1000" b="1" i="0" u="none" strike="noStrike" kern="1200" cap="none" spc="0" normalizeH="0" baseline="0" noProof="0">
              <a:ln>
                <a:noFill/>
              </a:ln>
              <a:solidFill>
                <a:srgbClr val="0E0520"/>
              </a:solidFill>
              <a:effectLst/>
              <a:uLnTx/>
              <a:uFillTx/>
              <a:latin typeface="Calibri" panose="020F0502020204030204"/>
              <a:ea typeface="+mn-ea"/>
              <a:cs typeface="Arial" panose="020B0604020202020204" pitchFamily="34" charset="0"/>
            </a:endParaRPr>
          </a:p>
        </p:txBody>
      </p:sp>
      <p:pic>
        <p:nvPicPr>
          <p:cNvPr id="69" name="图片 68">
            <a:extLst>
              <a:ext uri="{FF2B5EF4-FFF2-40B4-BE49-F238E27FC236}">
                <a16:creationId xmlns:a16="http://schemas.microsoft.com/office/drawing/2014/main" id="{5F037416-1D84-47B1-AE59-740A6E3785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56430" y="3075105"/>
            <a:ext cx="1625144" cy="1625144"/>
          </a:xfrm>
          <a:custGeom>
            <a:avLst/>
            <a:gdLst>
              <a:gd name="connsiteX0" fmla="*/ 406286 w 1884937"/>
              <a:gd name="connsiteY0" fmla="*/ 0 h 1625144"/>
              <a:gd name="connsiteX1" fmla="*/ 1478651 w 1884937"/>
              <a:gd name="connsiteY1" fmla="*/ 0 h 1625144"/>
              <a:gd name="connsiteX2" fmla="*/ 1884937 w 1884937"/>
              <a:gd name="connsiteY2" fmla="*/ 812572 h 1625144"/>
              <a:gd name="connsiteX3" fmla="*/ 1478651 w 1884937"/>
              <a:gd name="connsiteY3" fmla="*/ 1625144 h 1625144"/>
              <a:gd name="connsiteX4" fmla="*/ 406286 w 1884937"/>
              <a:gd name="connsiteY4" fmla="*/ 1625144 h 1625144"/>
              <a:gd name="connsiteX5" fmla="*/ 0 w 1884937"/>
              <a:gd name="connsiteY5" fmla="*/ 812572 h 16251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4937" h="1625144">
                <a:moveTo>
                  <a:pt x="406286" y="0"/>
                </a:moveTo>
                <a:lnTo>
                  <a:pt x="1478651" y="0"/>
                </a:lnTo>
                <a:lnTo>
                  <a:pt x="1884937" y="812572"/>
                </a:lnTo>
                <a:lnTo>
                  <a:pt x="1478651" y="1625144"/>
                </a:lnTo>
                <a:lnTo>
                  <a:pt x="406286" y="1625144"/>
                </a:lnTo>
                <a:lnTo>
                  <a:pt x="0" y="812572"/>
                </a:lnTo>
                <a:close/>
              </a:path>
            </a:pathLst>
          </a:custGeom>
        </p:spPr>
      </p:pic>
      <p:pic>
        <p:nvPicPr>
          <p:cNvPr id="70" name="图片 69">
            <a:extLst>
              <a:ext uri="{FF2B5EF4-FFF2-40B4-BE49-F238E27FC236}">
                <a16:creationId xmlns:a16="http://schemas.microsoft.com/office/drawing/2014/main" id="{62308258-792E-4630-BD1A-E29A6BF35C0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48296" y="1397995"/>
            <a:ext cx="1679552" cy="1630799"/>
          </a:xfrm>
          <a:custGeom>
            <a:avLst/>
            <a:gdLst>
              <a:gd name="connsiteX0" fmla="*/ 407700 w 1891726"/>
              <a:gd name="connsiteY0" fmla="*/ 0 h 1630799"/>
              <a:gd name="connsiteX1" fmla="*/ 1484026 w 1891726"/>
              <a:gd name="connsiteY1" fmla="*/ 0 h 1630799"/>
              <a:gd name="connsiteX2" fmla="*/ 1891726 w 1891726"/>
              <a:gd name="connsiteY2" fmla="*/ 815400 h 1630799"/>
              <a:gd name="connsiteX3" fmla="*/ 1484026 w 1891726"/>
              <a:gd name="connsiteY3" fmla="*/ 1630799 h 1630799"/>
              <a:gd name="connsiteX4" fmla="*/ 407700 w 1891726"/>
              <a:gd name="connsiteY4" fmla="*/ 1630799 h 1630799"/>
              <a:gd name="connsiteX5" fmla="*/ 0 w 1891726"/>
              <a:gd name="connsiteY5" fmla="*/ 815400 h 1630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91726" h="1630799">
                <a:moveTo>
                  <a:pt x="407700" y="0"/>
                </a:moveTo>
                <a:lnTo>
                  <a:pt x="1484026" y="0"/>
                </a:lnTo>
                <a:lnTo>
                  <a:pt x="1891726" y="815400"/>
                </a:lnTo>
                <a:lnTo>
                  <a:pt x="1484026" y="1630799"/>
                </a:lnTo>
                <a:lnTo>
                  <a:pt x="407700" y="1630799"/>
                </a:lnTo>
                <a:lnTo>
                  <a:pt x="0" y="815400"/>
                </a:lnTo>
                <a:close/>
              </a:path>
            </a:pathLst>
          </a:custGeom>
        </p:spPr>
      </p:pic>
      <p:sp>
        <p:nvSpPr>
          <p:cNvPr id="71" name="Freeform 48">
            <a:extLst>
              <a:ext uri="{FF2B5EF4-FFF2-40B4-BE49-F238E27FC236}">
                <a16:creationId xmlns:a16="http://schemas.microsoft.com/office/drawing/2014/main" id="{6A6F8EA0-1C00-4C52-9AA6-2111647029E9}"/>
              </a:ext>
            </a:extLst>
          </p:cNvPr>
          <p:cNvSpPr>
            <a:spLocks noEditPoints="1"/>
          </p:cNvSpPr>
          <p:nvPr/>
        </p:nvSpPr>
        <p:spPr bwMode="auto">
          <a:xfrm>
            <a:off x="5384886" y="2793537"/>
            <a:ext cx="398955" cy="563136"/>
          </a:xfrm>
          <a:custGeom>
            <a:avLst/>
            <a:gdLst>
              <a:gd name="T0" fmla="*/ 2147483646 w 67"/>
              <a:gd name="T1" fmla="*/ 1130325610 h 106"/>
              <a:gd name="T2" fmla="*/ 2147483646 w 67"/>
              <a:gd name="T3" fmla="*/ 2147483646 h 106"/>
              <a:gd name="T4" fmla="*/ 2147483646 w 67"/>
              <a:gd name="T5" fmla="*/ 2147483646 h 106"/>
              <a:gd name="T6" fmla="*/ 2147483646 w 67"/>
              <a:gd name="T7" fmla="*/ 2147483646 h 106"/>
              <a:gd name="T8" fmla="*/ 2147483646 w 67"/>
              <a:gd name="T9" fmla="*/ 2147483646 h 106"/>
              <a:gd name="T10" fmla="*/ 2147483646 w 67"/>
              <a:gd name="T11" fmla="*/ 2147483646 h 106"/>
              <a:gd name="T12" fmla="*/ 2147483646 w 67"/>
              <a:gd name="T13" fmla="*/ 2147483646 h 106"/>
              <a:gd name="T14" fmla="*/ 2147483646 w 67"/>
              <a:gd name="T15" fmla="*/ 2147483646 h 106"/>
              <a:gd name="T16" fmla="*/ 2129479236 w 67"/>
              <a:gd name="T17" fmla="*/ 2147483646 h 106"/>
              <a:gd name="T18" fmla="*/ 1703585772 w 67"/>
              <a:gd name="T19" fmla="*/ 2147483646 h 106"/>
              <a:gd name="T20" fmla="*/ 1703585772 w 67"/>
              <a:gd name="T21" fmla="*/ 2147483646 h 106"/>
              <a:gd name="T22" fmla="*/ 1703585772 w 67"/>
              <a:gd name="T23" fmla="*/ 2147483646 h 106"/>
              <a:gd name="T24" fmla="*/ 1703585772 w 67"/>
              <a:gd name="T25" fmla="*/ 2147483646 h 106"/>
              <a:gd name="T26" fmla="*/ 2129479236 w 67"/>
              <a:gd name="T27" fmla="*/ 2147483646 h 106"/>
              <a:gd name="T28" fmla="*/ 2147483646 w 67"/>
              <a:gd name="T29" fmla="*/ 2147483646 h 106"/>
              <a:gd name="T30" fmla="*/ 0 w 67"/>
              <a:gd name="T31" fmla="*/ 2147483646 h 106"/>
              <a:gd name="T32" fmla="*/ 2147483646 w 67"/>
              <a:gd name="T33" fmla="*/ 0 h 106"/>
              <a:gd name="T34" fmla="*/ 2147483646 w 67"/>
              <a:gd name="T35" fmla="*/ 2147483646 h 106"/>
              <a:gd name="T36" fmla="*/ 2147483646 w 67"/>
              <a:gd name="T37" fmla="*/ 2147483646 h 106"/>
              <a:gd name="T38" fmla="*/ 2147483646 w 67"/>
              <a:gd name="T39" fmla="*/ 2147483646 h 106"/>
              <a:gd name="T40" fmla="*/ 2147483646 w 67"/>
              <a:gd name="T41" fmla="*/ 2147483646 h 106"/>
              <a:gd name="T42" fmla="*/ 2147483646 w 67"/>
              <a:gd name="T43" fmla="*/ 2147483646 h 106"/>
              <a:gd name="T44" fmla="*/ 2147483646 w 67"/>
              <a:gd name="T45" fmla="*/ 2147483646 h 106"/>
              <a:gd name="T46" fmla="*/ 2147483646 w 67"/>
              <a:gd name="T47" fmla="*/ 2147483646 h 106"/>
              <a:gd name="T48" fmla="*/ 2147483646 w 67"/>
              <a:gd name="T49" fmla="*/ 2147483646 h 106"/>
              <a:gd name="T50" fmla="*/ 2147483646 w 67"/>
              <a:gd name="T51" fmla="*/ 2147483646 h 106"/>
              <a:gd name="T52" fmla="*/ 2147483646 w 67"/>
              <a:gd name="T53" fmla="*/ 2147483646 h 106"/>
              <a:gd name="T54" fmla="*/ 2147483646 w 67"/>
              <a:gd name="T55" fmla="*/ 1695493731 h 106"/>
              <a:gd name="T56" fmla="*/ 2129479236 w 67"/>
              <a:gd name="T57" fmla="*/ 1695493731 h 106"/>
              <a:gd name="T58" fmla="*/ 1561617312 w 67"/>
              <a:gd name="T59" fmla="*/ 2147483646 h 106"/>
              <a:gd name="T60" fmla="*/ 2147483646 w 67"/>
              <a:gd name="T61" fmla="*/ 2147483646 h 106"/>
              <a:gd name="T62" fmla="*/ 2147483646 w 67"/>
              <a:gd name="T63" fmla="*/ 2147483646 h 106"/>
              <a:gd name="T64" fmla="*/ 2147483646 w 67"/>
              <a:gd name="T65" fmla="*/ 2147483646 h 106"/>
              <a:gd name="T66" fmla="*/ 2147483646 w 67"/>
              <a:gd name="T67" fmla="*/ 2147483646 h 106"/>
              <a:gd name="T68" fmla="*/ 2147483646 w 67"/>
              <a:gd name="T69" fmla="*/ 2147483646 h 106"/>
              <a:gd name="T70" fmla="*/ 2147483646 w 67"/>
              <a:gd name="T71" fmla="*/ 2147483646 h 106"/>
              <a:gd name="T72" fmla="*/ 2147483646 w 67"/>
              <a:gd name="T73" fmla="*/ 2147483646 h 106"/>
              <a:gd name="T74" fmla="*/ 2147483646 w 67"/>
              <a:gd name="T75" fmla="*/ 2147483646 h 106"/>
              <a:gd name="T76" fmla="*/ 2147483646 w 67"/>
              <a:gd name="T77" fmla="*/ 2147483646 h 106"/>
              <a:gd name="T78" fmla="*/ 2147483646 w 67"/>
              <a:gd name="T79" fmla="*/ 2147483646 h 106"/>
              <a:gd name="T80" fmla="*/ 2147483646 w 67"/>
              <a:gd name="T81" fmla="*/ 2147483646 h 106"/>
              <a:gd name="T82" fmla="*/ 2147483646 w 67"/>
              <a:gd name="T83" fmla="*/ 2147483646 h 106"/>
              <a:gd name="T84" fmla="*/ 2147483646 w 67"/>
              <a:gd name="T85" fmla="*/ 2147483646 h 106"/>
              <a:gd name="T86" fmla="*/ 2147483646 w 67"/>
              <a:gd name="T87" fmla="*/ 2147483646 h 106"/>
              <a:gd name="T88" fmla="*/ 2147483646 w 67"/>
              <a:gd name="T89" fmla="*/ 2147483646 h 106"/>
              <a:gd name="T90" fmla="*/ 2147483646 w 67"/>
              <a:gd name="T91" fmla="*/ 2147483646 h 106"/>
              <a:gd name="T92" fmla="*/ 2147483646 w 67"/>
              <a:gd name="T93" fmla="*/ 2147483646 h 106"/>
              <a:gd name="T94" fmla="*/ 2147483646 w 67"/>
              <a:gd name="T95" fmla="*/ 2147483646 h 106"/>
              <a:gd name="T96" fmla="*/ 2147483646 w 67"/>
              <a:gd name="T97" fmla="*/ 2147483646 h 106"/>
              <a:gd name="T98" fmla="*/ 2147483646 w 67"/>
              <a:gd name="T99" fmla="*/ 2147483646 h 106"/>
              <a:gd name="T100" fmla="*/ 2147483646 w 67"/>
              <a:gd name="T101" fmla="*/ 2147483646 h 106"/>
              <a:gd name="T102" fmla="*/ 2147483646 w 67"/>
              <a:gd name="T103" fmla="*/ 2147483646 h 10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67" h="106">
                <a:moveTo>
                  <a:pt x="33" y="0"/>
                </a:moveTo>
                <a:cubicBezTo>
                  <a:pt x="43" y="0"/>
                  <a:pt x="51" y="4"/>
                  <a:pt x="57" y="10"/>
                </a:cubicBezTo>
                <a:cubicBezTo>
                  <a:pt x="63" y="16"/>
                  <a:pt x="67" y="25"/>
                  <a:pt x="67" y="34"/>
                </a:cubicBezTo>
                <a:cubicBezTo>
                  <a:pt x="67" y="40"/>
                  <a:pt x="65" y="46"/>
                  <a:pt x="62" y="51"/>
                </a:cubicBezTo>
                <a:cubicBezTo>
                  <a:pt x="59" y="56"/>
                  <a:pt x="56" y="59"/>
                  <a:pt x="51" y="62"/>
                </a:cubicBezTo>
                <a:cubicBezTo>
                  <a:pt x="51" y="66"/>
                  <a:pt x="51" y="66"/>
                  <a:pt x="51" y="66"/>
                </a:cubicBezTo>
                <a:cubicBezTo>
                  <a:pt x="53" y="66"/>
                  <a:pt x="53" y="66"/>
                  <a:pt x="53" y="66"/>
                </a:cubicBezTo>
                <a:cubicBezTo>
                  <a:pt x="55" y="65"/>
                  <a:pt x="55" y="65"/>
                  <a:pt x="55" y="65"/>
                </a:cubicBezTo>
                <a:cubicBezTo>
                  <a:pt x="56" y="68"/>
                  <a:pt x="56" y="68"/>
                  <a:pt x="56" y="68"/>
                </a:cubicBezTo>
                <a:cubicBezTo>
                  <a:pt x="57" y="70"/>
                  <a:pt x="57" y="72"/>
                  <a:pt x="57" y="73"/>
                </a:cubicBezTo>
                <a:cubicBezTo>
                  <a:pt x="57" y="75"/>
                  <a:pt x="57" y="77"/>
                  <a:pt x="56" y="79"/>
                </a:cubicBezTo>
                <a:cubicBezTo>
                  <a:pt x="56" y="80"/>
                  <a:pt x="56" y="80"/>
                  <a:pt x="56" y="80"/>
                </a:cubicBezTo>
                <a:cubicBezTo>
                  <a:pt x="56" y="80"/>
                  <a:pt x="56" y="80"/>
                  <a:pt x="56" y="80"/>
                </a:cubicBezTo>
                <a:cubicBezTo>
                  <a:pt x="57" y="82"/>
                  <a:pt x="57" y="84"/>
                  <a:pt x="57" y="86"/>
                </a:cubicBezTo>
                <a:cubicBezTo>
                  <a:pt x="57" y="88"/>
                  <a:pt x="57" y="90"/>
                  <a:pt x="56" y="92"/>
                </a:cubicBezTo>
                <a:cubicBezTo>
                  <a:pt x="55" y="93"/>
                  <a:pt x="55" y="93"/>
                  <a:pt x="55" y="93"/>
                </a:cubicBezTo>
                <a:cubicBezTo>
                  <a:pt x="53" y="94"/>
                  <a:pt x="53" y="94"/>
                  <a:pt x="53" y="94"/>
                </a:cubicBezTo>
                <a:cubicBezTo>
                  <a:pt x="15" y="97"/>
                  <a:pt x="15" y="97"/>
                  <a:pt x="15" y="97"/>
                </a:cubicBezTo>
                <a:cubicBezTo>
                  <a:pt x="13" y="97"/>
                  <a:pt x="13" y="97"/>
                  <a:pt x="13" y="97"/>
                </a:cubicBezTo>
                <a:cubicBezTo>
                  <a:pt x="12" y="95"/>
                  <a:pt x="12" y="95"/>
                  <a:pt x="12" y="95"/>
                </a:cubicBezTo>
                <a:cubicBezTo>
                  <a:pt x="11" y="93"/>
                  <a:pt x="11" y="91"/>
                  <a:pt x="10" y="90"/>
                </a:cubicBezTo>
                <a:cubicBezTo>
                  <a:pt x="10" y="88"/>
                  <a:pt x="11" y="86"/>
                  <a:pt x="12" y="83"/>
                </a:cubicBezTo>
                <a:cubicBezTo>
                  <a:pt x="12" y="83"/>
                  <a:pt x="12" y="83"/>
                  <a:pt x="12" y="83"/>
                </a:cubicBezTo>
                <a:cubicBezTo>
                  <a:pt x="12" y="82"/>
                  <a:pt x="12" y="82"/>
                  <a:pt x="12" y="82"/>
                </a:cubicBezTo>
                <a:cubicBezTo>
                  <a:pt x="11" y="81"/>
                  <a:pt x="11" y="79"/>
                  <a:pt x="10" y="77"/>
                </a:cubicBezTo>
                <a:cubicBezTo>
                  <a:pt x="10" y="75"/>
                  <a:pt x="11" y="73"/>
                  <a:pt x="12" y="71"/>
                </a:cubicBezTo>
                <a:cubicBezTo>
                  <a:pt x="13" y="69"/>
                  <a:pt x="13" y="69"/>
                  <a:pt x="13" y="69"/>
                </a:cubicBezTo>
                <a:cubicBezTo>
                  <a:pt x="15" y="69"/>
                  <a:pt x="15" y="69"/>
                  <a:pt x="15" y="69"/>
                </a:cubicBezTo>
                <a:cubicBezTo>
                  <a:pt x="16" y="69"/>
                  <a:pt x="16" y="69"/>
                  <a:pt x="16" y="69"/>
                </a:cubicBezTo>
                <a:cubicBezTo>
                  <a:pt x="16" y="63"/>
                  <a:pt x="16" y="63"/>
                  <a:pt x="16" y="63"/>
                </a:cubicBezTo>
                <a:cubicBezTo>
                  <a:pt x="11" y="60"/>
                  <a:pt x="7" y="56"/>
                  <a:pt x="5" y="51"/>
                </a:cubicBezTo>
                <a:cubicBezTo>
                  <a:pt x="2" y="46"/>
                  <a:pt x="0" y="40"/>
                  <a:pt x="0" y="34"/>
                </a:cubicBezTo>
                <a:cubicBezTo>
                  <a:pt x="0" y="25"/>
                  <a:pt x="4" y="16"/>
                  <a:pt x="10" y="10"/>
                </a:cubicBezTo>
                <a:cubicBezTo>
                  <a:pt x="16" y="4"/>
                  <a:pt x="24" y="0"/>
                  <a:pt x="33" y="0"/>
                </a:cubicBezTo>
                <a:close/>
                <a:moveTo>
                  <a:pt x="26" y="40"/>
                </a:moveTo>
                <a:cubicBezTo>
                  <a:pt x="27" y="41"/>
                  <a:pt x="27" y="41"/>
                  <a:pt x="28" y="41"/>
                </a:cubicBezTo>
                <a:cubicBezTo>
                  <a:pt x="28" y="41"/>
                  <a:pt x="29" y="41"/>
                  <a:pt x="30" y="40"/>
                </a:cubicBezTo>
                <a:cubicBezTo>
                  <a:pt x="30" y="39"/>
                  <a:pt x="30" y="39"/>
                  <a:pt x="30" y="39"/>
                </a:cubicBezTo>
                <a:cubicBezTo>
                  <a:pt x="31" y="40"/>
                  <a:pt x="31" y="40"/>
                  <a:pt x="31" y="40"/>
                </a:cubicBezTo>
                <a:cubicBezTo>
                  <a:pt x="32" y="41"/>
                  <a:pt x="32" y="41"/>
                  <a:pt x="33" y="41"/>
                </a:cubicBezTo>
                <a:cubicBezTo>
                  <a:pt x="34" y="41"/>
                  <a:pt x="35" y="41"/>
                  <a:pt x="35" y="40"/>
                </a:cubicBezTo>
                <a:cubicBezTo>
                  <a:pt x="36" y="39"/>
                  <a:pt x="36" y="39"/>
                  <a:pt x="36" y="39"/>
                </a:cubicBezTo>
                <a:cubicBezTo>
                  <a:pt x="36" y="40"/>
                  <a:pt x="36" y="40"/>
                  <a:pt x="36" y="40"/>
                </a:cubicBezTo>
                <a:cubicBezTo>
                  <a:pt x="37" y="41"/>
                  <a:pt x="38" y="41"/>
                  <a:pt x="39" y="41"/>
                </a:cubicBezTo>
                <a:cubicBezTo>
                  <a:pt x="40" y="41"/>
                  <a:pt x="41" y="41"/>
                  <a:pt x="42" y="40"/>
                </a:cubicBezTo>
                <a:cubicBezTo>
                  <a:pt x="43" y="38"/>
                  <a:pt x="43" y="38"/>
                  <a:pt x="43" y="38"/>
                </a:cubicBezTo>
                <a:cubicBezTo>
                  <a:pt x="46" y="40"/>
                  <a:pt x="46" y="40"/>
                  <a:pt x="46" y="40"/>
                </a:cubicBezTo>
                <a:cubicBezTo>
                  <a:pt x="39" y="52"/>
                  <a:pt x="39" y="52"/>
                  <a:pt x="39" y="52"/>
                </a:cubicBezTo>
                <a:cubicBezTo>
                  <a:pt x="39" y="67"/>
                  <a:pt x="39" y="67"/>
                  <a:pt x="39" y="67"/>
                </a:cubicBezTo>
                <a:cubicBezTo>
                  <a:pt x="44" y="66"/>
                  <a:pt x="44" y="66"/>
                  <a:pt x="44" y="66"/>
                </a:cubicBezTo>
                <a:cubicBezTo>
                  <a:pt x="44" y="60"/>
                  <a:pt x="44" y="60"/>
                  <a:pt x="44" y="60"/>
                </a:cubicBezTo>
                <a:cubicBezTo>
                  <a:pt x="44" y="58"/>
                  <a:pt x="44" y="58"/>
                  <a:pt x="44" y="58"/>
                </a:cubicBezTo>
                <a:cubicBezTo>
                  <a:pt x="46" y="57"/>
                  <a:pt x="46" y="57"/>
                  <a:pt x="46" y="57"/>
                </a:cubicBezTo>
                <a:cubicBezTo>
                  <a:pt x="50" y="55"/>
                  <a:pt x="54" y="52"/>
                  <a:pt x="56" y="47"/>
                </a:cubicBezTo>
                <a:cubicBezTo>
                  <a:pt x="59" y="44"/>
                  <a:pt x="60" y="39"/>
                  <a:pt x="60" y="34"/>
                </a:cubicBezTo>
                <a:cubicBezTo>
                  <a:pt x="60" y="27"/>
                  <a:pt x="57" y="20"/>
                  <a:pt x="52" y="15"/>
                </a:cubicBezTo>
                <a:cubicBezTo>
                  <a:pt x="47" y="10"/>
                  <a:pt x="41" y="7"/>
                  <a:pt x="33" y="7"/>
                </a:cubicBezTo>
                <a:cubicBezTo>
                  <a:pt x="26" y="7"/>
                  <a:pt x="19" y="10"/>
                  <a:pt x="15" y="15"/>
                </a:cubicBezTo>
                <a:cubicBezTo>
                  <a:pt x="10" y="20"/>
                  <a:pt x="7" y="27"/>
                  <a:pt x="7" y="34"/>
                </a:cubicBezTo>
                <a:cubicBezTo>
                  <a:pt x="7" y="39"/>
                  <a:pt x="8" y="44"/>
                  <a:pt x="11" y="48"/>
                </a:cubicBezTo>
                <a:cubicBezTo>
                  <a:pt x="13" y="52"/>
                  <a:pt x="17" y="55"/>
                  <a:pt x="21" y="58"/>
                </a:cubicBezTo>
                <a:cubicBezTo>
                  <a:pt x="23" y="59"/>
                  <a:pt x="23" y="59"/>
                  <a:pt x="23" y="59"/>
                </a:cubicBezTo>
                <a:cubicBezTo>
                  <a:pt x="23" y="61"/>
                  <a:pt x="23" y="61"/>
                  <a:pt x="23" y="61"/>
                </a:cubicBezTo>
                <a:cubicBezTo>
                  <a:pt x="23" y="67"/>
                  <a:pt x="23" y="67"/>
                  <a:pt x="23" y="67"/>
                </a:cubicBezTo>
                <a:cubicBezTo>
                  <a:pt x="29" y="67"/>
                  <a:pt x="29" y="67"/>
                  <a:pt x="29" y="67"/>
                </a:cubicBezTo>
                <a:cubicBezTo>
                  <a:pt x="29" y="52"/>
                  <a:pt x="29" y="52"/>
                  <a:pt x="29" y="52"/>
                </a:cubicBezTo>
                <a:cubicBezTo>
                  <a:pt x="22" y="40"/>
                  <a:pt x="22" y="40"/>
                  <a:pt x="22" y="40"/>
                </a:cubicBezTo>
                <a:cubicBezTo>
                  <a:pt x="25" y="38"/>
                  <a:pt x="25" y="38"/>
                  <a:pt x="25" y="38"/>
                </a:cubicBezTo>
                <a:cubicBezTo>
                  <a:pt x="26" y="40"/>
                  <a:pt x="26" y="40"/>
                  <a:pt x="26" y="40"/>
                </a:cubicBezTo>
                <a:close/>
                <a:moveTo>
                  <a:pt x="40" y="43"/>
                </a:moveTo>
                <a:cubicBezTo>
                  <a:pt x="40" y="43"/>
                  <a:pt x="40" y="43"/>
                  <a:pt x="39" y="43"/>
                </a:cubicBezTo>
                <a:cubicBezTo>
                  <a:pt x="38" y="43"/>
                  <a:pt x="37" y="43"/>
                  <a:pt x="36" y="42"/>
                </a:cubicBezTo>
                <a:cubicBezTo>
                  <a:pt x="35" y="42"/>
                  <a:pt x="34" y="43"/>
                  <a:pt x="33" y="43"/>
                </a:cubicBezTo>
                <a:cubicBezTo>
                  <a:pt x="32" y="43"/>
                  <a:pt x="31" y="42"/>
                  <a:pt x="30" y="42"/>
                </a:cubicBezTo>
                <a:cubicBezTo>
                  <a:pt x="29" y="42"/>
                  <a:pt x="28" y="43"/>
                  <a:pt x="28" y="43"/>
                </a:cubicBezTo>
                <a:cubicBezTo>
                  <a:pt x="27" y="43"/>
                  <a:pt x="27" y="43"/>
                  <a:pt x="27" y="42"/>
                </a:cubicBezTo>
                <a:cubicBezTo>
                  <a:pt x="32" y="50"/>
                  <a:pt x="32" y="50"/>
                  <a:pt x="32" y="50"/>
                </a:cubicBezTo>
                <a:cubicBezTo>
                  <a:pt x="32" y="51"/>
                  <a:pt x="32" y="51"/>
                  <a:pt x="32" y="51"/>
                </a:cubicBezTo>
                <a:cubicBezTo>
                  <a:pt x="32" y="51"/>
                  <a:pt x="32" y="51"/>
                  <a:pt x="32" y="51"/>
                </a:cubicBezTo>
                <a:cubicBezTo>
                  <a:pt x="32" y="67"/>
                  <a:pt x="32" y="67"/>
                  <a:pt x="32" y="67"/>
                </a:cubicBezTo>
                <a:cubicBezTo>
                  <a:pt x="35" y="67"/>
                  <a:pt x="35" y="67"/>
                  <a:pt x="35" y="67"/>
                </a:cubicBezTo>
                <a:cubicBezTo>
                  <a:pt x="35" y="51"/>
                  <a:pt x="35" y="51"/>
                  <a:pt x="35" y="51"/>
                </a:cubicBezTo>
                <a:cubicBezTo>
                  <a:pt x="35" y="51"/>
                  <a:pt x="35" y="51"/>
                  <a:pt x="35" y="51"/>
                </a:cubicBezTo>
                <a:cubicBezTo>
                  <a:pt x="35" y="50"/>
                  <a:pt x="35" y="50"/>
                  <a:pt x="35" y="50"/>
                </a:cubicBezTo>
                <a:cubicBezTo>
                  <a:pt x="40" y="43"/>
                  <a:pt x="40" y="43"/>
                  <a:pt x="40" y="43"/>
                </a:cubicBezTo>
                <a:close/>
                <a:moveTo>
                  <a:pt x="43" y="96"/>
                </a:moveTo>
                <a:cubicBezTo>
                  <a:pt x="24" y="98"/>
                  <a:pt x="24" y="98"/>
                  <a:pt x="24" y="98"/>
                </a:cubicBezTo>
                <a:cubicBezTo>
                  <a:pt x="25" y="103"/>
                  <a:pt x="29" y="106"/>
                  <a:pt x="34" y="106"/>
                </a:cubicBezTo>
                <a:cubicBezTo>
                  <a:pt x="39" y="106"/>
                  <a:pt x="43" y="102"/>
                  <a:pt x="43" y="97"/>
                </a:cubicBezTo>
                <a:cubicBezTo>
                  <a:pt x="43" y="97"/>
                  <a:pt x="43" y="97"/>
                  <a:pt x="43" y="96"/>
                </a:cubicBezTo>
                <a:close/>
                <a:moveTo>
                  <a:pt x="50" y="85"/>
                </a:moveTo>
                <a:cubicBezTo>
                  <a:pt x="17" y="88"/>
                  <a:pt x="17" y="88"/>
                  <a:pt x="17" y="88"/>
                </a:cubicBezTo>
                <a:cubicBezTo>
                  <a:pt x="17" y="89"/>
                  <a:pt x="17" y="89"/>
                  <a:pt x="17" y="89"/>
                </a:cubicBezTo>
                <a:cubicBezTo>
                  <a:pt x="17" y="89"/>
                  <a:pt x="17" y="90"/>
                  <a:pt x="17" y="90"/>
                </a:cubicBezTo>
                <a:cubicBezTo>
                  <a:pt x="50" y="87"/>
                  <a:pt x="50" y="87"/>
                  <a:pt x="50" y="87"/>
                </a:cubicBezTo>
                <a:cubicBezTo>
                  <a:pt x="50" y="87"/>
                  <a:pt x="50" y="86"/>
                  <a:pt x="50" y="86"/>
                </a:cubicBezTo>
                <a:cubicBezTo>
                  <a:pt x="50" y="86"/>
                  <a:pt x="50" y="86"/>
                  <a:pt x="50" y="85"/>
                </a:cubicBezTo>
                <a:close/>
                <a:moveTo>
                  <a:pt x="50" y="73"/>
                </a:moveTo>
                <a:cubicBezTo>
                  <a:pt x="17" y="76"/>
                  <a:pt x="17" y="76"/>
                  <a:pt x="17" y="76"/>
                </a:cubicBezTo>
                <a:cubicBezTo>
                  <a:pt x="17" y="76"/>
                  <a:pt x="17" y="76"/>
                  <a:pt x="17" y="77"/>
                </a:cubicBezTo>
                <a:cubicBezTo>
                  <a:pt x="17" y="77"/>
                  <a:pt x="17" y="77"/>
                  <a:pt x="17" y="77"/>
                </a:cubicBezTo>
                <a:cubicBezTo>
                  <a:pt x="50" y="74"/>
                  <a:pt x="50" y="74"/>
                  <a:pt x="50" y="74"/>
                </a:cubicBezTo>
                <a:cubicBezTo>
                  <a:pt x="50" y="74"/>
                  <a:pt x="50" y="74"/>
                  <a:pt x="50" y="73"/>
                </a:cubicBezTo>
                <a:cubicBezTo>
                  <a:pt x="50" y="73"/>
                  <a:pt x="50" y="73"/>
                  <a:pt x="50" y="73"/>
                </a:cubicBezTo>
                <a:close/>
              </a:path>
            </a:pathLst>
          </a:custGeom>
          <a:solidFill>
            <a:srgbClr val="0070C0"/>
          </a:solidFill>
          <a:ln>
            <a:noFill/>
          </a:ln>
        </p:spPr>
        <p:txBody>
          <a:bodyPr vert="horz" wrap="square" lIns="91440" tIns="45720" rIns="91440" bIns="45720" numCol="1" anchor="t" anchorCtr="0" compatLnSpc="1"/>
          <a:lstStyle/>
          <a:p>
            <a:endParaRPr lang="zh-CN" altLang="en-US"/>
          </a:p>
        </p:txBody>
      </p:sp>
      <p:sp>
        <p:nvSpPr>
          <p:cNvPr id="72" name="Freeform 170">
            <a:extLst>
              <a:ext uri="{FF2B5EF4-FFF2-40B4-BE49-F238E27FC236}">
                <a16:creationId xmlns:a16="http://schemas.microsoft.com/office/drawing/2014/main" id="{C4799A33-CFCD-4A36-9A90-EFFCC4668599}"/>
              </a:ext>
            </a:extLst>
          </p:cNvPr>
          <p:cNvSpPr>
            <a:spLocks noEditPoints="1"/>
          </p:cNvSpPr>
          <p:nvPr/>
        </p:nvSpPr>
        <p:spPr bwMode="auto">
          <a:xfrm>
            <a:off x="5302357" y="4475467"/>
            <a:ext cx="518062" cy="444053"/>
          </a:xfrm>
          <a:custGeom>
            <a:avLst/>
            <a:gdLst>
              <a:gd name="T0" fmla="*/ 37 w 105"/>
              <a:gd name="T1" fmla="*/ 59 h 90"/>
              <a:gd name="T2" fmla="*/ 37 w 105"/>
              <a:gd name="T3" fmla="*/ 90 h 90"/>
              <a:gd name="T4" fmla="*/ 61 w 105"/>
              <a:gd name="T5" fmla="*/ 90 h 90"/>
              <a:gd name="T6" fmla="*/ 61 w 105"/>
              <a:gd name="T7" fmla="*/ 62 h 90"/>
              <a:gd name="T8" fmla="*/ 51 w 105"/>
              <a:gd name="T9" fmla="*/ 72 h 90"/>
              <a:gd name="T10" fmla="*/ 37 w 105"/>
              <a:gd name="T11" fmla="*/ 59 h 90"/>
              <a:gd name="T12" fmla="*/ 4 w 105"/>
              <a:gd name="T13" fmla="*/ 86 h 90"/>
              <a:gd name="T14" fmla="*/ 8 w 105"/>
              <a:gd name="T15" fmla="*/ 90 h 90"/>
              <a:gd name="T16" fmla="*/ 28 w 105"/>
              <a:gd name="T17" fmla="*/ 90 h 90"/>
              <a:gd name="T18" fmla="*/ 28 w 105"/>
              <a:gd name="T19" fmla="*/ 49 h 90"/>
              <a:gd name="T20" fmla="*/ 4 w 105"/>
              <a:gd name="T21" fmla="*/ 73 h 90"/>
              <a:gd name="T22" fmla="*/ 4 w 105"/>
              <a:gd name="T23" fmla="*/ 86 h 90"/>
              <a:gd name="T24" fmla="*/ 70 w 105"/>
              <a:gd name="T25" fmla="*/ 52 h 90"/>
              <a:gd name="T26" fmla="*/ 70 w 105"/>
              <a:gd name="T27" fmla="*/ 90 h 90"/>
              <a:gd name="T28" fmla="*/ 90 w 105"/>
              <a:gd name="T29" fmla="*/ 90 h 90"/>
              <a:gd name="T30" fmla="*/ 94 w 105"/>
              <a:gd name="T31" fmla="*/ 86 h 90"/>
              <a:gd name="T32" fmla="*/ 94 w 105"/>
              <a:gd name="T33" fmla="*/ 29 h 90"/>
              <a:gd name="T34" fmla="*/ 73 w 105"/>
              <a:gd name="T35" fmla="*/ 49 h 90"/>
              <a:gd name="T36" fmla="*/ 70 w 105"/>
              <a:gd name="T37" fmla="*/ 52 h 90"/>
              <a:gd name="T38" fmla="*/ 84 w 105"/>
              <a:gd name="T39" fmla="*/ 2 h 90"/>
              <a:gd name="T40" fmla="*/ 81 w 105"/>
              <a:gd name="T41" fmla="*/ 7 h 90"/>
              <a:gd name="T42" fmla="*/ 85 w 105"/>
              <a:gd name="T43" fmla="*/ 11 h 90"/>
              <a:gd name="T44" fmla="*/ 90 w 105"/>
              <a:gd name="T45" fmla="*/ 10 h 90"/>
              <a:gd name="T46" fmla="*/ 51 w 105"/>
              <a:gd name="T47" fmla="*/ 49 h 90"/>
              <a:gd name="T48" fmla="*/ 28 w 105"/>
              <a:gd name="T49" fmla="*/ 26 h 90"/>
              <a:gd name="T50" fmla="*/ 1 w 105"/>
              <a:gd name="T51" fmla="*/ 53 h 90"/>
              <a:gd name="T52" fmla="*/ 1 w 105"/>
              <a:gd name="T53" fmla="*/ 59 h 90"/>
              <a:gd name="T54" fmla="*/ 7 w 105"/>
              <a:gd name="T55" fmla="*/ 59 h 90"/>
              <a:gd name="T56" fmla="*/ 28 w 105"/>
              <a:gd name="T57" fmla="*/ 38 h 90"/>
              <a:gd name="T58" fmla="*/ 51 w 105"/>
              <a:gd name="T59" fmla="*/ 61 h 90"/>
              <a:gd name="T60" fmla="*/ 96 w 105"/>
              <a:gd name="T61" fmla="*/ 16 h 90"/>
              <a:gd name="T62" fmla="*/ 95 w 105"/>
              <a:gd name="T63" fmla="*/ 21 h 90"/>
              <a:gd name="T64" fmla="*/ 99 w 105"/>
              <a:gd name="T65" fmla="*/ 25 h 90"/>
              <a:gd name="T66" fmla="*/ 99 w 105"/>
              <a:gd name="T67" fmla="*/ 25 h 90"/>
              <a:gd name="T68" fmla="*/ 104 w 105"/>
              <a:gd name="T69" fmla="*/ 21 h 90"/>
              <a:gd name="T70" fmla="*/ 105 w 105"/>
              <a:gd name="T71" fmla="*/ 0 h 90"/>
              <a:gd name="T72" fmla="*/ 84 w 105"/>
              <a:gd name="T73" fmla="*/ 2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5" h="90">
                <a:moveTo>
                  <a:pt x="37" y="59"/>
                </a:moveTo>
                <a:cubicBezTo>
                  <a:pt x="37" y="90"/>
                  <a:pt x="37" y="90"/>
                  <a:pt x="37" y="90"/>
                </a:cubicBezTo>
                <a:cubicBezTo>
                  <a:pt x="61" y="90"/>
                  <a:pt x="61" y="90"/>
                  <a:pt x="61" y="90"/>
                </a:cubicBezTo>
                <a:cubicBezTo>
                  <a:pt x="61" y="62"/>
                  <a:pt x="61" y="62"/>
                  <a:pt x="61" y="62"/>
                </a:cubicBezTo>
                <a:cubicBezTo>
                  <a:pt x="51" y="72"/>
                  <a:pt x="51" y="72"/>
                  <a:pt x="51" y="72"/>
                </a:cubicBezTo>
                <a:lnTo>
                  <a:pt x="37" y="59"/>
                </a:lnTo>
                <a:close/>
                <a:moveTo>
                  <a:pt x="4" y="86"/>
                </a:moveTo>
                <a:cubicBezTo>
                  <a:pt x="4" y="88"/>
                  <a:pt x="6" y="90"/>
                  <a:pt x="8" y="90"/>
                </a:cubicBezTo>
                <a:cubicBezTo>
                  <a:pt x="28" y="90"/>
                  <a:pt x="28" y="90"/>
                  <a:pt x="28" y="90"/>
                </a:cubicBezTo>
                <a:cubicBezTo>
                  <a:pt x="28" y="49"/>
                  <a:pt x="28" y="49"/>
                  <a:pt x="28" y="49"/>
                </a:cubicBezTo>
                <a:cubicBezTo>
                  <a:pt x="4" y="73"/>
                  <a:pt x="4" y="73"/>
                  <a:pt x="4" y="73"/>
                </a:cubicBezTo>
                <a:lnTo>
                  <a:pt x="4" y="86"/>
                </a:lnTo>
                <a:close/>
                <a:moveTo>
                  <a:pt x="70" y="52"/>
                </a:moveTo>
                <a:cubicBezTo>
                  <a:pt x="70" y="90"/>
                  <a:pt x="70" y="90"/>
                  <a:pt x="70" y="90"/>
                </a:cubicBezTo>
                <a:cubicBezTo>
                  <a:pt x="90" y="90"/>
                  <a:pt x="90" y="90"/>
                  <a:pt x="90" y="90"/>
                </a:cubicBezTo>
                <a:cubicBezTo>
                  <a:pt x="92" y="90"/>
                  <a:pt x="94" y="88"/>
                  <a:pt x="94" y="86"/>
                </a:cubicBezTo>
                <a:cubicBezTo>
                  <a:pt x="94" y="29"/>
                  <a:pt x="94" y="29"/>
                  <a:pt x="94" y="29"/>
                </a:cubicBezTo>
                <a:cubicBezTo>
                  <a:pt x="73" y="49"/>
                  <a:pt x="73" y="49"/>
                  <a:pt x="73" y="49"/>
                </a:cubicBezTo>
                <a:lnTo>
                  <a:pt x="70" y="52"/>
                </a:lnTo>
                <a:close/>
                <a:moveTo>
                  <a:pt x="84" y="2"/>
                </a:moveTo>
                <a:cubicBezTo>
                  <a:pt x="82" y="2"/>
                  <a:pt x="80" y="4"/>
                  <a:pt x="81" y="7"/>
                </a:cubicBezTo>
                <a:cubicBezTo>
                  <a:pt x="81" y="9"/>
                  <a:pt x="83" y="11"/>
                  <a:pt x="85" y="11"/>
                </a:cubicBezTo>
                <a:cubicBezTo>
                  <a:pt x="90" y="10"/>
                  <a:pt x="90" y="10"/>
                  <a:pt x="90" y="10"/>
                </a:cubicBezTo>
                <a:cubicBezTo>
                  <a:pt x="51" y="49"/>
                  <a:pt x="51" y="49"/>
                  <a:pt x="51" y="49"/>
                </a:cubicBezTo>
                <a:cubicBezTo>
                  <a:pt x="28" y="26"/>
                  <a:pt x="28" y="26"/>
                  <a:pt x="28" y="26"/>
                </a:cubicBezTo>
                <a:cubicBezTo>
                  <a:pt x="1" y="53"/>
                  <a:pt x="1" y="53"/>
                  <a:pt x="1" y="53"/>
                </a:cubicBezTo>
                <a:cubicBezTo>
                  <a:pt x="0" y="54"/>
                  <a:pt x="0" y="57"/>
                  <a:pt x="1" y="59"/>
                </a:cubicBezTo>
                <a:cubicBezTo>
                  <a:pt x="3" y="60"/>
                  <a:pt x="6" y="60"/>
                  <a:pt x="7" y="59"/>
                </a:cubicBezTo>
                <a:cubicBezTo>
                  <a:pt x="28" y="38"/>
                  <a:pt x="28" y="38"/>
                  <a:pt x="28" y="38"/>
                </a:cubicBezTo>
                <a:cubicBezTo>
                  <a:pt x="51" y="61"/>
                  <a:pt x="51" y="61"/>
                  <a:pt x="51" y="61"/>
                </a:cubicBezTo>
                <a:cubicBezTo>
                  <a:pt x="96" y="16"/>
                  <a:pt x="96" y="16"/>
                  <a:pt x="96" y="16"/>
                </a:cubicBezTo>
                <a:cubicBezTo>
                  <a:pt x="95" y="21"/>
                  <a:pt x="95" y="21"/>
                  <a:pt x="95" y="21"/>
                </a:cubicBezTo>
                <a:cubicBezTo>
                  <a:pt x="95" y="23"/>
                  <a:pt x="97" y="25"/>
                  <a:pt x="99" y="25"/>
                </a:cubicBezTo>
                <a:cubicBezTo>
                  <a:pt x="99" y="25"/>
                  <a:pt x="99" y="25"/>
                  <a:pt x="99" y="25"/>
                </a:cubicBezTo>
                <a:cubicBezTo>
                  <a:pt x="102" y="25"/>
                  <a:pt x="103" y="24"/>
                  <a:pt x="104" y="21"/>
                </a:cubicBezTo>
                <a:cubicBezTo>
                  <a:pt x="105" y="0"/>
                  <a:pt x="105" y="0"/>
                  <a:pt x="105" y="0"/>
                </a:cubicBezTo>
                <a:lnTo>
                  <a:pt x="84" y="2"/>
                </a:lnTo>
                <a:close/>
              </a:path>
            </a:pathLst>
          </a:custGeom>
          <a:solidFill>
            <a:srgbClr val="0070C0"/>
          </a:solidFill>
          <a:ln>
            <a:noFill/>
          </a:ln>
        </p:spPr>
        <p:txBody>
          <a:bodyPr vert="horz" wrap="square" lIns="91440" tIns="45720" rIns="91440" bIns="45720" numCol="1" anchor="t" anchorCtr="0" compatLnSpc="1"/>
          <a:lstStyle/>
          <a:p>
            <a:endParaRPr lang="en-US"/>
          </a:p>
        </p:txBody>
      </p:sp>
      <p:sp>
        <p:nvSpPr>
          <p:cNvPr id="73" name="Freeform 176">
            <a:extLst>
              <a:ext uri="{FF2B5EF4-FFF2-40B4-BE49-F238E27FC236}">
                <a16:creationId xmlns:a16="http://schemas.microsoft.com/office/drawing/2014/main" id="{14793BC7-4F93-4D9D-A5CA-BB6040ABDD95}"/>
              </a:ext>
            </a:extLst>
          </p:cNvPr>
          <p:cNvSpPr>
            <a:spLocks noEditPoints="1"/>
          </p:cNvSpPr>
          <p:nvPr/>
        </p:nvSpPr>
        <p:spPr bwMode="auto">
          <a:xfrm>
            <a:off x="6891553" y="3694387"/>
            <a:ext cx="621525" cy="436609"/>
          </a:xfrm>
          <a:custGeom>
            <a:avLst/>
            <a:gdLst>
              <a:gd name="T0" fmla="*/ 98 w 121"/>
              <a:gd name="T1" fmla="*/ 36 h 85"/>
              <a:gd name="T2" fmla="*/ 49 w 121"/>
              <a:gd name="T3" fmla="*/ 0 h 85"/>
              <a:gd name="T4" fmla="*/ 0 w 121"/>
              <a:gd name="T5" fmla="*/ 36 h 85"/>
              <a:gd name="T6" fmla="*/ 15 w 121"/>
              <a:gd name="T7" fmla="*/ 62 h 85"/>
              <a:gd name="T8" fmla="*/ 0 w 121"/>
              <a:gd name="T9" fmla="*/ 71 h 85"/>
              <a:gd name="T10" fmla="*/ 33 w 121"/>
              <a:gd name="T11" fmla="*/ 70 h 85"/>
              <a:gd name="T12" fmla="*/ 49 w 121"/>
              <a:gd name="T13" fmla="*/ 71 h 85"/>
              <a:gd name="T14" fmla="*/ 98 w 121"/>
              <a:gd name="T15" fmla="*/ 36 h 85"/>
              <a:gd name="T16" fmla="*/ 58 w 121"/>
              <a:gd name="T17" fmla="*/ 51 h 85"/>
              <a:gd name="T18" fmla="*/ 26 w 121"/>
              <a:gd name="T19" fmla="*/ 51 h 85"/>
              <a:gd name="T20" fmla="*/ 26 w 121"/>
              <a:gd name="T21" fmla="*/ 46 h 85"/>
              <a:gd name="T22" fmla="*/ 58 w 121"/>
              <a:gd name="T23" fmla="*/ 46 h 85"/>
              <a:gd name="T24" fmla="*/ 58 w 121"/>
              <a:gd name="T25" fmla="*/ 51 h 85"/>
              <a:gd name="T26" fmla="*/ 71 w 121"/>
              <a:gd name="T27" fmla="*/ 38 h 85"/>
              <a:gd name="T28" fmla="*/ 26 w 121"/>
              <a:gd name="T29" fmla="*/ 38 h 85"/>
              <a:gd name="T30" fmla="*/ 26 w 121"/>
              <a:gd name="T31" fmla="*/ 34 h 85"/>
              <a:gd name="T32" fmla="*/ 71 w 121"/>
              <a:gd name="T33" fmla="*/ 34 h 85"/>
              <a:gd name="T34" fmla="*/ 71 w 121"/>
              <a:gd name="T35" fmla="*/ 38 h 85"/>
              <a:gd name="T36" fmla="*/ 71 w 121"/>
              <a:gd name="T37" fmla="*/ 26 h 85"/>
              <a:gd name="T38" fmla="*/ 26 w 121"/>
              <a:gd name="T39" fmla="*/ 26 h 85"/>
              <a:gd name="T40" fmla="*/ 26 w 121"/>
              <a:gd name="T41" fmla="*/ 21 h 85"/>
              <a:gd name="T42" fmla="*/ 71 w 121"/>
              <a:gd name="T43" fmla="*/ 21 h 85"/>
              <a:gd name="T44" fmla="*/ 71 w 121"/>
              <a:gd name="T45" fmla="*/ 26 h 85"/>
              <a:gd name="T46" fmla="*/ 108 w 121"/>
              <a:gd name="T47" fmla="*/ 72 h 85"/>
              <a:gd name="T48" fmla="*/ 121 w 121"/>
              <a:gd name="T49" fmla="*/ 51 h 85"/>
              <a:gd name="T50" fmla="*/ 101 w 121"/>
              <a:gd name="T51" fmla="*/ 27 h 85"/>
              <a:gd name="T52" fmla="*/ 103 w 121"/>
              <a:gd name="T53" fmla="*/ 36 h 85"/>
              <a:gd name="T54" fmla="*/ 60 w 121"/>
              <a:gd name="T55" fmla="*/ 75 h 85"/>
              <a:gd name="T56" fmla="*/ 82 w 121"/>
              <a:gd name="T57" fmla="*/ 80 h 85"/>
              <a:gd name="T58" fmla="*/ 94 w 121"/>
              <a:gd name="T59" fmla="*/ 79 h 85"/>
              <a:gd name="T60" fmla="*/ 121 w 121"/>
              <a:gd name="T61" fmla="*/ 80 h 85"/>
              <a:gd name="T62" fmla="*/ 108 w 121"/>
              <a:gd name="T63" fmla="*/ 7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1" h="85">
                <a:moveTo>
                  <a:pt x="98" y="36"/>
                </a:moveTo>
                <a:cubicBezTo>
                  <a:pt x="98" y="16"/>
                  <a:pt x="76" y="0"/>
                  <a:pt x="49" y="0"/>
                </a:cubicBezTo>
                <a:cubicBezTo>
                  <a:pt x="22" y="0"/>
                  <a:pt x="0" y="16"/>
                  <a:pt x="0" y="36"/>
                </a:cubicBezTo>
                <a:cubicBezTo>
                  <a:pt x="0" y="46"/>
                  <a:pt x="6" y="55"/>
                  <a:pt x="15" y="62"/>
                </a:cubicBezTo>
                <a:cubicBezTo>
                  <a:pt x="12" y="66"/>
                  <a:pt x="8" y="70"/>
                  <a:pt x="0" y="71"/>
                </a:cubicBezTo>
                <a:cubicBezTo>
                  <a:pt x="0" y="71"/>
                  <a:pt x="19" y="77"/>
                  <a:pt x="33" y="70"/>
                </a:cubicBezTo>
                <a:cubicBezTo>
                  <a:pt x="38" y="71"/>
                  <a:pt x="43" y="71"/>
                  <a:pt x="49" y="71"/>
                </a:cubicBezTo>
                <a:cubicBezTo>
                  <a:pt x="76" y="71"/>
                  <a:pt x="98" y="55"/>
                  <a:pt x="98" y="36"/>
                </a:cubicBezTo>
                <a:close/>
                <a:moveTo>
                  <a:pt x="58" y="51"/>
                </a:moveTo>
                <a:cubicBezTo>
                  <a:pt x="26" y="51"/>
                  <a:pt x="26" y="51"/>
                  <a:pt x="26" y="51"/>
                </a:cubicBezTo>
                <a:cubicBezTo>
                  <a:pt x="26" y="46"/>
                  <a:pt x="26" y="46"/>
                  <a:pt x="26" y="46"/>
                </a:cubicBezTo>
                <a:cubicBezTo>
                  <a:pt x="58" y="46"/>
                  <a:pt x="58" y="46"/>
                  <a:pt x="58" y="46"/>
                </a:cubicBezTo>
                <a:lnTo>
                  <a:pt x="58" y="51"/>
                </a:lnTo>
                <a:close/>
                <a:moveTo>
                  <a:pt x="71" y="38"/>
                </a:moveTo>
                <a:cubicBezTo>
                  <a:pt x="26" y="38"/>
                  <a:pt x="26" y="38"/>
                  <a:pt x="26" y="38"/>
                </a:cubicBezTo>
                <a:cubicBezTo>
                  <a:pt x="26" y="34"/>
                  <a:pt x="26" y="34"/>
                  <a:pt x="26" y="34"/>
                </a:cubicBezTo>
                <a:cubicBezTo>
                  <a:pt x="71" y="34"/>
                  <a:pt x="71" y="34"/>
                  <a:pt x="71" y="34"/>
                </a:cubicBezTo>
                <a:lnTo>
                  <a:pt x="71" y="38"/>
                </a:lnTo>
                <a:close/>
                <a:moveTo>
                  <a:pt x="71" y="26"/>
                </a:moveTo>
                <a:cubicBezTo>
                  <a:pt x="26" y="26"/>
                  <a:pt x="26" y="26"/>
                  <a:pt x="26" y="26"/>
                </a:cubicBezTo>
                <a:cubicBezTo>
                  <a:pt x="26" y="21"/>
                  <a:pt x="26" y="21"/>
                  <a:pt x="26" y="21"/>
                </a:cubicBezTo>
                <a:cubicBezTo>
                  <a:pt x="71" y="21"/>
                  <a:pt x="71" y="21"/>
                  <a:pt x="71" y="21"/>
                </a:cubicBezTo>
                <a:lnTo>
                  <a:pt x="71" y="26"/>
                </a:lnTo>
                <a:close/>
                <a:moveTo>
                  <a:pt x="108" y="72"/>
                </a:moveTo>
                <a:cubicBezTo>
                  <a:pt x="116" y="67"/>
                  <a:pt x="121" y="60"/>
                  <a:pt x="121" y="51"/>
                </a:cubicBezTo>
                <a:cubicBezTo>
                  <a:pt x="121" y="41"/>
                  <a:pt x="113" y="32"/>
                  <a:pt x="101" y="27"/>
                </a:cubicBezTo>
                <a:cubicBezTo>
                  <a:pt x="102" y="30"/>
                  <a:pt x="103" y="33"/>
                  <a:pt x="103" y="36"/>
                </a:cubicBezTo>
                <a:cubicBezTo>
                  <a:pt x="103" y="55"/>
                  <a:pt x="84" y="71"/>
                  <a:pt x="60" y="75"/>
                </a:cubicBezTo>
                <a:cubicBezTo>
                  <a:pt x="66" y="78"/>
                  <a:pt x="74" y="80"/>
                  <a:pt x="82" y="80"/>
                </a:cubicBezTo>
                <a:cubicBezTo>
                  <a:pt x="86" y="80"/>
                  <a:pt x="90" y="80"/>
                  <a:pt x="94" y="79"/>
                </a:cubicBezTo>
                <a:cubicBezTo>
                  <a:pt x="106" y="85"/>
                  <a:pt x="121" y="80"/>
                  <a:pt x="121" y="80"/>
                </a:cubicBezTo>
                <a:cubicBezTo>
                  <a:pt x="115" y="79"/>
                  <a:pt x="111" y="76"/>
                  <a:pt x="108" y="72"/>
                </a:cubicBezTo>
                <a:close/>
              </a:path>
            </a:pathLst>
          </a:custGeom>
          <a:solidFill>
            <a:srgbClr val="0070C0"/>
          </a:solidFill>
          <a:ln>
            <a:noFill/>
          </a:ln>
        </p:spPr>
        <p:txBody>
          <a:bodyPr vert="horz" wrap="square" lIns="91440" tIns="45720" rIns="91440" bIns="45720" numCol="1" anchor="t" anchorCtr="0" compatLnSpc="1"/>
          <a:lstStyle/>
          <a:p>
            <a:endParaRPr lang="en-US"/>
          </a:p>
        </p:txBody>
      </p:sp>
      <p:grpSp>
        <p:nvGrpSpPr>
          <p:cNvPr id="74" name="组合 73">
            <a:extLst>
              <a:ext uri="{FF2B5EF4-FFF2-40B4-BE49-F238E27FC236}">
                <a16:creationId xmlns:a16="http://schemas.microsoft.com/office/drawing/2014/main" id="{4B43B422-1ECA-46AD-AAE0-F20B148CEEDB}"/>
              </a:ext>
            </a:extLst>
          </p:cNvPr>
          <p:cNvGrpSpPr/>
          <p:nvPr/>
        </p:nvGrpSpPr>
        <p:grpSpPr>
          <a:xfrm>
            <a:off x="1742432" y="2182121"/>
            <a:ext cx="2755628" cy="868819"/>
            <a:chOff x="1876350" y="2108046"/>
            <a:chExt cx="2067000" cy="651702"/>
          </a:xfrm>
        </p:grpSpPr>
        <p:sp>
          <p:nvSpPr>
            <p:cNvPr id="75" name="TextBox 15">
              <a:extLst>
                <a:ext uri="{FF2B5EF4-FFF2-40B4-BE49-F238E27FC236}">
                  <a16:creationId xmlns:a16="http://schemas.microsoft.com/office/drawing/2014/main" id="{7AB251A7-D238-42FA-9F92-4592D09F7467}"/>
                </a:ext>
              </a:extLst>
            </p:cNvPr>
            <p:cNvSpPr txBox="1"/>
            <p:nvPr/>
          </p:nvSpPr>
          <p:spPr>
            <a:xfrm>
              <a:off x="2881521" y="2108046"/>
              <a:ext cx="1061829" cy="253916"/>
            </a:xfrm>
            <a:prstGeom prst="rect">
              <a:avLst/>
            </a:prstGeom>
            <a:noFill/>
          </p:spPr>
          <p:txBody>
            <a:bodyPr wrap="none">
              <a:normAutofit/>
            </a:bodyPr>
            <a:lstStyle/>
            <a:p>
              <a:pPr algn="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76" name="Rectangle 16">
              <a:extLst>
                <a:ext uri="{FF2B5EF4-FFF2-40B4-BE49-F238E27FC236}">
                  <a16:creationId xmlns:a16="http://schemas.microsoft.com/office/drawing/2014/main" id="{A7E97839-B415-42FF-B3E8-D26FF61AF930}"/>
                </a:ext>
              </a:extLst>
            </p:cNvPr>
            <p:cNvSpPr/>
            <p:nvPr/>
          </p:nvSpPr>
          <p:spPr>
            <a:xfrm>
              <a:off x="1876350" y="2344249"/>
              <a:ext cx="2067000" cy="415499"/>
            </a:xfrm>
            <a:prstGeom prst="rect">
              <a:avLst/>
            </a:prstGeom>
            <a:noFill/>
          </p:spPr>
          <p:txBody>
            <a:bodyPr wrap="square">
              <a:normAutofit/>
            </a:bodyPr>
            <a:lstStyle/>
            <a:p>
              <a:pPr algn="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77" name="组合 76">
            <a:extLst>
              <a:ext uri="{FF2B5EF4-FFF2-40B4-BE49-F238E27FC236}">
                <a16:creationId xmlns:a16="http://schemas.microsoft.com/office/drawing/2014/main" id="{F728FDDC-9CA0-4F38-B5D4-814BAC8BC8BB}"/>
              </a:ext>
            </a:extLst>
          </p:cNvPr>
          <p:cNvGrpSpPr/>
          <p:nvPr/>
        </p:nvGrpSpPr>
        <p:grpSpPr>
          <a:xfrm>
            <a:off x="1878994" y="5006178"/>
            <a:ext cx="2755628" cy="868819"/>
            <a:chOff x="1876350" y="2108046"/>
            <a:chExt cx="2067000" cy="651702"/>
          </a:xfrm>
        </p:grpSpPr>
        <p:sp>
          <p:nvSpPr>
            <p:cNvPr id="78" name="TextBox 15">
              <a:extLst>
                <a:ext uri="{FF2B5EF4-FFF2-40B4-BE49-F238E27FC236}">
                  <a16:creationId xmlns:a16="http://schemas.microsoft.com/office/drawing/2014/main" id="{F2CB868B-9D1F-4A01-B879-4E9010F95B2D}"/>
                </a:ext>
              </a:extLst>
            </p:cNvPr>
            <p:cNvSpPr txBox="1"/>
            <p:nvPr/>
          </p:nvSpPr>
          <p:spPr>
            <a:xfrm>
              <a:off x="2881521" y="2108046"/>
              <a:ext cx="1061829" cy="253916"/>
            </a:xfrm>
            <a:prstGeom prst="rect">
              <a:avLst/>
            </a:prstGeom>
            <a:noFill/>
          </p:spPr>
          <p:txBody>
            <a:bodyPr wrap="none">
              <a:normAutofit/>
            </a:bodyPr>
            <a:lstStyle/>
            <a:p>
              <a:pPr algn="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79" name="Rectangle 16">
              <a:extLst>
                <a:ext uri="{FF2B5EF4-FFF2-40B4-BE49-F238E27FC236}">
                  <a16:creationId xmlns:a16="http://schemas.microsoft.com/office/drawing/2014/main" id="{BD18B06B-6939-4D55-BB99-EE9616274895}"/>
                </a:ext>
              </a:extLst>
            </p:cNvPr>
            <p:cNvSpPr/>
            <p:nvPr/>
          </p:nvSpPr>
          <p:spPr>
            <a:xfrm>
              <a:off x="1876350" y="2344249"/>
              <a:ext cx="2067000" cy="415499"/>
            </a:xfrm>
            <a:prstGeom prst="rect">
              <a:avLst/>
            </a:prstGeom>
            <a:noFill/>
          </p:spPr>
          <p:txBody>
            <a:bodyPr wrap="square">
              <a:normAutofit/>
            </a:bodyPr>
            <a:lstStyle/>
            <a:p>
              <a:pPr algn="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80" name="组合 79">
            <a:extLst>
              <a:ext uri="{FF2B5EF4-FFF2-40B4-BE49-F238E27FC236}">
                <a16:creationId xmlns:a16="http://schemas.microsoft.com/office/drawing/2014/main" id="{18F822CB-1C8C-4D00-BC17-7E6F9D36AFFD}"/>
              </a:ext>
            </a:extLst>
          </p:cNvPr>
          <p:cNvGrpSpPr/>
          <p:nvPr/>
        </p:nvGrpSpPr>
        <p:grpSpPr>
          <a:xfrm>
            <a:off x="8163708" y="2858918"/>
            <a:ext cx="2755628" cy="868819"/>
            <a:chOff x="1876350" y="2108046"/>
            <a:chExt cx="2067000" cy="651702"/>
          </a:xfrm>
        </p:grpSpPr>
        <p:sp>
          <p:nvSpPr>
            <p:cNvPr id="81" name="TextBox 15">
              <a:extLst>
                <a:ext uri="{FF2B5EF4-FFF2-40B4-BE49-F238E27FC236}">
                  <a16:creationId xmlns:a16="http://schemas.microsoft.com/office/drawing/2014/main" id="{3D6A3D3D-8CCD-47E1-B230-A2C5D3433D45}"/>
                </a:ext>
              </a:extLst>
            </p:cNvPr>
            <p:cNvSpPr txBox="1"/>
            <p:nvPr/>
          </p:nvSpPr>
          <p:spPr>
            <a:xfrm>
              <a:off x="1931606" y="2108046"/>
              <a:ext cx="2011744" cy="253916"/>
            </a:xfrm>
            <a:prstGeom prst="rect">
              <a:avLst/>
            </a:prstGeom>
            <a:noFill/>
          </p:spPr>
          <p:txBody>
            <a:bodyPr wrap="none">
              <a:normAutofit/>
            </a:bodyPr>
            <a:lstStyle/>
            <a:p>
              <a:pPr defTabSz="1218804" fontAlgn="base">
                <a:spcBef>
                  <a:spcPct val="0"/>
                </a:spcBef>
                <a:spcAft>
                  <a:spcPct val="0"/>
                </a:spcAft>
              </a:pPr>
              <a:r>
                <a:rPr lang="zh-CN" altLang="en-US" sz="1400" b="1">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82" name="Rectangle 16">
              <a:extLst>
                <a:ext uri="{FF2B5EF4-FFF2-40B4-BE49-F238E27FC236}">
                  <a16:creationId xmlns:a16="http://schemas.microsoft.com/office/drawing/2014/main" id="{57DA391D-4C9A-47A2-A065-51C6347BE4AA}"/>
                </a:ext>
              </a:extLst>
            </p:cNvPr>
            <p:cNvSpPr/>
            <p:nvPr/>
          </p:nvSpPr>
          <p:spPr>
            <a:xfrm>
              <a:off x="1876350" y="2344249"/>
              <a:ext cx="2067000" cy="415499"/>
            </a:xfrm>
            <a:prstGeom prst="rect">
              <a:avLst/>
            </a:prstGeom>
            <a:noFill/>
          </p:spPr>
          <p:txBody>
            <a:bodyPr wrap="square">
              <a:normAutofit/>
            </a:bodyPr>
            <a:lstStyle/>
            <a:p>
              <a:pPr defTabSz="1218804" fontAlgn="base">
                <a:lnSpc>
                  <a:spcPct val="120000"/>
                </a:lnSpc>
                <a:spcBef>
                  <a:spcPct val="0"/>
                </a:spcBef>
                <a:spcAft>
                  <a:spcPct val="0"/>
                </a:spcAft>
              </a:pPr>
              <a:r>
                <a:rPr lang="zh-CN" altLang="en-US" sz="1200"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此部分内容作为文字排版占位显示（建议使用主题字体）</a:t>
              </a:r>
            </a:p>
          </p:txBody>
        </p:sp>
      </p:grpSp>
    </p:spTree>
    <p:extLst>
      <p:ext uri="{BB962C8B-B14F-4D97-AF65-F5344CB8AC3E}">
        <p14:creationId xmlns:p14="http://schemas.microsoft.com/office/powerpoint/2010/main" val="106837966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randombar(horizontal)">
                                      <p:cBhvr>
                                        <p:cTn id="7" dur="500"/>
                                        <p:tgtEl>
                                          <p:spTgt spid="58"/>
                                        </p:tgtEl>
                                      </p:cBhvr>
                                    </p:animEffect>
                                  </p:childTnLst>
                                </p:cTn>
                              </p:par>
                            </p:childTnLst>
                          </p:cTn>
                        </p:par>
                        <p:par>
                          <p:cTn id="8" fill="hold">
                            <p:stCondLst>
                              <p:cond delay="500"/>
                            </p:stCondLst>
                            <p:childTnLst>
                              <p:par>
                                <p:cTn id="9" presetID="14" presetClass="entr" presetSubtype="10" fill="hold" grpId="0" nodeType="afterEffect">
                                  <p:stCondLst>
                                    <p:cond delay="0"/>
                                  </p:stCondLst>
                                  <p:childTnLst>
                                    <p:set>
                                      <p:cBhvr>
                                        <p:cTn id="10" dur="1" fill="hold">
                                          <p:stCondLst>
                                            <p:cond delay="0"/>
                                          </p:stCondLst>
                                        </p:cTn>
                                        <p:tgtEl>
                                          <p:spTgt spid="59"/>
                                        </p:tgtEl>
                                        <p:attrNameLst>
                                          <p:attrName>style.visibility</p:attrName>
                                        </p:attrNameLst>
                                      </p:cBhvr>
                                      <p:to>
                                        <p:strVal val="visible"/>
                                      </p:to>
                                    </p:set>
                                    <p:animEffect transition="in" filter="randombar(horizontal)">
                                      <p:cBhvr>
                                        <p:cTn id="11" dur="500"/>
                                        <p:tgtEl>
                                          <p:spTgt spid="59"/>
                                        </p:tgtEl>
                                      </p:cBhvr>
                                    </p:animEffect>
                                  </p:childTnLst>
                                </p:cTn>
                              </p:par>
                            </p:childTnLst>
                          </p:cTn>
                        </p:par>
                        <p:par>
                          <p:cTn id="12" fill="hold">
                            <p:stCondLst>
                              <p:cond delay="1000"/>
                            </p:stCondLst>
                            <p:childTnLst>
                              <p:par>
                                <p:cTn id="13" presetID="14" presetClass="entr" presetSubtype="10" fill="hold" grpId="0" nodeType="afterEffect">
                                  <p:stCondLst>
                                    <p:cond delay="0"/>
                                  </p:stCondLst>
                                  <p:childTnLst>
                                    <p:set>
                                      <p:cBhvr>
                                        <p:cTn id="14" dur="1" fill="hold">
                                          <p:stCondLst>
                                            <p:cond delay="0"/>
                                          </p:stCondLst>
                                        </p:cTn>
                                        <p:tgtEl>
                                          <p:spTgt spid="61"/>
                                        </p:tgtEl>
                                        <p:attrNameLst>
                                          <p:attrName>style.visibility</p:attrName>
                                        </p:attrNameLst>
                                      </p:cBhvr>
                                      <p:to>
                                        <p:strVal val="visible"/>
                                      </p:to>
                                    </p:set>
                                    <p:animEffect transition="in" filter="randombar(horizontal)">
                                      <p:cBhvr>
                                        <p:cTn id="15" dur="500"/>
                                        <p:tgtEl>
                                          <p:spTgt spid="61"/>
                                        </p:tgtEl>
                                      </p:cBhvr>
                                    </p:animEffect>
                                  </p:childTnLst>
                                </p:cTn>
                              </p:par>
                            </p:childTnLst>
                          </p:cTn>
                        </p:par>
                        <p:par>
                          <p:cTn id="16" fill="hold">
                            <p:stCondLst>
                              <p:cond delay="1500"/>
                            </p:stCondLst>
                            <p:childTnLst>
                              <p:par>
                                <p:cTn id="17" presetID="14" presetClass="entr" presetSubtype="10" fill="hold" grpId="0" nodeType="afterEffect">
                                  <p:stCondLst>
                                    <p:cond delay="0"/>
                                  </p:stCondLst>
                                  <p:childTnLst>
                                    <p:set>
                                      <p:cBhvr>
                                        <p:cTn id="18" dur="1" fill="hold">
                                          <p:stCondLst>
                                            <p:cond delay="0"/>
                                          </p:stCondLst>
                                        </p:cTn>
                                        <p:tgtEl>
                                          <p:spTgt spid="71"/>
                                        </p:tgtEl>
                                        <p:attrNameLst>
                                          <p:attrName>style.visibility</p:attrName>
                                        </p:attrNameLst>
                                      </p:cBhvr>
                                      <p:to>
                                        <p:strVal val="visible"/>
                                      </p:to>
                                    </p:set>
                                    <p:animEffect transition="in" filter="randombar(horizontal)">
                                      <p:cBhvr>
                                        <p:cTn id="19" dur="500"/>
                                        <p:tgtEl>
                                          <p:spTgt spid="71"/>
                                        </p:tgtEl>
                                      </p:cBhvr>
                                    </p:animEffect>
                                  </p:childTnLst>
                                </p:cTn>
                              </p:par>
                            </p:childTnLst>
                          </p:cTn>
                        </p:par>
                        <p:par>
                          <p:cTn id="20" fill="hold">
                            <p:stCondLst>
                              <p:cond delay="2000"/>
                            </p:stCondLst>
                            <p:childTnLst>
                              <p:par>
                                <p:cTn id="21" presetID="14" presetClass="entr" presetSubtype="10" fill="hold" grpId="0" nodeType="afterEffect">
                                  <p:stCondLst>
                                    <p:cond delay="0"/>
                                  </p:stCondLst>
                                  <p:childTnLst>
                                    <p:set>
                                      <p:cBhvr>
                                        <p:cTn id="22" dur="1" fill="hold">
                                          <p:stCondLst>
                                            <p:cond delay="0"/>
                                          </p:stCondLst>
                                        </p:cTn>
                                        <p:tgtEl>
                                          <p:spTgt spid="72"/>
                                        </p:tgtEl>
                                        <p:attrNameLst>
                                          <p:attrName>style.visibility</p:attrName>
                                        </p:attrNameLst>
                                      </p:cBhvr>
                                      <p:to>
                                        <p:strVal val="visible"/>
                                      </p:to>
                                    </p:set>
                                    <p:animEffect transition="in" filter="randombar(horizontal)">
                                      <p:cBhvr>
                                        <p:cTn id="23" dur="500"/>
                                        <p:tgtEl>
                                          <p:spTgt spid="72"/>
                                        </p:tgtEl>
                                      </p:cBhvr>
                                    </p:animEffect>
                                  </p:childTnLst>
                                </p:cTn>
                              </p:par>
                            </p:childTnLst>
                          </p:cTn>
                        </p:par>
                        <p:par>
                          <p:cTn id="24" fill="hold">
                            <p:stCondLst>
                              <p:cond delay="2500"/>
                            </p:stCondLst>
                            <p:childTnLst>
                              <p:par>
                                <p:cTn id="25" presetID="14" presetClass="entr" presetSubtype="10" fill="hold" grpId="0" nodeType="after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randombar(horizontal)">
                                      <p:cBhvr>
                                        <p:cTn id="27" dur="500"/>
                                        <p:tgtEl>
                                          <p:spTgt spid="73"/>
                                        </p:tgtEl>
                                      </p:cBhvr>
                                    </p:animEffect>
                                  </p:childTnLst>
                                </p:cTn>
                              </p:par>
                            </p:childTnLst>
                          </p:cTn>
                        </p:par>
                        <p:par>
                          <p:cTn id="28" fill="hold">
                            <p:stCondLst>
                              <p:cond delay="3000"/>
                            </p:stCondLst>
                            <p:childTnLst>
                              <p:par>
                                <p:cTn id="29" presetID="14" presetClass="entr" presetSubtype="10" fill="hold" nodeType="afterEffect">
                                  <p:stCondLst>
                                    <p:cond delay="0"/>
                                  </p:stCondLst>
                                  <p:childTnLst>
                                    <p:set>
                                      <p:cBhvr>
                                        <p:cTn id="30" dur="1" fill="hold">
                                          <p:stCondLst>
                                            <p:cond delay="0"/>
                                          </p:stCondLst>
                                        </p:cTn>
                                        <p:tgtEl>
                                          <p:spTgt spid="69"/>
                                        </p:tgtEl>
                                        <p:attrNameLst>
                                          <p:attrName>style.visibility</p:attrName>
                                        </p:attrNameLst>
                                      </p:cBhvr>
                                      <p:to>
                                        <p:strVal val="visible"/>
                                      </p:to>
                                    </p:set>
                                    <p:animEffect transition="in" filter="randombar(horizontal)">
                                      <p:cBhvr>
                                        <p:cTn id="31" dur="500"/>
                                        <p:tgtEl>
                                          <p:spTgt spid="69"/>
                                        </p:tgtEl>
                                      </p:cBhvr>
                                    </p:animEffect>
                                  </p:childTnLst>
                                </p:cTn>
                              </p:par>
                            </p:childTnLst>
                          </p:cTn>
                        </p:par>
                        <p:par>
                          <p:cTn id="32" fill="hold">
                            <p:stCondLst>
                              <p:cond delay="3500"/>
                            </p:stCondLst>
                            <p:childTnLst>
                              <p:par>
                                <p:cTn id="33" presetID="14" presetClass="entr" presetSubtype="10" fill="hold" nodeType="afterEffect">
                                  <p:stCondLst>
                                    <p:cond delay="0"/>
                                  </p:stCondLst>
                                  <p:childTnLst>
                                    <p:set>
                                      <p:cBhvr>
                                        <p:cTn id="34" dur="1" fill="hold">
                                          <p:stCondLst>
                                            <p:cond delay="0"/>
                                          </p:stCondLst>
                                        </p:cTn>
                                        <p:tgtEl>
                                          <p:spTgt spid="70"/>
                                        </p:tgtEl>
                                        <p:attrNameLst>
                                          <p:attrName>style.visibility</p:attrName>
                                        </p:attrNameLst>
                                      </p:cBhvr>
                                      <p:to>
                                        <p:strVal val="visible"/>
                                      </p:to>
                                    </p:set>
                                    <p:animEffect transition="in" filter="randombar(horizontal)">
                                      <p:cBhvr>
                                        <p:cTn id="35" dur="500"/>
                                        <p:tgtEl>
                                          <p:spTgt spid="70"/>
                                        </p:tgtEl>
                                      </p:cBhvr>
                                    </p:animEffect>
                                  </p:childTnLst>
                                </p:cTn>
                              </p:par>
                            </p:childTnLst>
                          </p:cTn>
                        </p:par>
                        <p:par>
                          <p:cTn id="36" fill="hold">
                            <p:stCondLst>
                              <p:cond delay="4000"/>
                            </p:stCondLst>
                            <p:childTnLst>
                              <p:par>
                                <p:cTn id="37" presetID="14" presetClass="entr" presetSubtype="10" fill="hold" nodeType="afterEffect">
                                  <p:stCondLst>
                                    <p:cond delay="0"/>
                                  </p:stCondLst>
                                  <p:childTnLst>
                                    <p:set>
                                      <p:cBhvr>
                                        <p:cTn id="38" dur="1" fill="hold">
                                          <p:stCondLst>
                                            <p:cond delay="0"/>
                                          </p:stCondLst>
                                        </p:cTn>
                                        <p:tgtEl>
                                          <p:spTgt spid="60"/>
                                        </p:tgtEl>
                                        <p:attrNameLst>
                                          <p:attrName>style.visibility</p:attrName>
                                        </p:attrNameLst>
                                      </p:cBhvr>
                                      <p:to>
                                        <p:strVal val="visible"/>
                                      </p:to>
                                    </p:set>
                                    <p:animEffect transition="in" filter="randombar(horizontal)">
                                      <p:cBhvr>
                                        <p:cTn id="39" dur="500"/>
                                        <p:tgtEl>
                                          <p:spTgt spid="60"/>
                                        </p:tgtEl>
                                      </p:cBhvr>
                                    </p:animEffect>
                                  </p:childTnLst>
                                </p:cTn>
                              </p:par>
                            </p:childTnLst>
                          </p:cTn>
                        </p:par>
                        <p:par>
                          <p:cTn id="40" fill="hold">
                            <p:stCondLst>
                              <p:cond delay="4500"/>
                            </p:stCondLst>
                            <p:childTnLst>
                              <p:par>
                                <p:cTn id="41" presetID="42" presetClass="entr" presetSubtype="0" fill="hold" nodeType="afterEffect">
                                  <p:stCondLst>
                                    <p:cond delay="0"/>
                                  </p:stCondLst>
                                  <p:childTnLst>
                                    <p:set>
                                      <p:cBhvr>
                                        <p:cTn id="42" dur="1" fill="hold">
                                          <p:stCondLst>
                                            <p:cond delay="0"/>
                                          </p:stCondLst>
                                        </p:cTn>
                                        <p:tgtEl>
                                          <p:spTgt spid="74"/>
                                        </p:tgtEl>
                                        <p:attrNameLst>
                                          <p:attrName>style.visibility</p:attrName>
                                        </p:attrNameLst>
                                      </p:cBhvr>
                                      <p:to>
                                        <p:strVal val="visible"/>
                                      </p:to>
                                    </p:set>
                                    <p:animEffect transition="in" filter="fade">
                                      <p:cBhvr>
                                        <p:cTn id="43" dur="1000"/>
                                        <p:tgtEl>
                                          <p:spTgt spid="74"/>
                                        </p:tgtEl>
                                      </p:cBhvr>
                                    </p:animEffect>
                                    <p:anim calcmode="lin" valueType="num">
                                      <p:cBhvr>
                                        <p:cTn id="44" dur="1000" fill="hold"/>
                                        <p:tgtEl>
                                          <p:spTgt spid="74"/>
                                        </p:tgtEl>
                                        <p:attrNameLst>
                                          <p:attrName>ppt_x</p:attrName>
                                        </p:attrNameLst>
                                      </p:cBhvr>
                                      <p:tavLst>
                                        <p:tav tm="0">
                                          <p:val>
                                            <p:strVal val="#ppt_x"/>
                                          </p:val>
                                        </p:tav>
                                        <p:tav tm="100000">
                                          <p:val>
                                            <p:strVal val="#ppt_x"/>
                                          </p:val>
                                        </p:tav>
                                      </p:tavLst>
                                    </p:anim>
                                    <p:anim calcmode="lin" valueType="num">
                                      <p:cBhvr>
                                        <p:cTn id="45" dur="1000" fill="hold"/>
                                        <p:tgtEl>
                                          <p:spTgt spid="74"/>
                                        </p:tgtEl>
                                        <p:attrNameLst>
                                          <p:attrName>ppt_y</p:attrName>
                                        </p:attrNameLst>
                                      </p:cBhvr>
                                      <p:tavLst>
                                        <p:tav tm="0">
                                          <p:val>
                                            <p:strVal val="#ppt_y+.1"/>
                                          </p:val>
                                        </p:tav>
                                        <p:tav tm="100000">
                                          <p:val>
                                            <p:strVal val="#ppt_y"/>
                                          </p:val>
                                        </p:tav>
                                      </p:tavLst>
                                    </p:anim>
                                  </p:childTnLst>
                                </p:cTn>
                              </p:par>
                            </p:childTnLst>
                          </p:cTn>
                        </p:par>
                        <p:par>
                          <p:cTn id="46" fill="hold">
                            <p:stCondLst>
                              <p:cond delay="5500"/>
                            </p:stCondLst>
                            <p:childTnLst>
                              <p:par>
                                <p:cTn id="47" presetID="42" presetClass="entr" presetSubtype="0" fill="hold" nodeType="after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fade">
                                      <p:cBhvr>
                                        <p:cTn id="49" dur="1000"/>
                                        <p:tgtEl>
                                          <p:spTgt spid="77"/>
                                        </p:tgtEl>
                                      </p:cBhvr>
                                    </p:animEffect>
                                    <p:anim calcmode="lin" valueType="num">
                                      <p:cBhvr>
                                        <p:cTn id="50" dur="1000" fill="hold"/>
                                        <p:tgtEl>
                                          <p:spTgt spid="77"/>
                                        </p:tgtEl>
                                        <p:attrNameLst>
                                          <p:attrName>ppt_x</p:attrName>
                                        </p:attrNameLst>
                                      </p:cBhvr>
                                      <p:tavLst>
                                        <p:tav tm="0">
                                          <p:val>
                                            <p:strVal val="#ppt_x"/>
                                          </p:val>
                                        </p:tav>
                                        <p:tav tm="100000">
                                          <p:val>
                                            <p:strVal val="#ppt_x"/>
                                          </p:val>
                                        </p:tav>
                                      </p:tavLst>
                                    </p:anim>
                                    <p:anim calcmode="lin" valueType="num">
                                      <p:cBhvr>
                                        <p:cTn id="51" dur="1000" fill="hold"/>
                                        <p:tgtEl>
                                          <p:spTgt spid="77"/>
                                        </p:tgtEl>
                                        <p:attrNameLst>
                                          <p:attrName>ppt_y</p:attrName>
                                        </p:attrNameLst>
                                      </p:cBhvr>
                                      <p:tavLst>
                                        <p:tav tm="0">
                                          <p:val>
                                            <p:strVal val="#ppt_y+.1"/>
                                          </p:val>
                                        </p:tav>
                                        <p:tav tm="100000">
                                          <p:val>
                                            <p:strVal val="#ppt_y"/>
                                          </p:val>
                                        </p:tav>
                                      </p:tavLst>
                                    </p:anim>
                                  </p:childTnLst>
                                </p:cTn>
                              </p:par>
                            </p:childTnLst>
                          </p:cTn>
                        </p:par>
                        <p:par>
                          <p:cTn id="52" fill="hold">
                            <p:stCondLst>
                              <p:cond delay="6500"/>
                            </p:stCondLst>
                            <p:childTnLst>
                              <p:par>
                                <p:cTn id="53" presetID="42" presetClass="entr" presetSubtype="0" fill="hold" nodeType="afterEffect">
                                  <p:stCondLst>
                                    <p:cond delay="0"/>
                                  </p:stCondLst>
                                  <p:childTnLst>
                                    <p:set>
                                      <p:cBhvr>
                                        <p:cTn id="54" dur="1" fill="hold">
                                          <p:stCondLst>
                                            <p:cond delay="0"/>
                                          </p:stCondLst>
                                        </p:cTn>
                                        <p:tgtEl>
                                          <p:spTgt spid="80"/>
                                        </p:tgtEl>
                                        <p:attrNameLst>
                                          <p:attrName>style.visibility</p:attrName>
                                        </p:attrNameLst>
                                      </p:cBhvr>
                                      <p:to>
                                        <p:strVal val="visible"/>
                                      </p:to>
                                    </p:set>
                                    <p:animEffect transition="in" filter="fade">
                                      <p:cBhvr>
                                        <p:cTn id="55" dur="1000"/>
                                        <p:tgtEl>
                                          <p:spTgt spid="80"/>
                                        </p:tgtEl>
                                      </p:cBhvr>
                                    </p:animEffect>
                                    <p:anim calcmode="lin" valueType="num">
                                      <p:cBhvr>
                                        <p:cTn id="56" dur="1000" fill="hold"/>
                                        <p:tgtEl>
                                          <p:spTgt spid="80"/>
                                        </p:tgtEl>
                                        <p:attrNameLst>
                                          <p:attrName>ppt_x</p:attrName>
                                        </p:attrNameLst>
                                      </p:cBhvr>
                                      <p:tavLst>
                                        <p:tav tm="0">
                                          <p:val>
                                            <p:strVal val="#ppt_x"/>
                                          </p:val>
                                        </p:tav>
                                        <p:tav tm="100000">
                                          <p:val>
                                            <p:strVal val="#ppt_x"/>
                                          </p:val>
                                        </p:tav>
                                      </p:tavLst>
                                    </p:anim>
                                    <p:anim calcmode="lin" valueType="num">
                                      <p:cBhvr>
                                        <p:cTn id="57"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1" grpId="0" animBg="1"/>
      <p:bldP spid="71" grpId="0" animBg="1"/>
      <p:bldP spid="72" grpId="0" animBg="1"/>
      <p:bldP spid="7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43E4671-6A39-4F05-B778-34DD058E1CC8}"/>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02</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研究方案</a:t>
            </a:r>
          </a:p>
        </p:txBody>
      </p:sp>
      <p:sp>
        <p:nvSpPr>
          <p:cNvPr id="51" name="矩形 5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91704B6-0AE0-49B6-BE5C-E629CC9CAA43}"/>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2" name="矩形 5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44CD062-96F5-403A-8D7D-5D848189AD56}"/>
              </a:ext>
            </a:extLst>
          </p:cNvPr>
          <p:cNvSpPr/>
          <p:nvPr/>
        </p:nvSpPr>
        <p:spPr>
          <a:xfrm rot="5400000">
            <a:off x="39309" y="1167608"/>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53" name="矩形 5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3AAF19F-CB75-4C23-9211-105AF6E5BD54}"/>
              </a:ext>
            </a:extLst>
          </p:cNvPr>
          <p:cNvSpPr/>
          <p:nvPr/>
        </p:nvSpPr>
        <p:spPr>
          <a:xfrm rot="5400000">
            <a:off x="-114578" y="2209130"/>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54" name="矩形 5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A7EB02-1C29-448A-B0D4-1CB8DDACD692}"/>
              </a:ext>
            </a:extLst>
          </p:cNvPr>
          <p:cNvSpPr/>
          <p:nvPr/>
        </p:nvSpPr>
        <p:spPr>
          <a:xfrm rot="5400000">
            <a:off x="-114578" y="3293132"/>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55" name="矩形 5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D1C3AA6-4A80-4006-AB2E-77150C271462}"/>
              </a:ext>
            </a:extLst>
          </p:cNvPr>
          <p:cNvSpPr/>
          <p:nvPr/>
        </p:nvSpPr>
        <p:spPr>
          <a:xfrm rot="5400000">
            <a:off x="-114579" y="4307403"/>
            <a:ext cx="800220"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56" name="矩形 5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DAC3C3-AC28-419F-8BF8-2944155C5D5B}"/>
              </a:ext>
            </a:extLst>
          </p:cNvPr>
          <p:cNvSpPr/>
          <p:nvPr/>
        </p:nvSpPr>
        <p:spPr>
          <a:xfrm rot="5400000">
            <a:off x="-114577" y="5166986"/>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57" name="矩形 5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19CFE2-D26A-4ACD-BEB8-9CA4090EE5AC}"/>
              </a:ext>
            </a:extLst>
          </p:cNvPr>
          <p:cNvSpPr/>
          <p:nvPr/>
        </p:nvSpPr>
        <p:spPr>
          <a:xfrm>
            <a:off x="525342" y="2018452"/>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65" name="组合 64">
            <a:extLst>
              <a:ext uri="{FF2B5EF4-FFF2-40B4-BE49-F238E27FC236}">
                <a16:creationId xmlns:a16="http://schemas.microsoft.com/office/drawing/2014/main" id="{41BEEE60-034C-4132-BDEA-C49D2B64CAEB}"/>
              </a:ext>
            </a:extLst>
          </p:cNvPr>
          <p:cNvGrpSpPr/>
          <p:nvPr/>
        </p:nvGrpSpPr>
        <p:grpSpPr>
          <a:xfrm>
            <a:off x="4087867" y="2272424"/>
            <a:ext cx="4252671" cy="3630742"/>
            <a:chOff x="3065697" y="1704201"/>
            <a:chExt cx="3189934" cy="2723424"/>
          </a:xfrm>
        </p:grpSpPr>
        <p:sp>
          <p:nvSpPr>
            <p:cNvPr id="66" name="Isosceles Triangle 3">
              <a:extLst>
                <a:ext uri="{FF2B5EF4-FFF2-40B4-BE49-F238E27FC236}">
                  <a16:creationId xmlns:a16="http://schemas.microsoft.com/office/drawing/2014/main" id="{F4D94161-36D7-443F-BFF6-EFCF5C91BBF5}"/>
                </a:ext>
              </a:extLst>
            </p:cNvPr>
            <p:cNvSpPr>
              <a:spLocks/>
            </p:cNvSpPr>
            <p:nvPr/>
          </p:nvSpPr>
          <p:spPr bwMode="gray">
            <a:xfrm>
              <a:off x="3761910" y="2274717"/>
              <a:ext cx="1809028" cy="1564814"/>
            </a:xfrm>
            <a:prstGeom prst="triangle">
              <a:avLst>
                <a:gd name="adj" fmla="val 50000"/>
              </a:avLst>
            </a:prstGeom>
            <a:noFill/>
            <a:ln w="25400" algn="ctr">
              <a:solidFill>
                <a:sysClr val="window" lastClr="FFFFFF">
                  <a:lumMod val="65000"/>
                </a:sysClr>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67" name="Group 6">
              <a:extLst>
                <a:ext uri="{FF2B5EF4-FFF2-40B4-BE49-F238E27FC236}">
                  <a16:creationId xmlns:a16="http://schemas.microsoft.com/office/drawing/2014/main" id="{1A1CCF0E-0CC6-4004-A7E1-9D465111504E}"/>
                </a:ext>
              </a:extLst>
            </p:cNvPr>
            <p:cNvGrpSpPr/>
            <p:nvPr/>
          </p:nvGrpSpPr>
          <p:grpSpPr>
            <a:xfrm>
              <a:off x="3979957" y="1704201"/>
              <a:ext cx="1361411" cy="1177082"/>
              <a:chOff x="5500410" y="2390056"/>
              <a:chExt cx="1815215" cy="1569442"/>
            </a:xfrm>
          </p:grpSpPr>
          <p:sp>
            <p:nvSpPr>
              <p:cNvPr id="100" name="Hexagon 30">
                <a:extLst>
                  <a:ext uri="{FF2B5EF4-FFF2-40B4-BE49-F238E27FC236}">
                    <a16:creationId xmlns:a16="http://schemas.microsoft.com/office/drawing/2014/main" id="{9FCAFF0B-A073-4FE2-B7AF-C7EE4E5307EA}"/>
                  </a:ext>
                </a:extLst>
              </p:cNvPr>
              <p:cNvSpPr>
                <a:spLocks/>
              </p:cNvSpPr>
              <p:nvPr/>
            </p:nvSpPr>
            <p:spPr bwMode="gray">
              <a:xfrm>
                <a:off x="5500410" y="2390056"/>
                <a:ext cx="1815215" cy="1569442"/>
              </a:xfrm>
              <a:prstGeom prst="hexagon">
                <a:avLst>
                  <a:gd name="adj" fmla="val 28916"/>
                  <a:gd name="vf" fmla="val 115470"/>
                </a:avLst>
              </a:prstGeom>
              <a:solidFill>
                <a:sysClr val="window" lastClr="FFFFFF">
                  <a:lumMod val="75000"/>
                </a:sysClr>
              </a:solidFill>
              <a:ln w="9525">
                <a:solidFill>
                  <a:srgbClr val="C0C0C0"/>
                </a:solidFill>
                <a:miter lim="800000"/>
                <a:headEnd/>
                <a:tailEnd/>
              </a:ln>
              <a:effectLs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1" name="Hexagon 31">
                <a:extLst>
                  <a:ext uri="{FF2B5EF4-FFF2-40B4-BE49-F238E27FC236}">
                    <a16:creationId xmlns:a16="http://schemas.microsoft.com/office/drawing/2014/main" id="{CB72307E-FA4F-4BFF-87CA-3AD78580FEF7}"/>
                  </a:ext>
                </a:extLst>
              </p:cNvPr>
              <p:cNvSpPr>
                <a:spLocks/>
              </p:cNvSpPr>
              <p:nvPr/>
            </p:nvSpPr>
            <p:spPr bwMode="gray">
              <a:xfrm>
                <a:off x="5606770" y="2484601"/>
                <a:ext cx="1595405" cy="1380351"/>
              </a:xfrm>
              <a:prstGeom prst="hexagon">
                <a:avLst>
                  <a:gd name="adj" fmla="val 28896"/>
                  <a:gd name="vf" fmla="val 115470"/>
                </a:avLst>
              </a:prstGeom>
              <a:solidFill>
                <a:srgbClr val="005DA2"/>
              </a:solidFill>
              <a:ln w="9525">
                <a:solidFill>
                  <a:sysClr val="window" lastClr="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102" name="Group 40">
                <a:extLst>
                  <a:ext uri="{FF2B5EF4-FFF2-40B4-BE49-F238E27FC236}">
                    <a16:creationId xmlns:a16="http://schemas.microsoft.com/office/drawing/2014/main" id="{E6A8DF8F-0C8C-4BDD-A539-9A322D203895}"/>
                  </a:ext>
                </a:extLst>
              </p:cNvPr>
              <p:cNvGrpSpPr/>
              <p:nvPr/>
            </p:nvGrpSpPr>
            <p:grpSpPr>
              <a:xfrm>
                <a:off x="6076617" y="2846714"/>
                <a:ext cx="692796" cy="656120"/>
                <a:chOff x="5133976" y="846136"/>
                <a:chExt cx="269875" cy="255588"/>
              </a:xfrm>
              <a:solidFill>
                <a:sysClr val="window" lastClr="FFFFFF"/>
              </a:solidFill>
            </p:grpSpPr>
            <p:sp>
              <p:nvSpPr>
                <p:cNvPr id="103" name="Freeform: Shape 41">
                  <a:extLst>
                    <a:ext uri="{FF2B5EF4-FFF2-40B4-BE49-F238E27FC236}">
                      <a16:creationId xmlns:a16="http://schemas.microsoft.com/office/drawing/2014/main" id="{4C749DA6-BB25-4160-BF6A-CF2267065280}"/>
                    </a:ext>
                  </a:extLst>
                </p:cNvPr>
                <p:cNvSpPr>
                  <a:spLocks/>
                </p:cNvSpPr>
                <p:nvPr/>
              </p:nvSpPr>
              <p:spPr bwMode="auto">
                <a:xfrm>
                  <a:off x="5191126" y="995361"/>
                  <a:ext cx="34925" cy="39688"/>
                </a:xfrm>
                <a:custGeom>
                  <a:avLst/>
                  <a:gdLst/>
                  <a:ahLst/>
                  <a:cxnLst>
                    <a:cxn ang="0">
                      <a:pos x="12" y="0"/>
                    </a:cxn>
                    <a:cxn ang="0">
                      <a:pos x="3" y="0"/>
                    </a:cxn>
                    <a:cxn ang="0">
                      <a:pos x="0" y="3"/>
                    </a:cxn>
                    <a:cxn ang="0">
                      <a:pos x="0" y="14"/>
                    </a:cxn>
                    <a:cxn ang="0">
                      <a:pos x="3" y="17"/>
                    </a:cxn>
                    <a:cxn ang="0">
                      <a:pos x="12" y="17"/>
                    </a:cxn>
                    <a:cxn ang="0">
                      <a:pos x="15" y="14"/>
                    </a:cxn>
                    <a:cxn ang="0">
                      <a:pos x="15" y="3"/>
                    </a:cxn>
                    <a:cxn ang="0">
                      <a:pos x="12" y="0"/>
                    </a:cxn>
                  </a:cxnLst>
                  <a:rect l="0" t="0" r="r" b="b"/>
                  <a:pathLst>
                    <a:path w="15" h="17">
                      <a:moveTo>
                        <a:pt x="12" y="0"/>
                      </a:moveTo>
                      <a:cubicBezTo>
                        <a:pt x="3" y="0"/>
                        <a:pt x="3" y="0"/>
                        <a:pt x="3" y="0"/>
                      </a:cubicBezTo>
                      <a:cubicBezTo>
                        <a:pt x="2" y="0"/>
                        <a:pt x="0" y="1"/>
                        <a:pt x="0" y="3"/>
                      </a:cubicBezTo>
                      <a:cubicBezTo>
                        <a:pt x="0" y="14"/>
                        <a:pt x="0" y="14"/>
                        <a:pt x="0" y="14"/>
                      </a:cubicBezTo>
                      <a:cubicBezTo>
                        <a:pt x="0" y="16"/>
                        <a:pt x="2" y="17"/>
                        <a:pt x="3" y="17"/>
                      </a:cubicBezTo>
                      <a:cubicBezTo>
                        <a:pt x="12" y="17"/>
                        <a:pt x="12" y="17"/>
                        <a:pt x="12" y="17"/>
                      </a:cubicBezTo>
                      <a:cubicBezTo>
                        <a:pt x="14" y="17"/>
                        <a:pt x="15" y="16"/>
                        <a:pt x="15" y="14"/>
                      </a:cubicBezTo>
                      <a:cubicBezTo>
                        <a:pt x="15" y="3"/>
                        <a:pt x="15" y="3"/>
                        <a:pt x="15" y="3"/>
                      </a:cubicBezTo>
                      <a:cubicBezTo>
                        <a:pt x="15" y="1"/>
                        <a:pt x="14" y="0"/>
                        <a:pt x="12" y="0"/>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4" name="Freeform: Shape 42">
                  <a:extLst>
                    <a:ext uri="{FF2B5EF4-FFF2-40B4-BE49-F238E27FC236}">
                      <a16:creationId xmlns:a16="http://schemas.microsoft.com/office/drawing/2014/main" id="{A7A04626-014D-4133-906D-62D5F7B89959}"/>
                    </a:ext>
                  </a:extLst>
                </p:cNvPr>
                <p:cNvSpPr>
                  <a:spLocks/>
                </p:cNvSpPr>
                <p:nvPr/>
              </p:nvSpPr>
              <p:spPr bwMode="auto">
                <a:xfrm>
                  <a:off x="5308601" y="1052511"/>
                  <a:ext cx="74613" cy="4763"/>
                </a:xfrm>
                <a:custGeom>
                  <a:avLst/>
                  <a:gdLst/>
                  <a:ahLst/>
                  <a:cxnLst>
                    <a:cxn ang="0">
                      <a:pos x="33" y="1"/>
                    </a:cxn>
                    <a:cxn ang="0">
                      <a:pos x="32" y="2"/>
                    </a:cxn>
                    <a:cxn ang="0">
                      <a:pos x="1" y="2"/>
                    </a:cxn>
                    <a:cxn ang="0">
                      <a:pos x="0" y="1"/>
                    </a:cxn>
                    <a:cxn ang="0">
                      <a:pos x="0" y="1"/>
                    </a:cxn>
                    <a:cxn ang="0">
                      <a:pos x="1" y="0"/>
                    </a:cxn>
                    <a:cxn ang="0">
                      <a:pos x="32" y="0"/>
                    </a:cxn>
                    <a:cxn ang="0">
                      <a:pos x="33" y="1"/>
                    </a:cxn>
                  </a:cxnLst>
                  <a:rect l="0" t="0" r="r" b="b"/>
                  <a:pathLst>
                    <a:path w="33" h="2">
                      <a:moveTo>
                        <a:pt x="33" y="1"/>
                      </a:moveTo>
                      <a:cubicBezTo>
                        <a:pt x="33" y="2"/>
                        <a:pt x="32" y="2"/>
                        <a:pt x="32" y="2"/>
                      </a:cubicBezTo>
                      <a:cubicBezTo>
                        <a:pt x="1" y="2"/>
                        <a:pt x="1" y="2"/>
                        <a:pt x="1" y="2"/>
                      </a:cubicBezTo>
                      <a:cubicBezTo>
                        <a:pt x="1" y="2"/>
                        <a:pt x="0" y="2"/>
                        <a:pt x="0" y="1"/>
                      </a:cubicBezTo>
                      <a:cubicBezTo>
                        <a:pt x="0" y="1"/>
                        <a:pt x="0" y="1"/>
                        <a:pt x="0" y="1"/>
                      </a:cubicBezTo>
                      <a:cubicBezTo>
                        <a:pt x="0" y="0"/>
                        <a:pt x="1" y="0"/>
                        <a:pt x="1" y="0"/>
                      </a:cubicBezTo>
                      <a:cubicBezTo>
                        <a:pt x="32" y="0"/>
                        <a:pt x="32" y="0"/>
                        <a:pt x="32" y="0"/>
                      </a:cubicBezTo>
                      <a:cubicBezTo>
                        <a:pt x="32" y="0"/>
                        <a:pt x="33" y="0"/>
                        <a:pt x="33" y="1"/>
                      </a:cubicBez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5" name="Freeform: Shape 43">
                  <a:extLst>
                    <a:ext uri="{FF2B5EF4-FFF2-40B4-BE49-F238E27FC236}">
                      <a16:creationId xmlns:a16="http://schemas.microsoft.com/office/drawing/2014/main" id="{9359DC36-4647-492B-A30D-158F930988AF}"/>
                    </a:ext>
                  </a:extLst>
                </p:cNvPr>
                <p:cNvSpPr>
                  <a:spLocks/>
                </p:cNvSpPr>
                <p:nvPr/>
              </p:nvSpPr>
              <p:spPr bwMode="auto">
                <a:xfrm>
                  <a:off x="5308601" y="993773"/>
                  <a:ext cx="31750" cy="6350"/>
                </a:xfrm>
                <a:custGeom>
                  <a:avLst/>
                  <a:gdLst/>
                  <a:ahLst/>
                  <a:cxnLst>
                    <a:cxn ang="0">
                      <a:pos x="14" y="2"/>
                    </a:cxn>
                    <a:cxn ang="0">
                      <a:pos x="13" y="3"/>
                    </a:cxn>
                    <a:cxn ang="0">
                      <a:pos x="1" y="3"/>
                    </a:cxn>
                    <a:cxn ang="0">
                      <a:pos x="0" y="2"/>
                    </a:cxn>
                    <a:cxn ang="0">
                      <a:pos x="0" y="1"/>
                    </a:cxn>
                    <a:cxn ang="0">
                      <a:pos x="1" y="0"/>
                    </a:cxn>
                    <a:cxn ang="0">
                      <a:pos x="13" y="0"/>
                    </a:cxn>
                    <a:cxn ang="0">
                      <a:pos x="14" y="1"/>
                    </a:cxn>
                    <a:cxn ang="0">
                      <a:pos x="14" y="2"/>
                    </a:cxn>
                  </a:cxnLst>
                  <a:rect l="0" t="0" r="r" b="b"/>
                  <a:pathLst>
                    <a:path w="14" h="3">
                      <a:moveTo>
                        <a:pt x="14" y="2"/>
                      </a:moveTo>
                      <a:cubicBezTo>
                        <a:pt x="14" y="3"/>
                        <a:pt x="14" y="3"/>
                        <a:pt x="13" y="3"/>
                      </a:cubicBezTo>
                      <a:cubicBezTo>
                        <a:pt x="1" y="3"/>
                        <a:pt x="1" y="3"/>
                        <a:pt x="1" y="3"/>
                      </a:cubicBezTo>
                      <a:cubicBezTo>
                        <a:pt x="1" y="3"/>
                        <a:pt x="0" y="3"/>
                        <a:pt x="0" y="2"/>
                      </a:cubicBezTo>
                      <a:cubicBezTo>
                        <a:pt x="0" y="1"/>
                        <a:pt x="0" y="1"/>
                        <a:pt x="0" y="1"/>
                      </a:cubicBezTo>
                      <a:cubicBezTo>
                        <a:pt x="0" y="1"/>
                        <a:pt x="1" y="0"/>
                        <a:pt x="1" y="0"/>
                      </a:cubicBezTo>
                      <a:cubicBezTo>
                        <a:pt x="13" y="0"/>
                        <a:pt x="13" y="0"/>
                        <a:pt x="13" y="0"/>
                      </a:cubicBezTo>
                      <a:cubicBezTo>
                        <a:pt x="14" y="0"/>
                        <a:pt x="14" y="1"/>
                        <a:pt x="14" y="1"/>
                      </a:cubicBezTo>
                      <a:lnTo>
                        <a:pt x="14" y="2"/>
                      </a:ln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6" name="Freeform: Shape 44">
                  <a:extLst>
                    <a:ext uri="{FF2B5EF4-FFF2-40B4-BE49-F238E27FC236}">
                      <a16:creationId xmlns:a16="http://schemas.microsoft.com/office/drawing/2014/main" id="{340C4C48-1BEE-4807-8E62-C580FAE4DCA7}"/>
                    </a:ext>
                  </a:extLst>
                </p:cNvPr>
                <p:cNvSpPr>
                  <a:spLocks/>
                </p:cNvSpPr>
                <p:nvPr/>
              </p:nvSpPr>
              <p:spPr bwMode="auto">
                <a:xfrm>
                  <a:off x="5351463" y="1071561"/>
                  <a:ext cx="30163" cy="6350"/>
                </a:xfrm>
                <a:custGeom>
                  <a:avLst/>
                  <a:gdLst/>
                  <a:ahLst/>
                  <a:cxnLst>
                    <a:cxn ang="0">
                      <a:pos x="13" y="2"/>
                    </a:cxn>
                    <a:cxn ang="0">
                      <a:pos x="13" y="3"/>
                    </a:cxn>
                    <a:cxn ang="0">
                      <a:pos x="1" y="3"/>
                    </a:cxn>
                    <a:cxn ang="0">
                      <a:pos x="0" y="2"/>
                    </a:cxn>
                    <a:cxn ang="0">
                      <a:pos x="0" y="1"/>
                    </a:cxn>
                    <a:cxn ang="0">
                      <a:pos x="1" y="0"/>
                    </a:cxn>
                    <a:cxn ang="0">
                      <a:pos x="13" y="0"/>
                    </a:cxn>
                    <a:cxn ang="0">
                      <a:pos x="13" y="1"/>
                    </a:cxn>
                    <a:cxn ang="0">
                      <a:pos x="13" y="2"/>
                    </a:cxn>
                  </a:cxnLst>
                  <a:rect l="0" t="0" r="r" b="b"/>
                  <a:pathLst>
                    <a:path w="13" h="3">
                      <a:moveTo>
                        <a:pt x="13" y="2"/>
                      </a:moveTo>
                      <a:cubicBezTo>
                        <a:pt x="13" y="2"/>
                        <a:pt x="13" y="3"/>
                        <a:pt x="13" y="3"/>
                      </a:cubicBezTo>
                      <a:cubicBezTo>
                        <a:pt x="1" y="3"/>
                        <a:pt x="1" y="3"/>
                        <a:pt x="1" y="3"/>
                      </a:cubicBezTo>
                      <a:cubicBezTo>
                        <a:pt x="0" y="3"/>
                        <a:pt x="0" y="2"/>
                        <a:pt x="0" y="2"/>
                      </a:cubicBezTo>
                      <a:cubicBezTo>
                        <a:pt x="0" y="1"/>
                        <a:pt x="0" y="1"/>
                        <a:pt x="0" y="1"/>
                      </a:cubicBezTo>
                      <a:cubicBezTo>
                        <a:pt x="0" y="1"/>
                        <a:pt x="0" y="0"/>
                        <a:pt x="1" y="0"/>
                      </a:cubicBezTo>
                      <a:cubicBezTo>
                        <a:pt x="13" y="0"/>
                        <a:pt x="13" y="0"/>
                        <a:pt x="13" y="0"/>
                      </a:cubicBezTo>
                      <a:cubicBezTo>
                        <a:pt x="13" y="0"/>
                        <a:pt x="13" y="1"/>
                        <a:pt x="13" y="1"/>
                      </a:cubicBezTo>
                      <a:lnTo>
                        <a:pt x="13" y="2"/>
                      </a:ln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7" name="Freeform: Shape 45">
                  <a:extLst>
                    <a:ext uri="{FF2B5EF4-FFF2-40B4-BE49-F238E27FC236}">
                      <a16:creationId xmlns:a16="http://schemas.microsoft.com/office/drawing/2014/main" id="{2EF9009A-BA1B-4DE1-8E79-8CB5ABCF6456}"/>
                    </a:ext>
                  </a:extLst>
                </p:cNvPr>
                <p:cNvSpPr>
                  <a:spLocks/>
                </p:cNvSpPr>
                <p:nvPr/>
              </p:nvSpPr>
              <p:spPr bwMode="auto">
                <a:xfrm>
                  <a:off x="5308601" y="1014411"/>
                  <a:ext cx="44450" cy="4763"/>
                </a:xfrm>
                <a:custGeom>
                  <a:avLst/>
                  <a:gdLst/>
                  <a:ahLst/>
                  <a:cxnLst>
                    <a:cxn ang="0">
                      <a:pos x="20" y="1"/>
                    </a:cxn>
                    <a:cxn ang="0">
                      <a:pos x="19" y="2"/>
                    </a:cxn>
                    <a:cxn ang="0">
                      <a:pos x="1" y="2"/>
                    </a:cxn>
                    <a:cxn ang="0">
                      <a:pos x="0" y="1"/>
                    </a:cxn>
                    <a:cxn ang="0">
                      <a:pos x="0" y="1"/>
                    </a:cxn>
                    <a:cxn ang="0">
                      <a:pos x="1" y="0"/>
                    </a:cxn>
                    <a:cxn ang="0">
                      <a:pos x="19" y="0"/>
                    </a:cxn>
                    <a:cxn ang="0">
                      <a:pos x="20" y="1"/>
                    </a:cxn>
                  </a:cxnLst>
                  <a:rect l="0" t="0" r="r" b="b"/>
                  <a:pathLst>
                    <a:path w="20" h="2">
                      <a:moveTo>
                        <a:pt x="20" y="1"/>
                      </a:moveTo>
                      <a:cubicBezTo>
                        <a:pt x="20" y="2"/>
                        <a:pt x="20" y="2"/>
                        <a:pt x="19" y="2"/>
                      </a:cubicBezTo>
                      <a:cubicBezTo>
                        <a:pt x="1" y="2"/>
                        <a:pt x="1" y="2"/>
                        <a:pt x="1" y="2"/>
                      </a:cubicBezTo>
                      <a:cubicBezTo>
                        <a:pt x="1" y="2"/>
                        <a:pt x="0" y="2"/>
                        <a:pt x="0" y="1"/>
                      </a:cubicBezTo>
                      <a:cubicBezTo>
                        <a:pt x="0" y="1"/>
                        <a:pt x="0" y="1"/>
                        <a:pt x="0" y="1"/>
                      </a:cubicBezTo>
                      <a:cubicBezTo>
                        <a:pt x="0" y="0"/>
                        <a:pt x="1" y="0"/>
                        <a:pt x="1" y="0"/>
                      </a:cubicBezTo>
                      <a:cubicBezTo>
                        <a:pt x="19" y="0"/>
                        <a:pt x="19" y="0"/>
                        <a:pt x="19" y="0"/>
                      </a:cubicBezTo>
                      <a:cubicBezTo>
                        <a:pt x="20" y="0"/>
                        <a:pt x="20" y="0"/>
                        <a:pt x="20" y="1"/>
                      </a:cubicBez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8" name="Freeform: Shape 46">
                  <a:extLst>
                    <a:ext uri="{FF2B5EF4-FFF2-40B4-BE49-F238E27FC236}">
                      <a16:creationId xmlns:a16="http://schemas.microsoft.com/office/drawing/2014/main" id="{59087355-2BD9-40BE-A9FD-B6225B9966E2}"/>
                    </a:ext>
                  </a:extLst>
                </p:cNvPr>
                <p:cNvSpPr>
                  <a:spLocks/>
                </p:cNvSpPr>
                <p:nvPr/>
              </p:nvSpPr>
              <p:spPr bwMode="auto">
                <a:xfrm>
                  <a:off x="5308601" y="1031873"/>
                  <a:ext cx="74613" cy="7938"/>
                </a:xfrm>
                <a:custGeom>
                  <a:avLst/>
                  <a:gdLst/>
                  <a:ahLst/>
                  <a:cxnLst>
                    <a:cxn ang="0">
                      <a:pos x="33" y="2"/>
                    </a:cxn>
                    <a:cxn ang="0">
                      <a:pos x="32" y="3"/>
                    </a:cxn>
                    <a:cxn ang="0">
                      <a:pos x="1" y="3"/>
                    </a:cxn>
                    <a:cxn ang="0">
                      <a:pos x="0" y="2"/>
                    </a:cxn>
                    <a:cxn ang="0">
                      <a:pos x="0" y="1"/>
                    </a:cxn>
                    <a:cxn ang="0">
                      <a:pos x="1" y="0"/>
                    </a:cxn>
                    <a:cxn ang="0">
                      <a:pos x="32" y="0"/>
                    </a:cxn>
                    <a:cxn ang="0">
                      <a:pos x="33" y="1"/>
                    </a:cxn>
                    <a:cxn ang="0">
                      <a:pos x="33" y="2"/>
                    </a:cxn>
                  </a:cxnLst>
                  <a:rect l="0" t="0" r="r" b="b"/>
                  <a:pathLst>
                    <a:path w="33" h="3">
                      <a:moveTo>
                        <a:pt x="33" y="2"/>
                      </a:moveTo>
                      <a:cubicBezTo>
                        <a:pt x="33" y="2"/>
                        <a:pt x="32" y="3"/>
                        <a:pt x="32" y="3"/>
                      </a:cubicBezTo>
                      <a:cubicBezTo>
                        <a:pt x="1" y="3"/>
                        <a:pt x="1" y="3"/>
                        <a:pt x="1" y="3"/>
                      </a:cubicBezTo>
                      <a:cubicBezTo>
                        <a:pt x="1" y="3"/>
                        <a:pt x="0" y="2"/>
                        <a:pt x="0" y="2"/>
                      </a:cubicBezTo>
                      <a:cubicBezTo>
                        <a:pt x="0" y="1"/>
                        <a:pt x="0" y="1"/>
                        <a:pt x="0" y="1"/>
                      </a:cubicBezTo>
                      <a:cubicBezTo>
                        <a:pt x="0" y="1"/>
                        <a:pt x="1" y="0"/>
                        <a:pt x="1" y="0"/>
                      </a:cubicBezTo>
                      <a:cubicBezTo>
                        <a:pt x="32" y="0"/>
                        <a:pt x="32" y="0"/>
                        <a:pt x="32" y="0"/>
                      </a:cubicBezTo>
                      <a:cubicBezTo>
                        <a:pt x="32" y="0"/>
                        <a:pt x="33" y="1"/>
                        <a:pt x="33" y="1"/>
                      </a:cubicBezTo>
                      <a:lnTo>
                        <a:pt x="33" y="2"/>
                      </a:ln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09" name="Freeform: Shape 47">
                  <a:extLst>
                    <a:ext uri="{FF2B5EF4-FFF2-40B4-BE49-F238E27FC236}">
                      <a16:creationId xmlns:a16="http://schemas.microsoft.com/office/drawing/2014/main" id="{F7191FE4-F19A-42AF-8894-E1496F67E6B4}"/>
                    </a:ext>
                  </a:extLst>
                </p:cNvPr>
                <p:cNvSpPr>
                  <a:spLocks/>
                </p:cNvSpPr>
                <p:nvPr/>
              </p:nvSpPr>
              <p:spPr bwMode="auto">
                <a:xfrm>
                  <a:off x="5287963" y="963611"/>
                  <a:ext cx="115888" cy="138113"/>
                </a:xfrm>
                <a:custGeom>
                  <a:avLst/>
                  <a:gdLst/>
                  <a:ahLst/>
                  <a:cxnLst>
                    <a:cxn ang="0">
                      <a:pos x="47" y="58"/>
                    </a:cxn>
                    <a:cxn ang="0">
                      <a:pos x="3" y="58"/>
                    </a:cxn>
                    <a:cxn ang="0">
                      <a:pos x="3" y="57"/>
                    </a:cxn>
                    <a:cxn ang="0">
                      <a:pos x="3" y="4"/>
                    </a:cxn>
                    <a:cxn ang="0">
                      <a:pos x="4" y="3"/>
                    </a:cxn>
                    <a:cxn ang="0">
                      <a:pos x="28" y="3"/>
                    </a:cxn>
                    <a:cxn ang="0">
                      <a:pos x="29" y="5"/>
                    </a:cxn>
                    <a:cxn ang="0">
                      <a:pos x="29" y="16"/>
                    </a:cxn>
                    <a:cxn ang="0">
                      <a:pos x="33" y="20"/>
                    </a:cxn>
                    <a:cxn ang="0">
                      <a:pos x="48" y="20"/>
                    </a:cxn>
                    <a:cxn ang="0">
                      <a:pos x="48" y="21"/>
                    </a:cxn>
                    <a:cxn ang="0">
                      <a:pos x="48" y="57"/>
                    </a:cxn>
                    <a:cxn ang="0">
                      <a:pos x="47" y="58"/>
                    </a:cxn>
                    <a:cxn ang="0">
                      <a:pos x="32" y="6"/>
                    </a:cxn>
                    <a:cxn ang="0">
                      <a:pos x="33" y="6"/>
                    </a:cxn>
                    <a:cxn ang="0">
                      <a:pos x="45" y="16"/>
                    </a:cxn>
                    <a:cxn ang="0">
                      <a:pos x="45" y="17"/>
                    </a:cxn>
                    <a:cxn ang="0">
                      <a:pos x="33" y="17"/>
                    </a:cxn>
                    <a:cxn ang="0">
                      <a:pos x="32" y="16"/>
                    </a:cxn>
                    <a:cxn ang="0">
                      <a:pos x="32" y="6"/>
                    </a:cxn>
                    <a:cxn ang="0">
                      <a:pos x="49" y="15"/>
                    </a:cxn>
                    <a:cxn ang="0">
                      <a:pos x="33" y="2"/>
                    </a:cxn>
                    <a:cxn ang="0">
                      <a:pos x="28" y="0"/>
                    </a:cxn>
                    <a:cxn ang="0">
                      <a:pos x="4" y="0"/>
                    </a:cxn>
                    <a:cxn ang="0">
                      <a:pos x="0" y="4"/>
                    </a:cxn>
                    <a:cxn ang="0">
                      <a:pos x="0" y="57"/>
                    </a:cxn>
                    <a:cxn ang="0">
                      <a:pos x="4" y="60"/>
                    </a:cxn>
                    <a:cxn ang="0">
                      <a:pos x="47" y="60"/>
                    </a:cxn>
                    <a:cxn ang="0">
                      <a:pos x="51" y="57"/>
                    </a:cxn>
                    <a:cxn ang="0">
                      <a:pos x="51" y="20"/>
                    </a:cxn>
                    <a:cxn ang="0">
                      <a:pos x="49" y="15"/>
                    </a:cxn>
                  </a:cxnLst>
                  <a:rect l="0" t="0" r="r" b="b"/>
                  <a:pathLst>
                    <a:path w="51" h="60">
                      <a:moveTo>
                        <a:pt x="47" y="58"/>
                      </a:moveTo>
                      <a:cubicBezTo>
                        <a:pt x="3" y="58"/>
                        <a:pt x="3" y="58"/>
                        <a:pt x="3" y="58"/>
                      </a:cubicBezTo>
                      <a:cubicBezTo>
                        <a:pt x="3" y="58"/>
                        <a:pt x="3" y="58"/>
                        <a:pt x="3" y="57"/>
                      </a:cubicBezTo>
                      <a:cubicBezTo>
                        <a:pt x="3" y="4"/>
                        <a:pt x="3" y="4"/>
                        <a:pt x="3" y="4"/>
                      </a:cubicBezTo>
                      <a:cubicBezTo>
                        <a:pt x="3" y="4"/>
                        <a:pt x="3" y="3"/>
                        <a:pt x="4" y="3"/>
                      </a:cubicBezTo>
                      <a:cubicBezTo>
                        <a:pt x="28" y="3"/>
                        <a:pt x="28" y="3"/>
                        <a:pt x="28" y="3"/>
                      </a:cubicBezTo>
                      <a:cubicBezTo>
                        <a:pt x="29" y="3"/>
                        <a:pt x="29" y="3"/>
                        <a:pt x="29" y="5"/>
                      </a:cubicBezTo>
                      <a:cubicBezTo>
                        <a:pt x="29" y="16"/>
                        <a:pt x="29" y="16"/>
                        <a:pt x="29" y="16"/>
                      </a:cubicBezTo>
                      <a:cubicBezTo>
                        <a:pt x="29" y="18"/>
                        <a:pt x="31" y="20"/>
                        <a:pt x="33" y="20"/>
                      </a:cubicBezTo>
                      <a:cubicBezTo>
                        <a:pt x="48" y="20"/>
                        <a:pt x="48" y="20"/>
                        <a:pt x="48" y="20"/>
                      </a:cubicBezTo>
                      <a:cubicBezTo>
                        <a:pt x="48" y="20"/>
                        <a:pt x="48" y="20"/>
                        <a:pt x="48" y="21"/>
                      </a:cubicBezTo>
                      <a:cubicBezTo>
                        <a:pt x="48" y="57"/>
                        <a:pt x="48" y="57"/>
                        <a:pt x="48" y="57"/>
                      </a:cubicBezTo>
                      <a:cubicBezTo>
                        <a:pt x="48" y="57"/>
                        <a:pt x="48" y="58"/>
                        <a:pt x="47" y="58"/>
                      </a:cubicBezTo>
                      <a:moveTo>
                        <a:pt x="32" y="6"/>
                      </a:moveTo>
                      <a:cubicBezTo>
                        <a:pt x="32" y="5"/>
                        <a:pt x="33" y="6"/>
                        <a:pt x="33" y="6"/>
                      </a:cubicBezTo>
                      <a:cubicBezTo>
                        <a:pt x="45" y="16"/>
                        <a:pt x="45" y="16"/>
                        <a:pt x="45" y="16"/>
                      </a:cubicBezTo>
                      <a:cubicBezTo>
                        <a:pt x="45" y="16"/>
                        <a:pt x="46" y="17"/>
                        <a:pt x="45" y="17"/>
                      </a:cubicBezTo>
                      <a:cubicBezTo>
                        <a:pt x="33" y="17"/>
                        <a:pt x="33" y="17"/>
                        <a:pt x="33" y="17"/>
                      </a:cubicBezTo>
                      <a:cubicBezTo>
                        <a:pt x="33" y="17"/>
                        <a:pt x="32" y="17"/>
                        <a:pt x="32" y="16"/>
                      </a:cubicBezTo>
                      <a:lnTo>
                        <a:pt x="32" y="6"/>
                      </a:lnTo>
                      <a:close/>
                      <a:moveTo>
                        <a:pt x="49" y="15"/>
                      </a:moveTo>
                      <a:cubicBezTo>
                        <a:pt x="33" y="2"/>
                        <a:pt x="33" y="2"/>
                        <a:pt x="33" y="2"/>
                      </a:cubicBezTo>
                      <a:cubicBezTo>
                        <a:pt x="32" y="1"/>
                        <a:pt x="30" y="0"/>
                        <a:pt x="28" y="0"/>
                      </a:cubicBezTo>
                      <a:cubicBezTo>
                        <a:pt x="4" y="0"/>
                        <a:pt x="4" y="0"/>
                        <a:pt x="4" y="0"/>
                      </a:cubicBezTo>
                      <a:cubicBezTo>
                        <a:pt x="2" y="0"/>
                        <a:pt x="0" y="2"/>
                        <a:pt x="0" y="4"/>
                      </a:cubicBezTo>
                      <a:cubicBezTo>
                        <a:pt x="0" y="57"/>
                        <a:pt x="0" y="57"/>
                        <a:pt x="0" y="57"/>
                      </a:cubicBezTo>
                      <a:cubicBezTo>
                        <a:pt x="0" y="60"/>
                        <a:pt x="4" y="60"/>
                        <a:pt x="4" y="60"/>
                      </a:cubicBezTo>
                      <a:cubicBezTo>
                        <a:pt x="47" y="60"/>
                        <a:pt x="47" y="60"/>
                        <a:pt x="47" y="60"/>
                      </a:cubicBezTo>
                      <a:cubicBezTo>
                        <a:pt x="49" y="60"/>
                        <a:pt x="51" y="59"/>
                        <a:pt x="51" y="57"/>
                      </a:cubicBezTo>
                      <a:cubicBezTo>
                        <a:pt x="51" y="20"/>
                        <a:pt x="51" y="20"/>
                        <a:pt x="51" y="20"/>
                      </a:cubicBezTo>
                      <a:cubicBezTo>
                        <a:pt x="51" y="18"/>
                        <a:pt x="50" y="16"/>
                        <a:pt x="49" y="15"/>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110" name="Freeform: Shape 48">
                  <a:extLst>
                    <a:ext uri="{FF2B5EF4-FFF2-40B4-BE49-F238E27FC236}">
                      <a16:creationId xmlns:a16="http://schemas.microsoft.com/office/drawing/2014/main" id="{488A8753-753E-4C80-8ADC-125C71AAA3F6}"/>
                    </a:ext>
                  </a:extLst>
                </p:cNvPr>
                <p:cNvSpPr>
                  <a:spLocks/>
                </p:cNvSpPr>
                <p:nvPr/>
              </p:nvSpPr>
              <p:spPr bwMode="auto">
                <a:xfrm>
                  <a:off x="5133976" y="846136"/>
                  <a:ext cx="268288" cy="247650"/>
                </a:xfrm>
                <a:custGeom>
                  <a:avLst/>
                  <a:gdLst/>
                  <a:ahLst/>
                  <a:cxnLst>
                    <a:cxn ang="0">
                      <a:pos x="37" y="7"/>
                    </a:cxn>
                    <a:cxn ang="0">
                      <a:pos x="37" y="7"/>
                    </a:cxn>
                    <a:cxn ang="0">
                      <a:pos x="79" y="7"/>
                    </a:cxn>
                    <a:cxn ang="0">
                      <a:pos x="80" y="8"/>
                    </a:cxn>
                    <a:cxn ang="0">
                      <a:pos x="80" y="14"/>
                    </a:cxn>
                    <a:cxn ang="0">
                      <a:pos x="79" y="14"/>
                    </a:cxn>
                    <a:cxn ang="0">
                      <a:pos x="37" y="14"/>
                    </a:cxn>
                    <a:cxn ang="0">
                      <a:pos x="37" y="14"/>
                    </a:cxn>
                    <a:cxn ang="0">
                      <a:pos x="37" y="7"/>
                    </a:cxn>
                    <a:cxn ang="0">
                      <a:pos x="61" y="102"/>
                    </a:cxn>
                    <a:cxn ang="0">
                      <a:pos x="60" y="101"/>
                    </a:cxn>
                    <a:cxn ang="0">
                      <a:pos x="13" y="101"/>
                    </a:cxn>
                    <a:cxn ang="0">
                      <a:pos x="10" y="99"/>
                    </a:cxn>
                    <a:cxn ang="0">
                      <a:pos x="10" y="74"/>
                    </a:cxn>
                    <a:cxn ang="0">
                      <a:pos x="11" y="73"/>
                    </a:cxn>
                    <a:cxn ang="0">
                      <a:pos x="17" y="73"/>
                    </a:cxn>
                    <a:cxn ang="0">
                      <a:pos x="18" y="72"/>
                    </a:cxn>
                    <a:cxn ang="0">
                      <a:pos x="18" y="66"/>
                    </a:cxn>
                    <a:cxn ang="0">
                      <a:pos x="24" y="57"/>
                    </a:cxn>
                    <a:cxn ang="0">
                      <a:pos x="42" y="57"/>
                    </a:cxn>
                    <a:cxn ang="0">
                      <a:pos x="48" y="66"/>
                    </a:cxn>
                    <a:cxn ang="0">
                      <a:pos x="48" y="72"/>
                    </a:cxn>
                    <a:cxn ang="0">
                      <a:pos x="49" y="73"/>
                    </a:cxn>
                    <a:cxn ang="0">
                      <a:pos x="60" y="73"/>
                    </a:cxn>
                    <a:cxn ang="0">
                      <a:pos x="61" y="72"/>
                    </a:cxn>
                    <a:cxn ang="0">
                      <a:pos x="61" y="53"/>
                    </a:cxn>
                    <a:cxn ang="0">
                      <a:pos x="69" y="45"/>
                    </a:cxn>
                    <a:cxn ang="0">
                      <a:pos x="96" y="45"/>
                    </a:cxn>
                    <a:cxn ang="0">
                      <a:pos x="104" y="48"/>
                    </a:cxn>
                    <a:cxn ang="0">
                      <a:pos x="116" y="58"/>
                    </a:cxn>
                    <a:cxn ang="0">
                      <a:pos x="117" y="57"/>
                    </a:cxn>
                    <a:cxn ang="0">
                      <a:pos x="117" y="20"/>
                    </a:cxn>
                    <a:cxn ang="0">
                      <a:pos x="111" y="14"/>
                    </a:cxn>
                    <a:cxn ang="0">
                      <a:pos x="87" y="14"/>
                    </a:cxn>
                    <a:cxn ang="0">
                      <a:pos x="86" y="14"/>
                    </a:cxn>
                    <a:cxn ang="0">
                      <a:pos x="86" y="7"/>
                    </a:cxn>
                    <a:cxn ang="0">
                      <a:pos x="80" y="0"/>
                    </a:cxn>
                    <a:cxn ang="0">
                      <a:pos x="37" y="0"/>
                    </a:cxn>
                    <a:cxn ang="0">
                      <a:pos x="30" y="7"/>
                    </a:cxn>
                    <a:cxn ang="0">
                      <a:pos x="30" y="14"/>
                    </a:cxn>
                    <a:cxn ang="0">
                      <a:pos x="30" y="14"/>
                    </a:cxn>
                    <a:cxn ang="0">
                      <a:pos x="6" y="14"/>
                    </a:cxn>
                    <a:cxn ang="0">
                      <a:pos x="0" y="20"/>
                    </a:cxn>
                    <a:cxn ang="0">
                      <a:pos x="0" y="67"/>
                    </a:cxn>
                    <a:cxn ang="0">
                      <a:pos x="3" y="72"/>
                    </a:cxn>
                    <a:cxn ang="0">
                      <a:pos x="4" y="74"/>
                    </a:cxn>
                    <a:cxn ang="0">
                      <a:pos x="4" y="99"/>
                    </a:cxn>
                    <a:cxn ang="0">
                      <a:pos x="13" y="108"/>
                    </a:cxn>
                    <a:cxn ang="0">
                      <a:pos x="61" y="108"/>
                    </a:cxn>
                    <a:cxn ang="0">
                      <a:pos x="61" y="108"/>
                    </a:cxn>
                    <a:cxn ang="0">
                      <a:pos x="61" y="102"/>
                    </a:cxn>
                  </a:cxnLst>
                  <a:rect l="0" t="0" r="r" b="b"/>
                  <a:pathLst>
                    <a:path w="117" h="108">
                      <a:moveTo>
                        <a:pt x="37" y="7"/>
                      </a:moveTo>
                      <a:cubicBezTo>
                        <a:pt x="37" y="7"/>
                        <a:pt x="37" y="7"/>
                        <a:pt x="37" y="7"/>
                      </a:cubicBezTo>
                      <a:cubicBezTo>
                        <a:pt x="79" y="7"/>
                        <a:pt x="79" y="7"/>
                        <a:pt x="79" y="7"/>
                      </a:cubicBezTo>
                      <a:cubicBezTo>
                        <a:pt x="79" y="7"/>
                        <a:pt x="80" y="7"/>
                        <a:pt x="80" y="8"/>
                      </a:cubicBezTo>
                      <a:cubicBezTo>
                        <a:pt x="80" y="14"/>
                        <a:pt x="80" y="14"/>
                        <a:pt x="80" y="14"/>
                      </a:cubicBezTo>
                      <a:cubicBezTo>
                        <a:pt x="80" y="14"/>
                        <a:pt x="79" y="14"/>
                        <a:pt x="79" y="14"/>
                      </a:cubicBezTo>
                      <a:cubicBezTo>
                        <a:pt x="37" y="14"/>
                        <a:pt x="37" y="14"/>
                        <a:pt x="37" y="14"/>
                      </a:cubicBezTo>
                      <a:cubicBezTo>
                        <a:pt x="37" y="14"/>
                        <a:pt x="37" y="14"/>
                        <a:pt x="37" y="14"/>
                      </a:cubicBezTo>
                      <a:lnTo>
                        <a:pt x="37" y="7"/>
                      </a:lnTo>
                      <a:close/>
                      <a:moveTo>
                        <a:pt x="61" y="102"/>
                      </a:moveTo>
                      <a:cubicBezTo>
                        <a:pt x="61" y="101"/>
                        <a:pt x="60" y="101"/>
                        <a:pt x="60" y="101"/>
                      </a:cubicBezTo>
                      <a:cubicBezTo>
                        <a:pt x="13" y="101"/>
                        <a:pt x="13" y="101"/>
                        <a:pt x="13" y="101"/>
                      </a:cubicBezTo>
                      <a:cubicBezTo>
                        <a:pt x="11" y="101"/>
                        <a:pt x="10" y="100"/>
                        <a:pt x="10" y="99"/>
                      </a:cubicBezTo>
                      <a:cubicBezTo>
                        <a:pt x="10" y="74"/>
                        <a:pt x="10" y="74"/>
                        <a:pt x="10" y="74"/>
                      </a:cubicBezTo>
                      <a:cubicBezTo>
                        <a:pt x="10" y="74"/>
                        <a:pt x="10" y="73"/>
                        <a:pt x="11" y="73"/>
                      </a:cubicBezTo>
                      <a:cubicBezTo>
                        <a:pt x="17" y="73"/>
                        <a:pt x="17" y="73"/>
                        <a:pt x="17" y="73"/>
                      </a:cubicBezTo>
                      <a:cubicBezTo>
                        <a:pt x="17" y="73"/>
                        <a:pt x="18" y="73"/>
                        <a:pt x="18" y="72"/>
                      </a:cubicBezTo>
                      <a:cubicBezTo>
                        <a:pt x="18" y="66"/>
                        <a:pt x="18" y="66"/>
                        <a:pt x="18" y="66"/>
                      </a:cubicBezTo>
                      <a:cubicBezTo>
                        <a:pt x="18" y="63"/>
                        <a:pt x="18" y="57"/>
                        <a:pt x="24" y="57"/>
                      </a:cubicBezTo>
                      <a:cubicBezTo>
                        <a:pt x="42" y="57"/>
                        <a:pt x="42" y="57"/>
                        <a:pt x="42" y="57"/>
                      </a:cubicBezTo>
                      <a:cubicBezTo>
                        <a:pt x="47" y="57"/>
                        <a:pt x="48" y="63"/>
                        <a:pt x="48" y="66"/>
                      </a:cubicBezTo>
                      <a:cubicBezTo>
                        <a:pt x="48" y="72"/>
                        <a:pt x="48" y="72"/>
                        <a:pt x="48" y="72"/>
                      </a:cubicBezTo>
                      <a:cubicBezTo>
                        <a:pt x="48" y="73"/>
                        <a:pt x="49" y="73"/>
                        <a:pt x="49" y="73"/>
                      </a:cubicBezTo>
                      <a:cubicBezTo>
                        <a:pt x="60" y="73"/>
                        <a:pt x="60" y="73"/>
                        <a:pt x="60" y="73"/>
                      </a:cubicBezTo>
                      <a:cubicBezTo>
                        <a:pt x="61" y="73"/>
                        <a:pt x="61" y="72"/>
                        <a:pt x="61" y="72"/>
                      </a:cubicBezTo>
                      <a:cubicBezTo>
                        <a:pt x="61" y="53"/>
                        <a:pt x="61" y="53"/>
                        <a:pt x="61" y="53"/>
                      </a:cubicBezTo>
                      <a:cubicBezTo>
                        <a:pt x="61" y="48"/>
                        <a:pt x="65" y="45"/>
                        <a:pt x="69" y="45"/>
                      </a:cubicBezTo>
                      <a:cubicBezTo>
                        <a:pt x="96" y="45"/>
                        <a:pt x="96" y="45"/>
                        <a:pt x="96" y="45"/>
                      </a:cubicBezTo>
                      <a:cubicBezTo>
                        <a:pt x="99" y="45"/>
                        <a:pt x="102" y="46"/>
                        <a:pt x="104" y="48"/>
                      </a:cubicBezTo>
                      <a:cubicBezTo>
                        <a:pt x="104" y="48"/>
                        <a:pt x="113" y="55"/>
                        <a:pt x="116" y="58"/>
                      </a:cubicBezTo>
                      <a:cubicBezTo>
                        <a:pt x="116" y="58"/>
                        <a:pt x="117" y="58"/>
                        <a:pt x="117" y="57"/>
                      </a:cubicBezTo>
                      <a:cubicBezTo>
                        <a:pt x="117" y="20"/>
                        <a:pt x="117" y="20"/>
                        <a:pt x="117" y="20"/>
                      </a:cubicBezTo>
                      <a:cubicBezTo>
                        <a:pt x="117" y="17"/>
                        <a:pt x="114" y="14"/>
                        <a:pt x="111" y="14"/>
                      </a:cubicBezTo>
                      <a:cubicBezTo>
                        <a:pt x="87" y="14"/>
                        <a:pt x="87" y="14"/>
                        <a:pt x="87" y="14"/>
                      </a:cubicBezTo>
                      <a:cubicBezTo>
                        <a:pt x="87" y="14"/>
                        <a:pt x="86" y="14"/>
                        <a:pt x="86" y="14"/>
                      </a:cubicBezTo>
                      <a:cubicBezTo>
                        <a:pt x="86" y="7"/>
                        <a:pt x="86" y="7"/>
                        <a:pt x="86" y="7"/>
                      </a:cubicBezTo>
                      <a:cubicBezTo>
                        <a:pt x="86" y="3"/>
                        <a:pt x="83" y="0"/>
                        <a:pt x="80" y="0"/>
                      </a:cubicBezTo>
                      <a:cubicBezTo>
                        <a:pt x="37" y="0"/>
                        <a:pt x="37" y="0"/>
                        <a:pt x="37" y="0"/>
                      </a:cubicBezTo>
                      <a:cubicBezTo>
                        <a:pt x="33" y="0"/>
                        <a:pt x="30" y="3"/>
                        <a:pt x="30" y="7"/>
                      </a:cubicBezTo>
                      <a:cubicBezTo>
                        <a:pt x="30" y="14"/>
                        <a:pt x="30" y="14"/>
                        <a:pt x="30" y="14"/>
                      </a:cubicBezTo>
                      <a:cubicBezTo>
                        <a:pt x="30" y="14"/>
                        <a:pt x="30" y="14"/>
                        <a:pt x="30" y="14"/>
                      </a:cubicBezTo>
                      <a:cubicBezTo>
                        <a:pt x="6" y="14"/>
                        <a:pt x="6" y="14"/>
                        <a:pt x="6" y="14"/>
                      </a:cubicBezTo>
                      <a:cubicBezTo>
                        <a:pt x="2" y="14"/>
                        <a:pt x="0" y="17"/>
                        <a:pt x="0" y="20"/>
                      </a:cubicBezTo>
                      <a:cubicBezTo>
                        <a:pt x="0" y="67"/>
                        <a:pt x="0" y="67"/>
                        <a:pt x="0" y="67"/>
                      </a:cubicBezTo>
                      <a:cubicBezTo>
                        <a:pt x="0" y="70"/>
                        <a:pt x="1" y="71"/>
                        <a:pt x="3" y="72"/>
                      </a:cubicBezTo>
                      <a:cubicBezTo>
                        <a:pt x="3" y="73"/>
                        <a:pt x="4" y="73"/>
                        <a:pt x="4" y="74"/>
                      </a:cubicBezTo>
                      <a:cubicBezTo>
                        <a:pt x="4" y="99"/>
                        <a:pt x="4" y="99"/>
                        <a:pt x="4" y="99"/>
                      </a:cubicBezTo>
                      <a:cubicBezTo>
                        <a:pt x="4" y="104"/>
                        <a:pt x="8" y="108"/>
                        <a:pt x="13" y="108"/>
                      </a:cubicBezTo>
                      <a:cubicBezTo>
                        <a:pt x="61" y="108"/>
                        <a:pt x="61" y="108"/>
                        <a:pt x="61" y="108"/>
                      </a:cubicBezTo>
                      <a:cubicBezTo>
                        <a:pt x="61" y="108"/>
                        <a:pt x="61" y="108"/>
                        <a:pt x="61" y="108"/>
                      </a:cubicBezTo>
                      <a:lnTo>
                        <a:pt x="61" y="102"/>
                      </a:lnTo>
                      <a:close/>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nvGrpSpPr>
            <p:cNvPr id="68" name="Group 4">
              <a:extLst>
                <a:ext uri="{FF2B5EF4-FFF2-40B4-BE49-F238E27FC236}">
                  <a16:creationId xmlns:a16="http://schemas.microsoft.com/office/drawing/2014/main" id="{8EF06630-B7EE-4C67-877D-CB7B0A719CD6}"/>
                </a:ext>
              </a:extLst>
            </p:cNvPr>
            <p:cNvGrpSpPr/>
            <p:nvPr/>
          </p:nvGrpSpPr>
          <p:grpSpPr>
            <a:xfrm>
              <a:off x="4894220" y="3250543"/>
              <a:ext cx="1361411" cy="1177082"/>
              <a:chOff x="6719427" y="4451846"/>
              <a:chExt cx="1815215" cy="1569442"/>
            </a:xfrm>
          </p:grpSpPr>
          <p:sp>
            <p:nvSpPr>
              <p:cNvPr id="90" name="Hexagon 24">
                <a:extLst>
                  <a:ext uri="{FF2B5EF4-FFF2-40B4-BE49-F238E27FC236}">
                    <a16:creationId xmlns:a16="http://schemas.microsoft.com/office/drawing/2014/main" id="{F0D07EE2-2370-4C0D-AC6C-17369E0612D6}"/>
                  </a:ext>
                </a:extLst>
              </p:cNvPr>
              <p:cNvSpPr>
                <a:spLocks/>
              </p:cNvSpPr>
              <p:nvPr/>
            </p:nvSpPr>
            <p:spPr bwMode="gray">
              <a:xfrm>
                <a:off x="6719427" y="4451846"/>
                <a:ext cx="1815215" cy="1569442"/>
              </a:xfrm>
              <a:prstGeom prst="hexagon">
                <a:avLst>
                  <a:gd name="adj" fmla="val 28916"/>
                  <a:gd name="vf" fmla="val 115470"/>
                </a:avLst>
              </a:prstGeom>
              <a:solidFill>
                <a:sysClr val="window" lastClr="FFFFFF">
                  <a:lumMod val="75000"/>
                </a:sysClr>
              </a:solidFill>
              <a:ln w="9525">
                <a:solidFill>
                  <a:srgbClr val="C0C0C0"/>
                </a:solidFill>
                <a:miter lim="800000"/>
                <a:headEnd/>
                <a:tailEnd/>
              </a:ln>
              <a:effectLs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1" name="Hexagon 25">
                <a:extLst>
                  <a:ext uri="{FF2B5EF4-FFF2-40B4-BE49-F238E27FC236}">
                    <a16:creationId xmlns:a16="http://schemas.microsoft.com/office/drawing/2014/main" id="{C94B4DD3-331E-407F-AA4C-247661802DBD}"/>
                  </a:ext>
                </a:extLst>
              </p:cNvPr>
              <p:cNvSpPr>
                <a:spLocks/>
              </p:cNvSpPr>
              <p:nvPr/>
            </p:nvSpPr>
            <p:spPr bwMode="gray">
              <a:xfrm>
                <a:off x="6825786" y="4546392"/>
                <a:ext cx="1595405" cy="1380352"/>
              </a:xfrm>
              <a:prstGeom prst="hexagon">
                <a:avLst>
                  <a:gd name="adj" fmla="val 28896"/>
                  <a:gd name="vf" fmla="val 115470"/>
                </a:avLst>
              </a:prstGeom>
              <a:solidFill>
                <a:srgbClr val="0070C0"/>
              </a:solidFill>
              <a:ln w="9525">
                <a:solidFill>
                  <a:sysClr val="window" lastClr="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92" name="Group 49">
                <a:extLst>
                  <a:ext uri="{FF2B5EF4-FFF2-40B4-BE49-F238E27FC236}">
                    <a16:creationId xmlns:a16="http://schemas.microsoft.com/office/drawing/2014/main" id="{41BBA7CA-C4C1-4FB4-9D64-CB55296178E7}"/>
                  </a:ext>
                </a:extLst>
              </p:cNvPr>
              <p:cNvGrpSpPr/>
              <p:nvPr/>
            </p:nvGrpSpPr>
            <p:grpSpPr>
              <a:xfrm>
                <a:off x="7276561" y="4934983"/>
                <a:ext cx="700945" cy="603143"/>
                <a:chOff x="1941513" y="2401886"/>
                <a:chExt cx="273050" cy="234951"/>
              </a:xfrm>
              <a:solidFill>
                <a:sysClr val="window" lastClr="FFFFFF"/>
              </a:solidFill>
            </p:grpSpPr>
            <p:sp>
              <p:nvSpPr>
                <p:cNvPr id="93" name="Oval 50">
                  <a:extLst>
                    <a:ext uri="{FF2B5EF4-FFF2-40B4-BE49-F238E27FC236}">
                      <a16:creationId xmlns:a16="http://schemas.microsoft.com/office/drawing/2014/main" id="{363C1D5E-5DE6-4E3C-8DF2-41CAE64B286B}"/>
                    </a:ext>
                  </a:extLst>
                </p:cNvPr>
                <p:cNvSpPr>
                  <a:spLocks/>
                </p:cNvSpPr>
                <p:nvPr/>
              </p:nvSpPr>
              <p:spPr bwMode="auto">
                <a:xfrm>
                  <a:off x="1941513" y="2401886"/>
                  <a:ext cx="180975" cy="68263"/>
                </a:xfrm>
                <a:prstGeom prst="ellipse">
                  <a:avLst/>
                </a:pr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4" name="Freeform: Shape 51">
                  <a:extLst>
                    <a:ext uri="{FF2B5EF4-FFF2-40B4-BE49-F238E27FC236}">
                      <a16:creationId xmlns:a16="http://schemas.microsoft.com/office/drawing/2014/main" id="{1725A4AA-F41D-4EEF-8EDE-EBA7F57B12B9}"/>
                    </a:ext>
                  </a:extLst>
                </p:cNvPr>
                <p:cNvSpPr>
                  <a:spLocks/>
                </p:cNvSpPr>
                <p:nvPr/>
              </p:nvSpPr>
              <p:spPr bwMode="auto">
                <a:xfrm>
                  <a:off x="1941513" y="2459036"/>
                  <a:ext cx="180975" cy="46038"/>
                </a:xfrm>
                <a:custGeom>
                  <a:avLst/>
                  <a:gdLst/>
                  <a:ahLst/>
                  <a:cxnLst>
                    <a:cxn ang="0">
                      <a:pos x="40" y="20"/>
                    </a:cxn>
                    <a:cxn ang="0">
                      <a:pos x="79" y="5"/>
                    </a:cxn>
                    <a:cxn ang="0">
                      <a:pos x="78" y="1"/>
                    </a:cxn>
                    <a:cxn ang="0">
                      <a:pos x="77" y="1"/>
                    </a:cxn>
                    <a:cxn ang="0">
                      <a:pos x="69" y="5"/>
                    </a:cxn>
                    <a:cxn ang="0">
                      <a:pos x="40" y="9"/>
                    </a:cxn>
                    <a:cxn ang="0">
                      <a:pos x="10" y="5"/>
                    </a:cxn>
                    <a:cxn ang="0">
                      <a:pos x="2" y="0"/>
                    </a:cxn>
                    <a:cxn ang="0">
                      <a:pos x="1" y="1"/>
                    </a:cxn>
                    <a:cxn ang="0">
                      <a:pos x="0" y="5"/>
                    </a:cxn>
                    <a:cxn ang="0">
                      <a:pos x="40" y="20"/>
                    </a:cxn>
                  </a:cxnLst>
                  <a:rect l="0" t="0" r="r" b="b"/>
                  <a:pathLst>
                    <a:path w="79" h="20">
                      <a:moveTo>
                        <a:pt x="40" y="20"/>
                      </a:moveTo>
                      <a:cubicBezTo>
                        <a:pt x="61" y="20"/>
                        <a:pt x="79" y="13"/>
                        <a:pt x="79" y="5"/>
                      </a:cubicBezTo>
                      <a:cubicBezTo>
                        <a:pt x="79" y="3"/>
                        <a:pt x="79" y="2"/>
                        <a:pt x="78" y="1"/>
                      </a:cubicBezTo>
                      <a:cubicBezTo>
                        <a:pt x="78" y="1"/>
                        <a:pt x="77" y="0"/>
                        <a:pt x="77" y="1"/>
                      </a:cubicBezTo>
                      <a:cubicBezTo>
                        <a:pt x="74" y="2"/>
                        <a:pt x="72" y="3"/>
                        <a:pt x="69" y="5"/>
                      </a:cubicBezTo>
                      <a:cubicBezTo>
                        <a:pt x="61" y="8"/>
                        <a:pt x="51" y="9"/>
                        <a:pt x="40" y="9"/>
                      </a:cubicBezTo>
                      <a:cubicBezTo>
                        <a:pt x="29" y="9"/>
                        <a:pt x="18" y="8"/>
                        <a:pt x="10" y="5"/>
                      </a:cubicBezTo>
                      <a:cubicBezTo>
                        <a:pt x="7" y="3"/>
                        <a:pt x="5" y="2"/>
                        <a:pt x="2" y="0"/>
                      </a:cubicBezTo>
                      <a:cubicBezTo>
                        <a:pt x="2" y="0"/>
                        <a:pt x="2" y="1"/>
                        <a:pt x="1" y="1"/>
                      </a:cubicBezTo>
                      <a:cubicBezTo>
                        <a:pt x="1" y="2"/>
                        <a:pt x="0" y="3"/>
                        <a:pt x="0" y="5"/>
                      </a:cubicBezTo>
                      <a:cubicBezTo>
                        <a:pt x="0" y="13"/>
                        <a:pt x="18" y="20"/>
                        <a:pt x="40" y="20"/>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5" name="Freeform: Shape 52">
                  <a:extLst>
                    <a:ext uri="{FF2B5EF4-FFF2-40B4-BE49-F238E27FC236}">
                      <a16:creationId xmlns:a16="http://schemas.microsoft.com/office/drawing/2014/main" id="{9F3D22E5-2262-4A76-8F7D-F1858BAD59FE}"/>
                    </a:ext>
                  </a:extLst>
                </p:cNvPr>
                <p:cNvSpPr>
                  <a:spLocks/>
                </p:cNvSpPr>
                <p:nvPr/>
              </p:nvSpPr>
              <p:spPr bwMode="auto">
                <a:xfrm>
                  <a:off x="1941513" y="2562224"/>
                  <a:ext cx="127000" cy="46038"/>
                </a:xfrm>
                <a:custGeom>
                  <a:avLst/>
                  <a:gdLst/>
                  <a:ahLst/>
                  <a:cxnLst>
                    <a:cxn ang="0">
                      <a:pos x="51" y="9"/>
                    </a:cxn>
                    <a:cxn ang="0">
                      <a:pos x="50" y="9"/>
                    </a:cxn>
                    <a:cxn ang="0">
                      <a:pos x="40" y="9"/>
                    </a:cxn>
                    <a:cxn ang="0">
                      <a:pos x="10" y="5"/>
                    </a:cxn>
                    <a:cxn ang="0">
                      <a:pos x="3" y="1"/>
                    </a:cxn>
                    <a:cxn ang="0">
                      <a:pos x="1" y="1"/>
                    </a:cxn>
                    <a:cxn ang="0">
                      <a:pos x="0" y="5"/>
                    </a:cxn>
                    <a:cxn ang="0">
                      <a:pos x="40" y="20"/>
                    </a:cxn>
                    <a:cxn ang="0">
                      <a:pos x="54" y="19"/>
                    </a:cxn>
                    <a:cxn ang="0">
                      <a:pos x="55" y="18"/>
                    </a:cxn>
                    <a:cxn ang="0">
                      <a:pos x="51" y="9"/>
                    </a:cxn>
                  </a:cxnLst>
                  <a:rect l="0" t="0" r="r" b="b"/>
                  <a:pathLst>
                    <a:path w="55" h="20">
                      <a:moveTo>
                        <a:pt x="51" y="9"/>
                      </a:moveTo>
                      <a:cubicBezTo>
                        <a:pt x="51" y="9"/>
                        <a:pt x="51" y="9"/>
                        <a:pt x="50" y="9"/>
                      </a:cubicBezTo>
                      <a:cubicBezTo>
                        <a:pt x="47" y="9"/>
                        <a:pt x="43" y="9"/>
                        <a:pt x="40" y="9"/>
                      </a:cubicBezTo>
                      <a:cubicBezTo>
                        <a:pt x="29" y="9"/>
                        <a:pt x="18" y="8"/>
                        <a:pt x="10" y="5"/>
                      </a:cubicBezTo>
                      <a:cubicBezTo>
                        <a:pt x="7" y="3"/>
                        <a:pt x="5" y="3"/>
                        <a:pt x="3" y="1"/>
                      </a:cubicBezTo>
                      <a:cubicBezTo>
                        <a:pt x="2" y="0"/>
                        <a:pt x="1" y="1"/>
                        <a:pt x="1" y="1"/>
                      </a:cubicBezTo>
                      <a:cubicBezTo>
                        <a:pt x="1" y="2"/>
                        <a:pt x="0" y="3"/>
                        <a:pt x="0" y="5"/>
                      </a:cubicBezTo>
                      <a:cubicBezTo>
                        <a:pt x="0" y="13"/>
                        <a:pt x="18" y="20"/>
                        <a:pt x="40" y="20"/>
                      </a:cubicBezTo>
                      <a:cubicBezTo>
                        <a:pt x="44" y="20"/>
                        <a:pt x="50" y="20"/>
                        <a:pt x="54" y="19"/>
                      </a:cubicBezTo>
                      <a:cubicBezTo>
                        <a:pt x="55" y="19"/>
                        <a:pt x="55" y="19"/>
                        <a:pt x="55" y="18"/>
                      </a:cubicBezTo>
                      <a:cubicBezTo>
                        <a:pt x="53" y="16"/>
                        <a:pt x="51" y="12"/>
                        <a:pt x="51" y="9"/>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6" name="Freeform: Shape 53">
                  <a:extLst>
                    <a:ext uri="{FF2B5EF4-FFF2-40B4-BE49-F238E27FC236}">
                      <a16:creationId xmlns:a16="http://schemas.microsoft.com/office/drawing/2014/main" id="{7E91FC16-EB81-4E5E-9061-30561B2E8539}"/>
                    </a:ext>
                  </a:extLst>
                </p:cNvPr>
                <p:cNvSpPr>
                  <a:spLocks/>
                </p:cNvSpPr>
                <p:nvPr/>
              </p:nvSpPr>
              <p:spPr bwMode="auto">
                <a:xfrm>
                  <a:off x="1941513" y="2527299"/>
                  <a:ext cx="117475" cy="46038"/>
                </a:xfrm>
                <a:custGeom>
                  <a:avLst/>
                  <a:gdLst/>
                  <a:ahLst/>
                  <a:cxnLst>
                    <a:cxn ang="0">
                      <a:pos x="40" y="20"/>
                    </a:cxn>
                    <a:cxn ang="0">
                      <a:pos x="49" y="19"/>
                    </a:cxn>
                    <a:cxn ang="0">
                      <a:pos x="50" y="19"/>
                    </a:cxn>
                    <a:cxn ang="0">
                      <a:pos x="51" y="10"/>
                    </a:cxn>
                    <a:cxn ang="0">
                      <a:pos x="51" y="9"/>
                    </a:cxn>
                    <a:cxn ang="0">
                      <a:pos x="40" y="9"/>
                    </a:cxn>
                    <a:cxn ang="0">
                      <a:pos x="10" y="5"/>
                    </a:cxn>
                    <a:cxn ang="0">
                      <a:pos x="3" y="1"/>
                    </a:cxn>
                    <a:cxn ang="0">
                      <a:pos x="1" y="1"/>
                    </a:cxn>
                    <a:cxn ang="0">
                      <a:pos x="0" y="5"/>
                    </a:cxn>
                    <a:cxn ang="0">
                      <a:pos x="40" y="20"/>
                    </a:cxn>
                  </a:cxnLst>
                  <a:rect l="0" t="0" r="r" b="b"/>
                  <a:pathLst>
                    <a:path w="51" h="20">
                      <a:moveTo>
                        <a:pt x="40" y="20"/>
                      </a:moveTo>
                      <a:cubicBezTo>
                        <a:pt x="44" y="20"/>
                        <a:pt x="47" y="20"/>
                        <a:pt x="49" y="19"/>
                      </a:cubicBezTo>
                      <a:cubicBezTo>
                        <a:pt x="50" y="19"/>
                        <a:pt x="50" y="19"/>
                        <a:pt x="50" y="19"/>
                      </a:cubicBezTo>
                      <a:cubicBezTo>
                        <a:pt x="50" y="16"/>
                        <a:pt x="50" y="13"/>
                        <a:pt x="51" y="10"/>
                      </a:cubicBezTo>
                      <a:cubicBezTo>
                        <a:pt x="51" y="9"/>
                        <a:pt x="51" y="9"/>
                        <a:pt x="51" y="9"/>
                      </a:cubicBezTo>
                      <a:cubicBezTo>
                        <a:pt x="47" y="9"/>
                        <a:pt x="44" y="9"/>
                        <a:pt x="40" y="9"/>
                      </a:cubicBezTo>
                      <a:cubicBezTo>
                        <a:pt x="29" y="9"/>
                        <a:pt x="18" y="8"/>
                        <a:pt x="10" y="5"/>
                      </a:cubicBezTo>
                      <a:cubicBezTo>
                        <a:pt x="7" y="3"/>
                        <a:pt x="5" y="3"/>
                        <a:pt x="3" y="1"/>
                      </a:cubicBezTo>
                      <a:cubicBezTo>
                        <a:pt x="2" y="0"/>
                        <a:pt x="1" y="1"/>
                        <a:pt x="1" y="1"/>
                      </a:cubicBezTo>
                      <a:cubicBezTo>
                        <a:pt x="1" y="2"/>
                        <a:pt x="0" y="3"/>
                        <a:pt x="0" y="5"/>
                      </a:cubicBezTo>
                      <a:cubicBezTo>
                        <a:pt x="0" y="13"/>
                        <a:pt x="18" y="20"/>
                        <a:pt x="40" y="20"/>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7" name="Freeform: Shape 54">
                  <a:extLst>
                    <a:ext uri="{FF2B5EF4-FFF2-40B4-BE49-F238E27FC236}">
                      <a16:creationId xmlns:a16="http://schemas.microsoft.com/office/drawing/2014/main" id="{69826F24-CB50-4E7C-8EC4-AAE6ED5D2982}"/>
                    </a:ext>
                  </a:extLst>
                </p:cNvPr>
                <p:cNvSpPr>
                  <a:spLocks/>
                </p:cNvSpPr>
                <p:nvPr/>
              </p:nvSpPr>
              <p:spPr bwMode="auto">
                <a:xfrm>
                  <a:off x="1941513" y="2492374"/>
                  <a:ext cx="142875" cy="46038"/>
                </a:xfrm>
                <a:custGeom>
                  <a:avLst/>
                  <a:gdLst/>
                  <a:ahLst/>
                  <a:cxnLst>
                    <a:cxn ang="0">
                      <a:pos x="61" y="8"/>
                    </a:cxn>
                    <a:cxn ang="0">
                      <a:pos x="61" y="7"/>
                    </a:cxn>
                    <a:cxn ang="0">
                      <a:pos x="40" y="9"/>
                    </a:cxn>
                    <a:cxn ang="0">
                      <a:pos x="10" y="5"/>
                    </a:cxn>
                    <a:cxn ang="0">
                      <a:pos x="3" y="1"/>
                    </a:cxn>
                    <a:cxn ang="0">
                      <a:pos x="1" y="1"/>
                    </a:cxn>
                    <a:cxn ang="0">
                      <a:pos x="0" y="5"/>
                    </a:cxn>
                    <a:cxn ang="0">
                      <a:pos x="40" y="20"/>
                    </a:cxn>
                    <a:cxn ang="0">
                      <a:pos x="52" y="19"/>
                    </a:cxn>
                    <a:cxn ang="0">
                      <a:pos x="53" y="18"/>
                    </a:cxn>
                    <a:cxn ang="0">
                      <a:pos x="61" y="8"/>
                    </a:cxn>
                  </a:cxnLst>
                  <a:rect l="0" t="0" r="r" b="b"/>
                  <a:pathLst>
                    <a:path w="62" h="20">
                      <a:moveTo>
                        <a:pt x="61" y="8"/>
                      </a:moveTo>
                      <a:cubicBezTo>
                        <a:pt x="61" y="8"/>
                        <a:pt x="62" y="7"/>
                        <a:pt x="61" y="7"/>
                      </a:cubicBezTo>
                      <a:cubicBezTo>
                        <a:pt x="54" y="9"/>
                        <a:pt x="48" y="9"/>
                        <a:pt x="40" y="9"/>
                      </a:cubicBezTo>
                      <a:cubicBezTo>
                        <a:pt x="29" y="9"/>
                        <a:pt x="18" y="8"/>
                        <a:pt x="10" y="5"/>
                      </a:cubicBezTo>
                      <a:cubicBezTo>
                        <a:pt x="7" y="3"/>
                        <a:pt x="5" y="2"/>
                        <a:pt x="3" y="1"/>
                      </a:cubicBezTo>
                      <a:cubicBezTo>
                        <a:pt x="2" y="0"/>
                        <a:pt x="2" y="1"/>
                        <a:pt x="1" y="1"/>
                      </a:cubicBezTo>
                      <a:cubicBezTo>
                        <a:pt x="1" y="2"/>
                        <a:pt x="0" y="3"/>
                        <a:pt x="0" y="5"/>
                      </a:cubicBezTo>
                      <a:cubicBezTo>
                        <a:pt x="0" y="13"/>
                        <a:pt x="18" y="20"/>
                        <a:pt x="40" y="20"/>
                      </a:cubicBezTo>
                      <a:cubicBezTo>
                        <a:pt x="44" y="20"/>
                        <a:pt x="48" y="20"/>
                        <a:pt x="52" y="19"/>
                      </a:cubicBezTo>
                      <a:cubicBezTo>
                        <a:pt x="53" y="19"/>
                        <a:pt x="53" y="18"/>
                        <a:pt x="53" y="18"/>
                      </a:cubicBezTo>
                      <a:cubicBezTo>
                        <a:pt x="55" y="14"/>
                        <a:pt x="58" y="11"/>
                        <a:pt x="61" y="8"/>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8" name="Freeform: Shape 55">
                  <a:extLst>
                    <a:ext uri="{FF2B5EF4-FFF2-40B4-BE49-F238E27FC236}">
                      <a16:creationId xmlns:a16="http://schemas.microsoft.com/office/drawing/2014/main" id="{382B74F0-66EE-4372-AC77-8FFA0B9E6DDF}"/>
                    </a:ext>
                  </a:extLst>
                </p:cNvPr>
                <p:cNvSpPr>
                  <a:spLocks/>
                </p:cNvSpPr>
                <p:nvPr/>
              </p:nvSpPr>
              <p:spPr bwMode="auto">
                <a:xfrm>
                  <a:off x="2125663" y="2528887"/>
                  <a:ext cx="36512" cy="76200"/>
                </a:xfrm>
                <a:custGeom>
                  <a:avLst/>
                  <a:gdLst/>
                  <a:ahLst/>
                  <a:cxnLst>
                    <a:cxn ang="0">
                      <a:pos x="10" y="14"/>
                    </a:cxn>
                    <a:cxn ang="0">
                      <a:pos x="5" y="10"/>
                    </a:cxn>
                    <a:cxn ang="0">
                      <a:pos x="9" y="8"/>
                    </a:cxn>
                    <a:cxn ang="0">
                      <a:pos x="13" y="9"/>
                    </a:cxn>
                    <a:cxn ang="0">
                      <a:pos x="13" y="9"/>
                    </a:cxn>
                    <a:cxn ang="0">
                      <a:pos x="15" y="8"/>
                    </a:cxn>
                    <a:cxn ang="0">
                      <a:pos x="15" y="6"/>
                    </a:cxn>
                    <a:cxn ang="0">
                      <a:pos x="15" y="5"/>
                    </a:cxn>
                    <a:cxn ang="0">
                      <a:pos x="10" y="4"/>
                    </a:cxn>
                    <a:cxn ang="0">
                      <a:pos x="10" y="4"/>
                    </a:cxn>
                    <a:cxn ang="0">
                      <a:pos x="10" y="1"/>
                    </a:cxn>
                    <a:cxn ang="0">
                      <a:pos x="9" y="0"/>
                    </a:cxn>
                    <a:cxn ang="0">
                      <a:pos x="8" y="0"/>
                    </a:cxn>
                    <a:cxn ang="0">
                      <a:pos x="7" y="1"/>
                    </a:cxn>
                    <a:cxn ang="0">
                      <a:pos x="7" y="4"/>
                    </a:cxn>
                    <a:cxn ang="0">
                      <a:pos x="6" y="4"/>
                    </a:cxn>
                    <a:cxn ang="0">
                      <a:pos x="1" y="11"/>
                    </a:cxn>
                    <a:cxn ang="0">
                      <a:pos x="7" y="18"/>
                    </a:cxn>
                    <a:cxn ang="0">
                      <a:pos x="11" y="22"/>
                    </a:cxn>
                    <a:cxn ang="0">
                      <a:pos x="7" y="25"/>
                    </a:cxn>
                    <a:cxn ang="0">
                      <a:pos x="3" y="24"/>
                    </a:cxn>
                    <a:cxn ang="0">
                      <a:pos x="2" y="23"/>
                    </a:cxn>
                    <a:cxn ang="0">
                      <a:pos x="1" y="24"/>
                    </a:cxn>
                    <a:cxn ang="0">
                      <a:pos x="0" y="26"/>
                    </a:cxn>
                    <a:cxn ang="0">
                      <a:pos x="1" y="27"/>
                    </a:cxn>
                    <a:cxn ang="0">
                      <a:pos x="6" y="29"/>
                    </a:cxn>
                    <a:cxn ang="0">
                      <a:pos x="6" y="29"/>
                    </a:cxn>
                    <a:cxn ang="0">
                      <a:pos x="6" y="31"/>
                    </a:cxn>
                    <a:cxn ang="0">
                      <a:pos x="8" y="33"/>
                    </a:cxn>
                    <a:cxn ang="0">
                      <a:pos x="9" y="33"/>
                    </a:cxn>
                    <a:cxn ang="0">
                      <a:pos x="10" y="31"/>
                    </a:cxn>
                    <a:cxn ang="0">
                      <a:pos x="10" y="29"/>
                    </a:cxn>
                    <a:cxn ang="0">
                      <a:pos x="10" y="28"/>
                    </a:cxn>
                    <a:cxn ang="0">
                      <a:pos x="16" y="21"/>
                    </a:cxn>
                    <a:cxn ang="0">
                      <a:pos x="10" y="14"/>
                    </a:cxn>
                  </a:cxnLst>
                  <a:rect l="0" t="0" r="r" b="b"/>
                  <a:pathLst>
                    <a:path w="16" h="33">
                      <a:moveTo>
                        <a:pt x="10" y="14"/>
                      </a:moveTo>
                      <a:cubicBezTo>
                        <a:pt x="6" y="13"/>
                        <a:pt x="5" y="12"/>
                        <a:pt x="5" y="10"/>
                      </a:cubicBezTo>
                      <a:cubicBezTo>
                        <a:pt x="5" y="9"/>
                        <a:pt x="6" y="8"/>
                        <a:pt x="9" y="8"/>
                      </a:cubicBezTo>
                      <a:cubicBezTo>
                        <a:pt x="11" y="8"/>
                        <a:pt x="13" y="9"/>
                        <a:pt x="13" y="9"/>
                      </a:cubicBezTo>
                      <a:cubicBezTo>
                        <a:pt x="13" y="9"/>
                        <a:pt x="13" y="9"/>
                        <a:pt x="13" y="9"/>
                      </a:cubicBezTo>
                      <a:cubicBezTo>
                        <a:pt x="14" y="9"/>
                        <a:pt x="14" y="8"/>
                        <a:pt x="15" y="8"/>
                      </a:cubicBezTo>
                      <a:cubicBezTo>
                        <a:pt x="15" y="6"/>
                        <a:pt x="15" y="6"/>
                        <a:pt x="15" y="6"/>
                      </a:cubicBezTo>
                      <a:cubicBezTo>
                        <a:pt x="15" y="6"/>
                        <a:pt x="15" y="5"/>
                        <a:pt x="15" y="5"/>
                      </a:cubicBezTo>
                      <a:cubicBezTo>
                        <a:pt x="13" y="4"/>
                        <a:pt x="10" y="4"/>
                        <a:pt x="10" y="4"/>
                      </a:cubicBezTo>
                      <a:cubicBezTo>
                        <a:pt x="10" y="4"/>
                        <a:pt x="10" y="4"/>
                        <a:pt x="10" y="4"/>
                      </a:cubicBezTo>
                      <a:cubicBezTo>
                        <a:pt x="10" y="1"/>
                        <a:pt x="10" y="1"/>
                        <a:pt x="10" y="1"/>
                      </a:cubicBezTo>
                      <a:cubicBezTo>
                        <a:pt x="10" y="1"/>
                        <a:pt x="10" y="0"/>
                        <a:pt x="9" y="0"/>
                      </a:cubicBezTo>
                      <a:cubicBezTo>
                        <a:pt x="8" y="0"/>
                        <a:pt x="8" y="0"/>
                        <a:pt x="8" y="0"/>
                      </a:cubicBezTo>
                      <a:cubicBezTo>
                        <a:pt x="7" y="0"/>
                        <a:pt x="7" y="1"/>
                        <a:pt x="7" y="1"/>
                      </a:cubicBezTo>
                      <a:cubicBezTo>
                        <a:pt x="7" y="4"/>
                        <a:pt x="7" y="4"/>
                        <a:pt x="7" y="4"/>
                      </a:cubicBezTo>
                      <a:cubicBezTo>
                        <a:pt x="7" y="4"/>
                        <a:pt x="6" y="4"/>
                        <a:pt x="6" y="4"/>
                      </a:cubicBezTo>
                      <a:cubicBezTo>
                        <a:pt x="3" y="5"/>
                        <a:pt x="1" y="7"/>
                        <a:pt x="1" y="11"/>
                      </a:cubicBezTo>
                      <a:cubicBezTo>
                        <a:pt x="1" y="15"/>
                        <a:pt x="4" y="16"/>
                        <a:pt x="7" y="18"/>
                      </a:cubicBezTo>
                      <a:cubicBezTo>
                        <a:pt x="10" y="19"/>
                        <a:pt x="11" y="20"/>
                        <a:pt x="11" y="22"/>
                      </a:cubicBezTo>
                      <a:cubicBezTo>
                        <a:pt x="11" y="24"/>
                        <a:pt x="10" y="25"/>
                        <a:pt x="7" y="25"/>
                      </a:cubicBezTo>
                      <a:cubicBezTo>
                        <a:pt x="5" y="25"/>
                        <a:pt x="3" y="24"/>
                        <a:pt x="3" y="24"/>
                      </a:cubicBezTo>
                      <a:cubicBezTo>
                        <a:pt x="3" y="23"/>
                        <a:pt x="2" y="23"/>
                        <a:pt x="2" y="23"/>
                      </a:cubicBezTo>
                      <a:cubicBezTo>
                        <a:pt x="2" y="23"/>
                        <a:pt x="1" y="24"/>
                        <a:pt x="1" y="24"/>
                      </a:cubicBezTo>
                      <a:cubicBezTo>
                        <a:pt x="0" y="26"/>
                        <a:pt x="0" y="26"/>
                        <a:pt x="0" y="26"/>
                      </a:cubicBezTo>
                      <a:cubicBezTo>
                        <a:pt x="0" y="26"/>
                        <a:pt x="1" y="27"/>
                        <a:pt x="1" y="27"/>
                      </a:cubicBezTo>
                      <a:cubicBezTo>
                        <a:pt x="3" y="28"/>
                        <a:pt x="6" y="29"/>
                        <a:pt x="6" y="29"/>
                      </a:cubicBezTo>
                      <a:cubicBezTo>
                        <a:pt x="6" y="29"/>
                        <a:pt x="6" y="29"/>
                        <a:pt x="6" y="29"/>
                      </a:cubicBezTo>
                      <a:cubicBezTo>
                        <a:pt x="6" y="31"/>
                        <a:pt x="6" y="31"/>
                        <a:pt x="6" y="31"/>
                      </a:cubicBezTo>
                      <a:cubicBezTo>
                        <a:pt x="6" y="32"/>
                        <a:pt x="7" y="33"/>
                        <a:pt x="8" y="33"/>
                      </a:cubicBezTo>
                      <a:cubicBezTo>
                        <a:pt x="9" y="33"/>
                        <a:pt x="9" y="33"/>
                        <a:pt x="9" y="33"/>
                      </a:cubicBezTo>
                      <a:cubicBezTo>
                        <a:pt x="9" y="33"/>
                        <a:pt x="10" y="32"/>
                        <a:pt x="10" y="31"/>
                      </a:cubicBezTo>
                      <a:cubicBezTo>
                        <a:pt x="10" y="29"/>
                        <a:pt x="10" y="29"/>
                        <a:pt x="10" y="29"/>
                      </a:cubicBezTo>
                      <a:cubicBezTo>
                        <a:pt x="10" y="28"/>
                        <a:pt x="10" y="28"/>
                        <a:pt x="10" y="28"/>
                      </a:cubicBezTo>
                      <a:cubicBezTo>
                        <a:pt x="14" y="28"/>
                        <a:pt x="16" y="25"/>
                        <a:pt x="16" y="21"/>
                      </a:cubicBezTo>
                      <a:cubicBezTo>
                        <a:pt x="16" y="18"/>
                        <a:pt x="14" y="16"/>
                        <a:pt x="10" y="14"/>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99" name="Freeform: Shape 56">
                  <a:extLst>
                    <a:ext uri="{FF2B5EF4-FFF2-40B4-BE49-F238E27FC236}">
                      <a16:creationId xmlns:a16="http://schemas.microsoft.com/office/drawing/2014/main" id="{5EA4637B-2339-4036-80FE-ACFC93BDF9F3}"/>
                    </a:ext>
                  </a:extLst>
                </p:cNvPr>
                <p:cNvSpPr>
                  <a:spLocks/>
                </p:cNvSpPr>
                <p:nvPr/>
              </p:nvSpPr>
              <p:spPr bwMode="auto">
                <a:xfrm>
                  <a:off x="2074863" y="2497137"/>
                  <a:ext cx="139700" cy="139700"/>
                </a:xfrm>
                <a:custGeom>
                  <a:avLst/>
                  <a:gdLst/>
                  <a:ahLst/>
                  <a:cxnLst>
                    <a:cxn ang="0">
                      <a:pos x="30" y="54"/>
                    </a:cxn>
                    <a:cxn ang="0">
                      <a:pos x="7" y="30"/>
                    </a:cxn>
                    <a:cxn ang="0">
                      <a:pos x="30" y="7"/>
                    </a:cxn>
                    <a:cxn ang="0">
                      <a:pos x="54" y="30"/>
                    </a:cxn>
                    <a:cxn ang="0">
                      <a:pos x="30" y="54"/>
                    </a:cxn>
                    <a:cxn ang="0">
                      <a:pos x="30" y="0"/>
                    </a:cxn>
                    <a:cxn ang="0">
                      <a:pos x="0" y="30"/>
                    </a:cxn>
                    <a:cxn ang="0">
                      <a:pos x="30" y="61"/>
                    </a:cxn>
                    <a:cxn ang="0">
                      <a:pos x="61" y="30"/>
                    </a:cxn>
                    <a:cxn ang="0">
                      <a:pos x="30" y="0"/>
                    </a:cxn>
                  </a:cxnLst>
                  <a:rect l="0" t="0" r="r" b="b"/>
                  <a:pathLst>
                    <a:path w="61" h="61">
                      <a:moveTo>
                        <a:pt x="30" y="54"/>
                      </a:moveTo>
                      <a:cubicBezTo>
                        <a:pt x="17" y="54"/>
                        <a:pt x="7" y="43"/>
                        <a:pt x="7" y="30"/>
                      </a:cubicBezTo>
                      <a:cubicBezTo>
                        <a:pt x="7" y="17"/>
                        <a:pt x="17" y="7"/>
                        <a:pt x="30" y="7"/>
                      </a:cubicBezTo>
                      <a:cubicBezTo>
                        <a:pt x="43" y="7"/>
                        <a:pt x="54" y="17"/>
                        <a:pt x="54" y="30"/>
                      </a:cubicBezTo>
                      <a:cubicBezTo>
                        <a:pt x="54" y="43"/>
                        <a:pt x="43" y="54"/>
                        <a:pt x="30" y="54"/>
                      </a:cubicBezTo>
                      <a:moveTo>
                        <a:pt x="30" y="0"/>
                      </a:moveTo>
                      <a:cubicBezTo>
                        <a:pt x="13" y="0"/>
                        <a:pt x="0" y="13"/>
                        <a:pt x="0" y="30"/>
                      </a:cubicBezTo>
                      <a:cubicBezTo>
                        <a:pt x="0" y="47"/>
                        <a:pt x="13" y="61"/>
                        <a:pt x="30" y="61"/>
                      </a:cubicBezTo>
                      <a:cubicBezTo>
                        <a:pt x="47" y="61"/>
                        <a:pt x="61" y="47"/>
                        <a:pt x="61" y="30"/>
                      </a:cubicBezTo>
                      <a:cubicBezTo>
                        <a:pt x="61" y="13"/>
                        <a:pt x="47" y="0"/>
                        <a:pt x="30" y="0"/>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nvGrpSpPr>
            <p:cNvPr id="83" name="Group 2">
              <a:extLst>
                <a:ext uri="{FF2B5EF4-FFF2-40B4-BE49-F238E27FC236}">
                  <a16:creationId xmlns:a16="http://schemas.microsoft.com/office/drawing/2014/main" id="{507A1F6A-D526-48E6-AAB7-C9BEB6063A31}"/>
                </a:ext>
              </a:extLst>
            </p:cNvPr>
            <p:cNvGrpSpPr/>
            <p:nvPr/>
          </p:nvGrpSpPr>
          <p:grpSpPr>
            <a:xfrm>
              <a:off x="3065697" y="3250543"/>
              <a:ext cx="1361411" cy="1177082"/>
              <a:chOff x="4281396" y="4451846"/>
              <a:chExt cx="1815215" cy="1569442"/>
            </a:xfrm>
          </p:grpSpPr>
          <p:sp>
            <p:nvSpPr>
              <p:cNvPr id="84" name="Hexagon 26">
                <a:extLst>
                  <a:ext uri="{FF2B5EF4-FFF2-40B4-BE49-F238E27FC236}">
                    <a16:creationId xmlns:a16="http://schemas.microsoft.com/office/drawing/2014/main" id="{75CA3599-E2AA-42EE-878F-32B3ABC212B5}"/>
                  </a:ext>
                </a:extLst>
              </p:cNvPr>
              <p:cNvSpPr>
                <a:spLocks/>
              </p:cNvSpPr>
              <p:nvPr/>
            </p:nvSpPr>
            <p:spPr bwMode="gray">
              <a:xfrm>
                <a:off x="4281396" y="4451846"/>
                <a:ext cx="1815215" cy="1569442"/>
              </a:xfrm>
              <a:prstGeom prst="hexagon">
                <a:avLst>
                  <a:gd name="adj" fmla="val 28916"/>
                  <a:gd name="vf" fmla="val 115470"/>
                </a:avLst>
              </a:prstGeom>
              <a:solidFill>
                <a:sysClr val="window" lastClr="FFFFFF">
                  <a:lumMod val="75000"/>
                </a:sysClr>
              </a:solidFill>
              <a:ln w="9525">
                <a:solidFill>
                  <a:srgbClr val="C0C0C0"/>
                </a:solidFill>
                <a:miter lim="800000"/>
                <a:headEnd/>
                <a:tailEnd/>
              </a:ln>
              <a:effectLs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85" name="Hexagon 27">
                <a:extLst>
                  <a:ext uri="{FF2B5EF4-FFF2-40B4-BE49-F238E27FC236}">
                    <a16:creationId xmlns:a16="http://schemas.microsoft.com/office/drawing/2014/main" id="{C8A6697C-212B-4C32-962A-7B004C262A6D}"/>
                  </a:ext>
                </a:extLst>
              </p:cNvPr>
              <p:cNvSpPr>
                <a:spLocks/>
              </p:cNvSpPr>
              <p:nvPr/>
            </p:nvSpPr>
            <p:spPr bwMode="gray">
              <a:xfrm>
                <a:off x="4387756" y="4546392"/>
                <a:ext cx="1595405" cy="1380352"/>
              </a:xfrm>
              <a:prstGeom prst="hexagon">
                <a:avLst>
                  <a:gd name="adj" fmla="val 28896"/>
                  <a:gd name="vf" fmla="val 115470"/>
                </a:avLst>
              </a:prstGeom>
              <a:solidFill>
                <a:srgbClr val="0070C0"/>
              </a:solidFill>
              <a:ln w="9525">
                <a:solidFill>
                  <a:sysClr val="window" lastClr="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nvGrpSpPr>
              <p:cNvPr id="86" name="Group 57">
                <a:extLst>
                  <a:ext uri="{FF2B5EF4-FFF2-40B4-BE49-F238E27FC236}">
                    <a16:creationId xmlns:a16="http://schemas.microsoft.com/office/drawing/2014/main" id="{A8D39344-27EA-49C8-B39A-04C4008DF51E}"/>
                  </a:ext>
                </a:extLst>
              </p:cNvPr>
              <p:cNvGrpSpPr/>
              <p:nvPr/>
            </p:nvGrpSpPr>
            <p:grpSpPr>
              <a:xfrm>
                <a:off x="4837027" y="4861648"/>
                <a:ext cx="696870" cy="749849"/>
                <a:chOff x="1066800" y="2373312"/>
                <a:chExt cx="271462" cy="292100"/>
              </a:xfrm>
              <a:solidFill>
                <a:sysClr val="window" lastClr="FFFFFF"/>
              </a:solidFill>
            </p:grpSpPr>
            <p:sp>
              <p:nvSpPr>
                <p:cNvPr id="87" name="Oval 58">
                  <a:extLst>
                    <a:ext uri="{FF2B5EF4-FFF2-40B4-BE49-F238E27FC236}">
                      <a16:creationId xmlns:a16="http://schemas.microsoft.com/office/drawing/2014/main" id="{BA268D70-DB8C-44A0-8875-271A7487310A}"/>
                    </a:ext>
                  </a:extLst>
                </p:cNvPr>
                <p:cNvSpPr>
                  <a:spLocks/>
                </p:cNvSpPr>
                <p:nvPr/>
              </p:nvSpPr>
              <p:spPr bwMode="auto">
                <a:xfrm>
                  <a:off x="1152525" y="2373312"/>
                  <a:ext cx="95250" cy="93663"/>
                </a:xfrm>
                <a:prstGeom prst="ellipse">
                  <a:avLst/>
                </a:pr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88" name="Freeform: Shape 59">
                  <a:extLst>
                    <a:ext uri="{FF2B5EF4-FFF2-40B4-BE49-F238E27FC236}">
                      <a16:creationId xmlns:a16="http://schemas.microsoft.com/office/drawing/2014/main" id="{9C83D768-6B13-4D06-9D97-8B2158AC9034}"/>
                    </a:ext>
                  </a:extLst>
                </p:cNvPr>
                <p:cNvSpPr>
                  <a:spLocks/>
                </p:cNvSpPr>
                <p:nvPr/>
              </p:nvSpPr>
              <p:spPr bwMode="auto">
                <a:xfrm>
                  <a:off x="1116013" y="2481262"/>
                  <a:ext cx="165100" cy="109538"/>
                </a:xfrm>
                <a:custGeom>
                  <a:avLst/>
                  <a:gdLst/>
                  <a:ahLst/>
                  <a:cxnLst>
                    <a:cxn ang="0">
                      <a:pos x="44" y="33"/>
                    </a:cxn>
                    <a:cxn ang="0">
                      <a:pos x="37" y="40"/>
                    </a:cxn>
                    <a:cxn ang="0">
                      <a:pos x="36" y="40"/>
                    </a:cxn>
                    <a:cxn ang="0">
                      <a:pos x="35" y="40"/>
                    </a:cxn>
                    <a:cxn ang="0">
                      <a:pos x="28" y="33"/>
                    </a:cxn>
                    <a:cxn ang="0">
                      <a:pos x="27" y="31"/>
                    </a:cxn>
                    <a:cxn ang="0">
                      <a:pos x="31" y="14"/>
                    </a:cxn>
                    <a:cxn ang="0">
                      <a:pos x="31" y="12"/>
                    </a:cxn>
                    <a:cxn ang="0">
                      <a:pos x="31" y="9"/>
                    </a:cxn>
                    <a:cxn ang="0">
                      <a:pos x="32" y="7"/>
                    </a:cxn>
                    <a:cxn ang="0">
                      <a:pos x="40" y="7"/>
                    </a:cxn>
                    <a:cxn ang="0">
                      <a:pos x="42" y="9"/>
                    </a:cxn>
                    <a:cxn ang="0">
                      <a:pos x="41" y="12"/>
                    </a:cxn>
                    <a:cxn ang="0">
                      <a:pos x="42" y="14"/>
                    </a:cxn>
                    <a:cxn ang="0">
                      <a:pos x="45" y="31"/>
                    </a:cxn>
                    <a:cxn ang="0">
                      <a:pos x="44" y="33"/>
                    </a:cxn>
                    <a:cxn ang="0">
                      <a:pos x="72" y="33"/>
                    </a:cxn>
                    <a:cxn ang="0">
                      <a:pos x="62" y="7"/>
                    </a:cxn>
                    <a:cxn ang="0">
                      <a:pos x="53" y="0"/>
                    </a:cxn>
                    <a:cxn ang="0">
                      <a:pos x="52" y="0"/>
                    </a:cxn>
                    <a:cxn ang="0">
                      <a:pos x="36" y="0"/>
                    </a:cxn>
                    <a:cxn ang="0">
                      <a:pos x="20" y="0"/>
                    </a:cxn>
                    <a:cxn ang="0">
                      <a:pos x="19" y="0"/>
                    </a:cxn>
                    <a:cxn ang="0">
                      <a:pos x="10" y="7"/>
                    </a:cxn>
                    <a:cxn ang="0">
                      <a:pos x="1" y="33"/>
                    </a:cxn>
                    <a:cxn ang="0">
                      <a:pos x="2" y="37"/>
                    </a:cxn>
                    <a:cxn ang="0">
                      <a:pos x="10" y="41"/>
                    </a:cxn>
                    <a:cxn ang="0">
                      <a:pos x="13" y="40"/>
                    </a:cxn>
                    <a:cxn ang="0">
                      <a:pos x="18" y="27"/>
                    </a:cxn>
                    <a:cxn ang="0">
                      <a:pos x="18" y="27"/>
                    </a:cxn>
                    <a:cxn ang="0">
                      <a:pos x="18" y="40"/>
                    </a:cxn>
                    <a:cxn ang="0">
                      <a:pos x="20" y="44"/>
                    </a:cxn>
                    <a:cxn ang="0">
                      <a:pos x="36" y="48"/>
                    </a:cxn>
                    <a:cxn ang="0">
                      <a:pos x="52" y="44"/>
                    </a:cxn>
                    <a:cxn ang="0">
                      <a:pos x="54" y="40"/>
                    </a:cxn>
                    <a:cxn ang="0">
                      <a:pos x="54" y="27"/>
                    </a:cxn>
                    <a:cxn ang="0">
                      <a:pos x="55" y="27"/>
                    </a:cxn>
                    <a:cxn ang="0">
                      <a:pos x="60" y="40"/>
                    </a:cxn>
                    <a:cxn ang="0">
                      <a:pos x="62" y="41"/>
                    </a:cxn>
                    <a:cxn ang="0">
                      <a:pos x="70" y="37"/>
                    </a:cxn>
                    <a:cxn ang="0">
                      <a:pos x="72" y="33"/>
                    </a:cxn>
                  </a:cxnLst>
                  <a:rect l="0" t="0" r="r" b="b"/>
                  <a:pathLst>
                    <a:path w="72" h="48">
                      <a:moveTo>
                        <a:pt x="44" y="33"/>
                      </a:moveTo>
                      <a:cubicBezTo>
                        <a:pt x="37" y="40"/>
                        <a:pt x="37" y="40"/>
                        <a:pt x="37" y="40"/>
                      </a:cubicBezTo>
                      <a:cubicBezTo>
                        <a:pt x="37" y="40"/>
                        <a:pt x="37" y="40"/>
                        <a:pt x="36" y="40"/>
                      </a:cubicBezTo>
                      <a:cubicBezTo>
                        <a:pt x="36" y="40"/>
                        <a:pt x="35" y="40"/>
                        <a:pt x="35" y="40"/>
                      </a:cubicBezTo>
                      <a:cubicBezTo>
                        <a:pt x="28" y="33"/>
                        <a:pt x="28" y="33"/>
                        <a:pt x="28" y="33"/>
                      </a:cubicBezTo>
                      <a:cubicBezTo>
                        <a:pt x="27" y="33"/>
                        <a:pt x="27" y="32"/>
                        <a:pt x="27" y="31"/>
                      </a:cubicBezTo>
                      <a:cubicBezTo>
                        <a:pt x="31" y="14"/>
                        <a:pt x="31" y="14"/>
                        <a:pt x="31" y="14"/>
                      </a:cubicBezTo>
                      <a:cubicBezTo>
                        <a:pt x="31" y="13"/>
                        <a:pt x="31" y="12"/>
                        <a:pt x="31" y="12"/>
                      </a:cubicBezTo>
                      <a:cubicBezTo>
                        <a:pt x="31" y="11"/>
                        <a:pt x="31" y="9"/>
                        <a:pt x="31" y="9"/>
                      </a:cubicBezTo>
                      <a:cubicBezTo>
                        <a:pt x="31" y="8"/>
                        <a:pt x="31" y="7"/>
                        <a:pt x="32" y="7"/>
                      </a:cubicBezTo>
                      <a:cubicBezTo>
                        <a:pt x="40" y="7"/>
                        <a:pt x="40" y="7"/>
                        <a:pt x="40" y="7"/>
                      </a:cubicBezTo>
                      <a:cubicBezTo>
                        <a:pt x="41" y="7"/>
                        <a:pt x="42" y="8"/>
                        <a:pt x="42" y="9"/>
                      </a:cubicBezTo>
                      <a:cubicBezTo>
                        <a:pt x="42" y="9"/>
                        <a:pt x="42" y="11"/>
                        <a:pt x="41" y="12"/>
                      </a:cubicBezTo>
                      <a:cubicBezTo>
                        <a:pt x="41" y="12"/>
                        <a:pt x="42" y="13"/>
                        <a:pt x="42" y="14"/>
                      </a:cubicBezTo>
                      <a:cubicBezTo>
                        <a:pt x="45" y="31"/>
                        <a:pt x="45" y="31"/>
                        <a:pt x="45" y="31"/>
                      </a:cubicBezTo>
                      <a:cubicBezTo>
                        <a:pt x="45" y="32"/>
                        <a:pt x="45" y="33"/>
                        <a:pt x="44" y="33"/>
                      </a:cubicBezTo>
                      <a:moveTo>
                        <a:pt x="72" y="33"/>
                      </a:moveTo>
                      <a:cubicBezTo>
                        <a:pt x="62" y="7"/>
                        <a:pt x="62" y="7"/>
                        <a:pt x="62" y="7"/>
                      </a:cubicBezTo>
                      <a:cubicBezTo>
                        <a:pt x="62" y="7"/>
                        <a:pt x="60" y="0"/>
                        <a:pt x="53" y="0"/>
                      </a:cubicBezTo>
                      <a:cubicBezTo>
                        <a:pt x="52" y="0"/>
                        <a:pt x="52" y="0"/>
                        <a:pt x="52" y="0"/>
                      </a:cubicBezTo>
                      <a:cubicBezTo>
                        <a:pt x="52" y="0"/>
                        <a:pt x="44" y="0"/>
                        <a:pt x="36" y="0"/>
                      </a:cubicBezTo>
                      <a:cubicBezTo>
                        <a:pt x="28" y="0"/>
                        <a:pt x="21" y="0"/>
                        <a:pt x="20" y="0"/>
                      </a:cubicBezTo>
                      <a:cubicBezTo>
                        <a:pt x="19" y="0"/>
                        <a:pt x="19" y="0"/>
                        <a:pt x="19" y="0"/>
                      </a:cubicBezTo>
                      <a:cubicBezTo>
                        <a:pt x="13" y="0"/>
                        <a:pt x="11" y="7"/>
                        <a:pt x="10" y="7"/>
                      </a:cubicBezTo>
                      <a:cubicBezTo>
                        <a:pt x="1" y="33"/>
                        <a:pt x="1" y="33"/>
                        <a:pt x="1" y="33"/>
                      </a:cubicBezTo>
                      <a:cubicBezTo>
                        <a:pt x="0" y="34"/>
                        <a:pt x="1" y="36"/>
                        <a:pt x="2" y="37"/>
                      </a:cubicBezTo>
                      <a:cubicBezTo>
                        <a:pt x="4" y="39"/>
                        <a:pt x="7" y="41"/>
                        <a:pt x="10" y="41"/>
                      </a:cubicBezTo>
                      <a:cubicBezTo>
                        <a:pt x="12" y="41"/>
                        <a:pt x="13" y="40"/>
                        <a:pt x="13" y="40"/>
                      </a:cubicBezTo>
                      <a:cubicBezTo>
                        <a:pt x="18" y="27"/>
                        <a:pt x="18" y="27"/>
                        <a:pt x="18" y="27"/>
                      </a:cubicBezTo>
                      <a:cubicBezTo>
                        <a:pt x="18" y="27"/>
                        <a:pt x="18" y="24"/>
                        <a:pt x="18" y="27"/>
                      </a:cubicBezTo>
                      <a:cubicBezTo>
                        <a:pt x="18" y="30"/>
                        <a:pt x="18" y="36"/>
                        <a:pt x="18" y="40"/>
                      </a:cubicBezTo>
                      <a:cubicBezTo>
                        <a:pt x="18" y="42"/>
                        <a:pt x="19" y="43"/>
                        <a:pt x="20" y="44"/>
                      </a:cubicBezTo>
                      <a:cubicBezTo>
                        <a:pt x="26" y="48"/>
                        <a:pt x="30" y="48"/>
                        <a:pt x="36" y="48"/>
                      </a:cubicBezTo>
                      <a:cubicBezTo>
                        <a:pt x="42" y="48"/>
                        <a:pt x="47" y="48"/>
                        <a:pt x="52" y="44"/>
                      </a:cubicBezTo>
                      <a:cubicBezTo>
                        <a:pt x="54" y="43"/>
                        <a:pt x="54" y="42"/>
                        <a:pt x="54" y="40"/>
                      </a:cubicBezTo>
                      <a:cubicBezTo>
                        <a:pt x="54" y="36"/>
                        <a:pt x="54" y="30"/>
                        <a:pt x="54" y="27"/>
                      </a:cubicBezTo>
                      <a:cubicBezTo>
                        <a:pt x="54" y="24"/>
                        <a:pt x="55" y="27"/>
                        <a:pt x="55" y="27"/>
                      </a:cubicBezTo>
                      <a:cubicBezTo>
                        <a:pt x="60" y="40"/>
                        <a:pt x="60" y="40"/>
                        <a:pt x="60" y="40"/>
                      </a:cubicBezTo>
                      <a:cubicBezTo>
                        <a:pt x="60" y="40"/>
                        <a:pt x="60" y="41"/>
                        <a:pt x="62" y="41"/>
                      </a:cubicBezTo>
                      <a:cubicBezTo>
                        <a:pt x="65" y="41"/>
                        <a:pt x="68" y="39"/>
                        <a:pt x="70" y="37"/>
                      </a:cubicBezTo>
                      <a:cubicBezTo>
                        <a:pt x="72" y="36"/>
                        <a:pt x="72" y="34"/>
                        <a:pt x="72" y="33"/>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sp>
              <p:nvSpPr>
                <p:cNvPr id="89" name="Freeform: Shape 60">
                  <a:extLst>
                    <a:ext uri="{FF2B5EF4-FFF2-40B4-BE49-F238E27FC236}">
                      <a16:creationId xmlns:a16="http://schemas.microsoft.com/office/drawing/2014/main" id="{8AF67381-3A21-42FA-8289-32879ED92B2D}"/>
                    </a:ext>
                  </a:extLst>
                </p:cNvPr>
                <p:cNvSpPr>
                  <a:spLocks/>
                </p:cNvSpPr>
                <p:nvPr/>
              </p:nvSpPr>
              <p:spPr bwMode="auto">
                <a:xfrm>
                  <a:off x="1066800" y="2562224"/>
                  <a:ext cx="271462" cy="103188"/>
                </a:xfrm>
                <a:custGeom>
                  <a:avLst/>
                  <a:gdLst/>
                  <a:ahLst/>
                  <a:cxnLst>
                    <a:cxn ang="0">
                      <a:pos x="113" y="9"/>
                    </a:cxn>
                    <a:cxn ang="0">
                      <a:pos x="112" y="9"/>
                    </a:cxn>
                    <a:cxn ang="0">
                      <a:pos x="111" y="9"/>
                    </a:cxn>
                    <a:cxn ang="0">
                      <a:pos x="105" y="2"/>
                    </a:cxn>
                    <a:cxn ang="0">
                      <a:pos x="100" y="0"/>
                    </a:cxn>
                    <a:cxn ang="0">
                      <a:pos x="98" y="3"/>
                    </a:cxn>
                    <a:cxn ang="0">
                      <a:pos x="58" y="20"/>
                    </a:cxn>
                    <a:cxn ang="0">
                      <a:pos x="19" y="4"/>
                    </a:cxn>
                    <a:cxn ang="0">
                      <a:pos x="18" y="2"/>
                    </a:cxn>
                    <a:cxn ang="0">
                      <a:pos x="14" y="2"/>
                    </a:cxn>
                    <a:cxn ang="0">
                      <a:pos x="7" y="9"/>
                    </a:cxn>
                    <a:cxn ang="0">
                      <a:pos x="6" y="9"/>
                    </a:cxn>
                    <a:cxn ang="0">
                      <a:pos x="5" y="9"/>
                    </a:cxn>
                    <a:cxn ang="0">
                      <a:pos x="0" y="15"/>
                    </a:cxn>
                    <a:cxn ang="0">
                      <a:pos x="5" y="20"/>
                    </a:cxn>
                    <a:cxn ang="0">
                      <a:pos x="11" y="15"/>
                    </a:cxn>
                    <a:cxn ang="0">
                      <a:pos x="11" y="15"/>
                    </a:cxn>
                    <a:cxn ang="0">
                      <a:pos x="11" y="13"/>
                    </a:cxn>
                    <a:cxn ang="0">
                      <a:pos x="14" y="10"/>
                    </a:cxn>
                    <a:cxn ang="0">
                      <a:pos x="16" y="10"/>
                    </a:cxn>
                    <a:cxn ang="0">
                      <a:pos x="54" y="26"/>
                    </a:cxn>
                    <a:cxn ang="0">
                      <a:pos x="56" y="27"/>
                    </a:cxn>
                    <a:cxn ang="0">
                      <a:pos x="56" y="34"/>
                    </a:cxn>
                    <a:cxn ang="0">
                      <a:pos x="55" y="35"/>
                    </a:cxn>
                    <a:cxn ang="0">
                      <a:pos x="53" y="39"/>
                    </a:cxn>
                    <a:cxn ang="0">
                      <a:pos x="59" y="45"/>
                    </a:cxn>
                    <a:cxn ang="0">
                      <a:pos x="64" y="39"/>
                    </a:cxn>
                    <a:cxn ang="0">
                      <a:pos x="62" y="35"/>
                    </a:cxn>
                    <a:cxn ang="0">
                      <a:pos x="62" y="34"/>
                    </a:cxn>
                    <a:cxn ang="0">
                      <a:pos x="62" y="27"/>
                    </a:cxn>
                    <a:cxn ang="0">
                      <a:pos x="63" y="26"/>
                    </a:cxn>
                    <a:cxn ang="0">
                      <a:pos x="101" y="9"/>
                    </a:cxn>
                    <a:cxn ang="0">
                      <a:pos x="103" y="9"/>
                    </a:cxn>
                    <a:cxn ang="0">
                      <a:pos x="107" y="13"/>
                    </a:cxn>
                    <a:cxn ang="0">
                      <a:pos x="108" y="15"/>
                    </a:cxn>
                    <a:cxn ang="0">
                      <a:pos x="108" y="15"/>
                    </a:cxn>
                    <a:cxn ang="0">
                      <a:pos x="113" y="20"/>
                    </a:cxn>
                    <a:cxn ang="0">
                      <a:pos x="119" y="15"/>
                    </a:cxn>
                    <a:cxn ang="0">
                      <a:pos x="113" y="9"/>
                    </a:cxn>
                  </a:cxnLst>
                  <a:rect l="0" t="0" r="r" b="b"/>
                  <a:pathLst>
                    <a:path w="119" h="45">
                      <a:moveTo>
                        <a:pt x="113" y="9"/>
                      </a:moveTo>
                      <a:cubicBezTo>
                        <a:pt x="113" y="9"/>
                        <a:pt x="113" y="9"/>
                        <a:pt x="112" y="9"/>
                      </a:cubicBezTo>
                      <a:cubicBezTo>
                        <a:pt x="112" y="9"/>
                        <a:pt x="112" y="9"/>
                        <a:pt x="111" y="9"/>
                      </a:cubicBezTo>
                      <a:cubicBezTo>
                        <a:pt x="105" y="2"/>
                        <a:pt x="105" y="2"/>
                        <a:pt x="105" y="2"/>
                      </a:cubicBezTo>
                      <a:cubicBezTo>
                        <a:pt x="104" y="1"/>
                        <a:pt x="103" y="0"/>
                        <a:pt x="100" y="0"/>
                      </a:cubicBezTo>
                      <a:cubicBezTo>
                        <a:pt x="99" y="1"/>
                        <a:pt x="99" y="3"/>
                        <a:pt x="98" y="3"/>
                      </a:cubicBezTo>
                      <a:cubicBezTo>
                        <a:pt x="95" y="12"/>
                        <a:pt x="76" y="20"/>
                        <a:pt x="58" y="20"/>
                      </a:cubicBezTo>
                      <a:cubicBezTo>
                        <a:pt x="40" y="20"/>
                        <a:pt x="23" y="13"/>
                        <a:pt x="19" y="4"/>
                      </a:cubicBezTo>
                      <a:cubicBezTo>
                        <a:pt x="19" y="3"/>
                        <a:pt x="18" y="3"/>
                        <a:pt x="18" y="2"/>
                      </a:cubicBezTo>
                      <a:cubicBezTo>
                        <a:pt x="17" y="1"/>
                        <a:pt x="15" y="1"/>
                        <a:pt x="14" y="2"/>
                      </a:cubicBezTo>
                      <a:cubicBezTo>
                        <a:pt x="7" y="9"/>
                        <a:pt x="7" y="9"/>
                        <a:pt x="7" y="9"/>
                      </a:cubicBezTo>
                      <a:cubicBezTo>
                        <a:pt x="7" y="9"/>
                        <a:pt x="6" y="9"/>
                        <a:pt x="6" y="9"/>
                      </a:cubicBezTo>
                      <a:cubicBezTo>
                        <a:pt x="6" y="9"/>
                        <a:pt x="6" y="9"/>
                        <a:pt x="5" y="9"/>
                      </a:cubicBezTo>
                      <a:cubicBezTo>
                        <a:pt x="2" y="9"/>
                        <a:pt x="0" y="12"/>
                        <a:pt x="0" y="15"/>
                      </a:cubicBezTo>
                      <a:cubicBezTo>
                        <a:pt x="0" y="18"/>
                        <a:pt x="2" y="20"/>
                        <a:pt x="5" y="20"/>
                      </a:cubicBezTo>
                      <a:cubicBezTo>
                        <a:pt x="8" y="20"/>
                        <a:pt x="11" y="18"/>
                        <a:pt x="11" y="15"/>
                      </a:cubicBezTo>
                      <a:cubicBezTo>
                        <a:pt x="11" y="15"/>
                        <a:pt x="11" y="15"/>
                        <a:pt x="11" y="15"/>
                      </a:cubicBezTo>
                      <a:cubicBezTo>
                        <a:pt x="11" y="14"/>
                        <a:pt x="11" y="14"/>
                        <a:pt x="11" y="13"/>
                      </a:cubicBezTo>
                      <a:cubicBezTo>
                        <a:pt x="14" y="10"/>
                        <a:pt x="14" y="10"/>
                        <a:pt x="14" y="10"/>
                      </a:cubicBezTo>
                      <a:cubicBezTo>
                        <a:pt x="15" y="9"/>
                        <a:pt x="16" y="10"/>
                        <a:pt x="16" y="10"/>
                      </a:cubicBezTo>
                      <a:cubicBezTo>
                        <a:pt x="24" y="19"/>
                        <a:pt x="38" y="25"/>
                        <a:pt x="54" y="26"/>
                      </a:cubicBezTo>
                      <a:cubicBezTo>
                        <a:pt x="55" y="26"/>
                        <a:pt x="56" y="26"/>
                        <a:pt x="56" y="27"/>
                      </a:cubicBezTo>
                      <a:cubicBezTo>
                        <a:pt x="56" y="34"/>
                        <a:pt x="56" y="34"/>
                        <a:pt x="56" y="34"/>
                      </a:cubicBezTo>
                      <a:cubicBezTo>
                        <a:pt x="56" y="35"/>
                        <a:pt x="55" y="35"/>
                        <a:pt x="55" y="35"/>
                      </a:cubicBezTo>
                      <a:cubicBezTo>
                        <a:pt x="54" y="36"/>
                        <a:pt x="53" y="38"/>
                        <a:pt x="53" y="39"/>
                      </a:cubicBezTo>
                      <a:cubicBezTo>
                        <a:pt x="53" y="42"/>
                        <a:pt x="56" y="45"/>
                        <a:pt x="59" y="45"/>
                      </a:cubicBezTo>
                      <a:cubicBezTo>
                        <a:pt x="62" y="45"/>
                        <a:pt x="64" y="42"/>
                        <a:pt x="64" y="39"/>
                      </a:cubicBezTo>
                      <a:cubicBezTo>
                        <a:pt x="64" y="38"/>
                        <a:pt x="63" y="36"/>
                        <a:pt x="62" y="35"/>
                      </a:cubicBezTo>
                      <a:cubicBezTo>
                        <a:pt x="62" y="35"/>
                        <a:pt x="62" y="35"/>
                        <a:pt x="62" y="34"/>
                      </a:cubicBezTo>
                      <a:cubicBezTo>
                        <a:pt x="62" y="27"/>
                        <a:pt x="62" y="27"/>
                        <a:pt x="62" y="27"/>
                      </a:cubicBezTo>
                      <a:cubicBezTo>
                        <a:pt x="62" y="26"/>
                        <a:pt x="63" y="26"/>
                        <a:pt x="63" y="26"/>
                      </a:cubicBezTo>
                      <a:cubicBezTo>
                        <a:pt x="80" y="24"/>
                        <a:pt x="94" y="18"/>
                        <a:pt x="101" y="9"/>
                      </a:cubicBezTo>
                      <a:cubicBezTo>
                        <a:pt x="102" y="9"/>
                        <a:pt x="102" y="8"/>
                        <a:pt x="103" y="9"/>
                      </a:cubicBezTo>
                      <a:cubicBezTo>
                        <a:pt x="107" y="13"/>
                        <a:pt x="107" y="13"/>
                        <a:pt x="107" y="13"/>
                      </a:cubicBezTo>
                      <a:cubicBezTo>
                        <a:pt x="108" y="14"/>
                        <a:pt x="108" y="14"/>
                        <a:pt x="108" y="15"/>
                      </a:cubicBezTo>
                      <a:cubicBezTo>
                        <a:pt x="108" y="15"/>
                        <a:pt x="108" y="15"/>
                        <a:pt x="108" y="15"/>
                      </a:cubicBezTo>
                      <a:cubicBezTo>
                        <a:pt x="108" y="18"/>
                        <a:pt x="110" y="20"/>
                        <a:pt x="113" y="20"/>
                      </a:cubicBezTo>
                      <a:cubicBezTo>
                        <a:pt x="116" y="20"/>
                        <a:pt x="119" y="18"/>
                        <a:pt x="119" y="15"/>
                      </a:cubicBezTo>
                      <a:cubicBezTo>
                        <a:pt x="119" y="12"/>
                        <a:pt x="116" y="9"/>
                        <a:pt x="113" y="9"/>
                      </a:cubicBezTo>
                    </a:path>
                  </a:pathLst>
                </a:custGeom>
                <a:grp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grpSp>
      <p:grpSp>
        <p:nvGrpSpPr>
          <p:cNvPr id="111" name="Group 67">
            <a:extLst>
              <a:ext uri="{FF2B5EF4-FFF2-40B4-BE49-F238E27FC236}">
                <a16:creationId xmlns:a16="http://schemas.microsoft.com/office/drawing/2014/main" id="{66946440-0BDC-4D5F-874B-79235D40B8D0}"/>
              </a:ext>
            </a:extLst>
          </p:cNvPr>
          <p:cNvGrpSpPr/>
          <p:nvPr/>
        </p:nvGrpSpPr>
        <p:grpSpPr>
          <a:xfrm>
            <a:off x="4769741" y="1252791"/>
            <a:ext cx="2702410" cy="1019633"/>
            <a:chOff x="5089540" y="1514352"/>
            <a:chExt cx="2122583" cy="1019770"/>
          </a:xfrm>
        </p:grpSpPr>
        <p:sp>
          <p:nvSpPr>
            <p:cNvPr id="112" name="TextBox 68">
              <a:extLst>
                <a:ext uri="{FF2B5EF4-FFF2-40B4-BE49-F238E27FC236}">
                  <a16:creationId xmlns:a16="http://schemas.microsoft.com/office/drawing/2014/main" id="{FC4903B1-4696-40CF-A8E8-0481C479FB84}"/>
                </a:ext>
              </a:extLst>
            </p:cNvPr>
            <p:cNvSpPr txBox="1">
              <a:spLocks/>
            </p:cNvSpPr>
            <p:nvPr/>
          </p:nvSpPr>
          <p:spPr bwMode="auto">
            <a:xfrm>
              <a:off x="5616561" y="1514352"/>
              <a:ext cx="1068541" cy="309958"/>
            </a:xfrm>
            <a:prstGeom prst="rect">
              <a:avLst/>
            </a:prstGeom>
            <a:noFill/>
            <a:extLst/>
          </p:spPr>
          <p:txBody>
            <a:bodyPr wrap="none" lIns="119984" tIns="62391" rIns="119984" bIns="62391">
              <a:normAutofit fontScale="77500" lnSpcReduction="20000"/>
            </a:bodyPr>
            <a:lstStyle/>
            <a:p>
              <a:pPr algn="ctr" defTabSz="1218804" fontAlgn="base">
                <a:spcBef>
                  <a:spcPct val="0"/>
                </a:spcBef>
                <a:spcAft>
                  <a:spcPct val="0"/>
                </a:spcAft>
              </a:pPr>
              <a:r>
                <a:rPr lang="zh-CN" altLang="en-US" sz="1866">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113" name="TextBox 69">
              <a:extLst>
                <a:ext uri="{FF2B5EF4-FFF2-40B4-BE49-F238E27FC236}">
                  <a16:creationId xmlns:a16="http://schemas.microsoft.com/office/drawing/2014/main" id="{08B65E38-1F09-4211-B42D-3F08ED99F23F}"/>
                </a:ext>
              </a:extLst>
            </p:cNvPr>
            <p:cNvSpPr txBox="1">
              <a:spLocks/>
            </p:cNvSpPr>
            <p:nvPr/>
          </p:nvSpPr>
          <p:spPr bwMode="auto">
            <a:xfrm>
              <a:off x="5089540" y="1824309"/>
              <a:ext cx="2122583" cy="709813"/>
            </a:xfrm>
            <a:prstGeom prst="rect">
              <a:avLst/>
            </a:prstGeom>
            <a:noFill/>
            <a:extLst/>
          </p:spPr>
          <p:txBody>
            <a:bodyPr wrap="square" lIns="119984" tIns="62391" rIns="119984" bIns="62391">
              <a:normAutofit fontScale="92500"/>
            </a:bodyPr>
            <a:lstStyle/>
            <a:p>
              <a:pPr algn="ctr" defTabSz="1218804" fontAlgn="base">
                <a:lnSpc>
                  <a:spcPct val="120000"/>
                </a:lnSpc>
                <a:spcBef>
                  <a:spcPct val="0"/>
                </a:spcBef>
                <a:spcAft>
                  <a:spcPct val="0"/>
                </a:spcAft>
              </a:pPr>
              <a:r>
                <a:rPr lang="zh-CN" altLang="en-US" sz="1333" dirty="0">
                  <a:solidFill>
                    <a:prstClr val="white">
                      <a:lumMod val="50000"/>
                    </a:prstClr>
                  </a:solidFill>
                  <a:latin typeface="微软雅黑" panose="020B0503020204020204" pitchFamily="34" charset="-122"/>
                  <a:ea typeface="微软雅黑" panose="020B0503020204020204" pitchFamily="34" charset="-122"/>
                </a:rPr>
                <a:t>此部分内容作为文字排版占位显示 </a:t>
              </a:r>
              <a:br>
                <a:rPr lang="zh-CN" altLang="en-US" sz="1333" dirty="0">
                  <a:solidFill>
                    <a:prstClr val="white">
                      <a:lumMod val="50000"/>
                    </a:prstClr>
                  </a:solidFill>
                  <a:latin typeface="微软雅黑" panose="020B0503020204020204" pitchFamily="34" charset="-122"/>
                  <a:ea typeface="微软雅黑" panose="020B0503020204020204" pitchFamily="34" charset="-122"/>
                </a:rPr>
              </a:br>
              <a:r>
                <a:rPr lang="zh-CN" altLang="en-US" sz="1333" dirty="0">
                  <a:solidFill>
                    <a:prstClr val="white">
                      <a:lumMod val="50000"/>
                    </a:prstClr>
                  </a:solidFill>
                  <a:latin typeface="微软雅黑" panose="020B0503020204020204" pitchFamily="34" charset="-122"/>
                  <a:ea typeface="微软雅黑" panose="020B0503020204020204" pitchFamily="34" charset="-122"/>
                </a:rPr>
                <a:t>（建议使用主题字体）</a:t>
              </a:r>
            </a:p>
          </p:txBody>
        </p:sp>
      </p:grpSp>
      <p:grpSp>
        <p:nvGrpSpPr>
          <p:cNvPr id="114" name="Group 70">
            <a:extLst>
              <a:ext uri="{FF2B5EF4-FFF2-40B4-BE49-F238E27FC236}">
                <a16:creationId xmlns:a16="http://schemas.microsoft.com/office/drawing/2014/main" id="{FA55F3F9-2B00-4A0A-9255-26E81478715E}"/>
              </a:ext>
            </a:extLst>
          </p:cNvPr>
          <p:cNvGrpSpPr/>
          <p:nvPr/>
        </p:nvGrpSpPr>
        <p:grpSpPr>
          <a:xfrm>
            <a:off x="8125753" y="4603297"/>
            <a:ext cx="2698888" cy="834932"/>
            <a:chOff x="7645890" y="3375421"/>
            <a:chExt cx="2122517" cy="835044"/>
          </a:xfrm>
        </p:grpSpPr>
        <p:sp>
          <p:nvSpPr>
            <p:cNvPr id="115" name="TextBox 71">
              <a:extLst>
                <a:ext uri="{FF2B5EF4-FFF2-40B4-BE49-F238E27FC236}">
                  <a16:creationId xmlns:a16="http://schemas.microsoft.com/office/drawing/2014/main" id="{0A46A699-FD1D-40BE-8C29-F8E210D4C240}"/>
                </a:ext>
              </a:extLst>
            </p:cNvPr>
            <p:cNvSpPr txBox="1">
              <a:spLocks/>
            </p:cNvSpPr>
            <p:nvPr/>
          </p:nvSpPr>
          <p:spPr bwMode="auto">
            <a:xfrm>
              <a:off x="8056352" y="3375421"/>
              <a:ext cx="1301593" cy="309958"/>
            </a:xfrm>
            <a:prstGeom prst="rect">
              <a:avLst/>
            </a:prstGeom>
            <a:noFill/>
            <a:extLst/>
          </p:spPr>
          <p:txBody>
            <a:bodyPr wrap="none" lIns="479935" tIns="62391" rIns="119984" bIns="62391">
              <a:normAutofit fontScale="77500" lnSpcReduction="20000"/>
            </a:bodyPr>
            <a:lstStyle/>
            <a:p>
              <a:pPr algn="ctr" defTabSz="1218804" fontAlgn="base">
                <a:spcBef>
                  <a:spcPct val="0"/>
                </a:spcBef>
                <a:spcAft>
                  <a:spcPct val="0"/>
                </a:spcAft>
              </a:pPr>
              <a:r>
                <a:rPr lang="zh-CN" altLang="en-US" sz="1866">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116" name="TextBox 72">
              <a:extLst>
                <a:ext uri="{FF2B5EF4-FFF2-40B4-BE49-F238E27FC236}">
                  <a16:creationId xmlns:a16="http://schemas.microsoft.com/office/drawing/2014/main" id="{0EA8C5FB-19A3-4135-A2E0-FBE085543BD3}"/>
                </a:ext>
              </a:extLst>
            </p:cNvPr>
            <p:cNvSpPr txBox="1">
              <a:spLocks/>
            </p:cNvSpPr>
            <p:nvPr/>
          </p:nvSpPr>
          <p:spPr bwMode="auto">
            <a:xfrm>
              <a:off x="7645890" y="3654286"/>
              <a:ext cx="2122517" cy="556179"/>
            </a:xfrm>
            <a:prstGeom prst="rect">
              <a:avLst/>
            </a:prstGeom>
            <a:noFill/>
            <a:extLst/>
          </p:spPr>
          <p:txBody>
            <a:bodyPr wrap="square" lIns="479935" tIns="62391" rIns="119984" bIns="62391">
              <a:normAutofit fontScale="92500"/>
            </a:bodyPr>
            <a:lstStyle/>
            <a:p>
              <a:pPr algn="ctr" defTabSz="1218804" fontAlgn="base">
                <a:lnSpc>
                  <a:spcPct val="120000"/>
                </a:lnSpc>
                <a:spcBef>
                  <a:spcPct val="0"/>
                </a:spcBef>
                <a:spcAft>
                  <a:spcPct val="0"/>
                </a:spcAft>
              </a:pPr>
              <a:r>
                <a:rPr lang="zh-CN" altLang="en-US" sz="1333">
                  <a:solidFill>
                    <a:prstClr val="white">
                      <a:lumMod val="50000"/>
                    </a:prstClr>
                  </a:solidFill>
                  <a:latin typeface="微软雅黑" panose="020B0503020204020204" pitchFamily="34" charset="-122"/>
                  <a:ea typeface="微软雅黑" panose="020B0503020204020204" pitchFamily="34" charset="-122"/>
                </a:rPr>
                <a:t>此部分内容作为文字排版占位显示 （建议使用主题字体）</a:t>
              </a:r>
            </a:p>
          </p:txBody>
        </p:sp>
      </p:grpSp>
      <p:grpSp>
        <p:nvGrpSpPr>
          <p:cNvPr id="117" name="Group 73">
            <a:extLst>
              <a:ext uri="{FF2B5EF4-FFF2-40B4-BE49-F238E27FC236}">
                <a16:creationId xmlns:a16="http://schemas.microsoft.com/office/drawing/2014/main" id="{0FC3921D-6C0F-4F52-8461-006BFE83F2EF}"/>
              </a:ext>
            </a:extLst>
          </p:cNvPr>
          <p:cNvGrpSpPr/>
          <p:nvPr/>
        </p:nvGrpSpPr>
        <p:grpSpPr>
          <a:xfrm>
            <a:off x="1505352" y="4691055"/>
            <a:ext cx="2582515" cy="862592"/>
            <a:chOff x="2378292" y="4064116"/>
            <a:chExt cx="2389918" cy="862708"/>
          </a:xfrm>
        </p:grpSpPr>
        <p:sp>
          <p:nvSpPr>
            <p:cNvPr id="118" name="TextBox 74">
              <a:extLst>
                <a:ext uri="{FF2B5EF4-FFF2-40B4-BE49-F238E27FC236}">
                  <a16:creationId xmlns:a16="http://schemas.microsoft.com/office/drawing/2014/main" id="{3B0E39D1-91C8-4657-8990-D799F0F19147}"/>
                </a:ext>
              </a:extLst>
            </p:cNvPr>
            <p:cNvSpPr txBox="1">
              <a:spLocks/>
            </p:cNvSpPr>
            <p:nvPr/>
          </p:nvSpPr>
          <p:spPr bwMode="auto">
            <a:xfrm>
              <a:off x="2803812" y="4064116"/>
              <a:ext cx="1531613" cy="309958"/>
            </a:xfrm>
            <a:prstGeom prst="rect">
              <a:avLst/>
            </a:prstGeom>
            <a:noFill/>
            <a:extLst/>
          </p:spPr>
          <p:txBody>
            <a:bodyPr wrap="none" lIns="119984" tIns="62391" rIns="479935" bIns="62391">
              <a:normAutofit fontScale="77500" lnSpcReduction="20000"/>
            </a:bodyPr>
            <a:lstStyle/>
            <a:p>
              <a:pPr algn="ctr" defTabSz="1218804" fontAlgn="base">
                <a:spcBef>
                  <a:spcPct val="0"/>
                </a:spcBef>
                <a:spcAft>
                  <a:spcPct val="0"/>
                </a:spcAft>
              </a:pPr>
              <a:r>
                <a:rPr lang="zh-CN" altLang="en-US" sz="1866" dirty="0">
                  <a:solidFill>
                    <a:prstClr val="white">
                      <a:lumMod val="50000"/>
                    </a:prstClr>
                  </a:solidFill>
                  <a:latin typeface="微软雅黑" panose="020B0503020204020204" pitchFamily="34" charset="-122"/>
                  <a:ea typeface="微软雅黑" panose="020B0503020204020204" pitchFamily="34" charset="-122"/>
                </a:rPr>
                <a:t>标题文本预设</a:t>
              </a:r>
            </a:p>
          </p:txBody>
        </p:sp>
        <p:sp>
          <p:nvSpPr>
            <p:cNvPr id="119" name="TextBox 75">
              <a:extLst>
                <a:ext uri="{FF2B5EF4-FFF2-40B4-BE49-F238E27FC236}">
                  <a16:creationId xmlns:a16="http://schemas.microsoft.com/office/drawing/2014/main" id="{6C421EE0-113F-45BD-9BDB-753C1A3E434C}"/>
                </a:ext>
              </a:extLst>
            </p:cNvPr>
            <p:cNvSpPr txBox="1">
              <a:spLocks/>
            </p:cNvSpPr>
            <p:nvPr/>
          </p:nvSpPr>
          <p:spPr bwMode="auto">
            <a:xfrm>
              <a:off x="2378292" y="4370645"/>
              <a:ext cx="2389918" cy="556179"/>
            </a:xfrm>
            <a:prstGeom prst="rect">
              <a:avLst/>
            </a:prstGeom>
            <a:noFill/>
            <a:extLst/>
          </p:spPr>
          <p:txBody>
            <a:bodyPr wrap="square" lIns="119984" tIns="62391" rIns="479935" bIns="62391">
              <a:normAutofit fontScale="92500"/>
            </a:bodyPr>
            <a:lstStyle/>
            <a:p>
              <a:pPr algn="ctr" defTabSz="1218804" fontAlgn="base">
                <a:lnSpc>
                  <a:spcPct val="120000"/>
                </a:lnSpc>
                <a:spcBef>
                  <a:spcPct val="0"/>
                </a:spcBef>
                <a:spcAft>
                  <a:spcPct val="0"/>
                </a:spcAft>
              </a:pPr>
              <a:r>
                <a:rPr lang="zh-CN" altLang="en-US" sz="1333">
                  <a:solidFill>
                    <a:prstClr val="white">
                      <a:lumMod val="50000"/>
                    </a:prstClr>
                  </a:solidFill>
                  <a:latin typeface="微软雅黑" panose="020B0503020204020204" pitchFamily="34" charset="-122"/>
                  <a:ea typeface="微软雅黑" panose="020B0503020204020204" pitchFamily="34" charset="-122"/>
                </a:rPr>
                <a:t>此部分内容作为文字排版占位显示 （建议使用主题字体）</a:t>
              </a:r>
            </a:p>
          </p:txBody>
        </p:sp>
      </p:grpSp>
    </p:spTree>
    <p:extLst>
      <p:ext uri="{BB962C8B-B14F-4D97-AF65-F5344CB8AC3E}">
        <p14:creationId xmlns:p14="http://schemas.microsoft.com/office/powerpoint/2010/main" val="3396681893"/>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65"/>
                                        </p:tgtEl>
                                        <p:attrNameLst>
                                          <p:attrName>style.visibility</p:attrName>
                                        </p:attrNameLst>
                                      </p:cBhvr>
                                      <p:to>
                                        <p:strVal val="visible"/>
                                      </p:to>
                                    </p:set>
                                    <p:anim calcmode="lin" valueType="num">
                                      <p:cBhvr>
                                        <p:cTn id="7" dur="1000" fill="hold"/>
                                        <p:tgtEl>
                                          <p:spTgt spid="65"/>
                                        </p:tgtEl>
                                        <p:attrNameLst>
                                          <p:attrName>ppt_w</p:attrName>
                                        </p:attrNameLst>
                                      </p:cBhvr>
                                      <p:tavLst>
                                        <p:tav tm="0">
                                          <p:val>
                                            <p:fltVal val="0"/>
                                          </p:val>
                                        </p:tav>
                                        <p:tav tm="100000">
                                          <p:val>
                                            <p:strVal val="#ppt_w"/>
                                          </p:val>
                                        </p:tav>
                                      </p:tavLst>
                                    </p:anim>
                                    <p:anim calcmode="lin" valueType="num">
                                      <p:cBhvr>
                                        <p:cTn id="8" dur="1000" fill="hold"/>
                                        <p:tgtEl>
                                          <p:spTgt spid="65"/>
                                        </p:tgtEl>
                                        <p:attrNameLst>
                                          <p:attrName>ppt_h</p:attrName>
                                        </p:attrNameLst>
                                      </p:cBhvr>
                                      <p:tavLst>
                                        <p:tav tm="0">
                                          <p:val>
                                            <p:fltVal val="0"/>
                                          </p:val>
                                        </p:tav>
                                        <p:tav tm="100000">
                                          <p:val>
                                            <p:strVal val="#ppt_h"/>
                                          </p:val>
                                        </p:tav>
                                      </p:tavLst>
                                    </p:anim>
                                    <p:anim calcmode="lin" valueType="num">
                                      <p:cBhvr>
                                        <p:cTn id="9" dur="1000" fill="hold"/>
                                        <p:tgtEl>
                                          <p:spTgt spid="65"/>
                                        </p:tgtEl>
                                        <p:attrNameLst>
                                          <p:attrName>style.rotation</p:attrName>
                                        </p:attrNameLst>
                                      </p:cBhvr>
                                      <p:tavLst>
                                        <p:tav tm="0">
                                          <p:val>
                                            <p:fltVal val="90"/>
                                          </p:val>
                                        </p:tav>
                                        <p:tav tm="100000">
                                          <p:val>
                                            <p:fltVal val="0"/>
                                          </p:val>
                                        </p:tav>
                                      </p:tavLst>
                                    </p:anim>
                                    <p:animEffect transition="in" filter="fade">
                                      <p:cBhvr>
                                        <p:cTn id="10" dur="1000"/>
                                        <p:tgtEl>
                                          <p:spTgt spid="65"/>
                                        </p:tgtEl>
                                      </p:cBhvr>
                                    </p:animEffect>
                                  </p:childTnLst>
                                </p:cTn>
                              </p:par>
                            </p:childTnLst>
                          </p:cTn>
                        </p:par>
                        <p:par>
                          <p:cTn id="11" fill="hold">
                            <p:stCondLst>
                              <p:cond delay="1000"/>
                            </p:stCondLst>
                            <p:childTnLst>
                              <p:par>
                                <p:cTn id="12" presetID="2" presetClass="entr" presetSubtype="4" fill="hold" nodeType="afterEffect">
                                  <p:stCondLst>
                                    <p:cond delay="0"/>
                                  </p:stCondLst>
                                  <p:childTnLst>
                                    <p:set>
                                      <p:cBhvr>
                                        <p:cTn id="13" dur="1" fill="hold">
                                          <p:stCondLst>
                                            <p:cond delay="0"/>
                                          </p:stCondLst>
                                        </p:cTn>
                                        <p:tgtEl>
                                          <p:spTgt spid="111"/>
                                        </p:tgtEl>
                                        <p:attrNameLst>
                                          <p:attrName>style.visibility</p:attrName>
                                        </p:attrNameLst>
                                      </p:cBhvr>
                                      <p:to>
                                        <p:strVal val="visible"/>
                                      </p:to>
                                    </p:set>
                                    <p:anim calcmode="lin" valueType="num">
                                      <p:cBhvr additive="base">
                                        <p:cTn id="14" dur="500" fill="hold"/>
                                        <p:tgtEl>
                                          <p:spTgt spid="111"/>
                                        </p:tgtEl>
                                        <p:attrNameLst>
                                          <p:attrName>ppt_x</p:attrName>
                                        </p:attrNameLst>
                                      </p:cBhvr>
                                      <p:tavLst>
                                        <p:tav tm="0">
                                          <p:val>
                                            <p:strVal val="#ppt_x"/>
                                          </p:val>
                                        </p:tav>
                                        <p:tav tm="100000">
                                          <p:val>
                                            <p:strVal val="#ppt_x"/>
                                          </p:val>
                                        </p:tav>
                                      </p:tavLst>
                                    </p:anim>
                                    <p:anim calcmode="lin" valueType="num">
                                      <p:cBhvr additive="base">
                                        <p:cTn id="15" dur="500" fill="hold"/>
                                        <p:tgtEl>
                                          <p:spTgt spid="111"/>
                                        </p:tgtEl>
                                        <p:attrNameLst>
                                          <p:attrName>ppt_y</p:attrName>
                                        </p:attrNameLst>
                                      </p:cBhvr>
                                      <p:tavLst>
                                        <p:tav tm="0">
                                          <p:val>
                                            <p:strVal val="1+#ppt_h/2"/>
                                          </p:val>
                                        </p:tav>
                                        <p:tav tm="100000">
                                          <p:val>
                                            <p:strVal val="#ppt_y"/>
                                          </p:val>
                                        </p:tav>
                                      </p:tavLst>
                                    </p:anim>
                                  </p:childTnLst>
                                </p:cTn>
                              </p:par>
                            </p:childTnLst>
                          </p:cTn>
                        </p:par>
                        <p:par>
                          <p:cTn id="16" fill="hold">
                            <p:stCondLst>
                              <p:cond delay="1500"/>
                            </p:stCondLst>
                            <p:childTnLst>
                              <p:par>
                                <p:cTn id="17" presetID="2" presetClass="entr" presetSubtype="4" fill="hold" nodeType="afterEffect">
                                  <p:stCondLst>
                                    <p:cond delay="0"/>
                                  </p:stCondLst>
                                  <p:childTnLst>
                                    <p:set>
                                      <p:cBhvr>
                                        <p:cTn id="18" dur="1" fill="hold">
                                          <p:stCondLst>
                                            <p:cond delay="0"/>
                                          </p:stCondLst>
                                        </p:cTn>
                                        <p:tgtEl>
                                          <p:spTgt spid="117"/>
                                        </p:tgtEl>
                                        <p:attrNameLst>
                                          <p:attrName>style.visibility</p:attrName>
                                        </p:attrNameLst>
                                      </p:cBhvr>
                                      <p:to>
                                        <p:strVal val="visible"/>
                                      </p:to>
                                    </p:set>
                                    <p:anim calcmode="lin" valueType="num">
                                      <p:cBhvr additive="base">
                                        <p:cTn id="19" dur="500" fill="hold"/>
                                        <p:tgtEl>
                                          <p:spTgt spid="117"/>
                                        </p:tgtEl>
                                        <p:attrNameLst>
                                          <p:attrName>ppt_x</p:attrName>
                                        </p:attrNameLst>
                                      </p:cBhvr>
                                      <p:tavLst>
                                        <p:tav tm="0">
                                          <p:val>
                                            <p:strVal val="#ppt_x"/>
                                          </p:val>
                                        </p:tav>
                                        <p:tav tm="100000">
                                          <p:val>
                                            <p:strVal val="#ppt_x"/>
                                          </p:val>
                                        </p:tav>
                                      </p:tavLst>
                                    </p:anim>
                                    <p:anim calcmode="lin" valueType="num">
                                      <p:cBhvr additive="base">
                                        <p:cTn id="20" dur="500" fill="hold"/>
                                        <p:tgtEl>
                                          <p:spTgt spid="117"/>
                                        </p:tgtEl>
                                        <p:attrNameLst>
                                          <p:attrName>ppt_y</p:attrName>
                                        </p:attrNameLst>
                                      </p:cBhvr>
                                      <p:tavLst>
                                        <p:tav tm="0">
                                          <p:val>
                                            <p:strVal val="1+#ppt_h/2"/>
                                          </p:val>
                                        </p:tav>
                                        <p:tav tm="100000">
                                          <p:val>
                                            <p:strVal val="#ppt_y"/>
                                          </p:val>
                                        </p:tav>
                                      </p:tavLst>
                                    </p:anim>
                                  </p:childTnLst>
                                </p:cTn>
                              </p:par>
                            </p:childTnLst>
                          </p:cTn>
                        </p:par>
                        <p:par>
                          <p:cTn id="21" fill="hold">
                            <p:stCondLst>
                              <p:cond delay="2000"/>
                            </p:stCondLst>
                            <p:childTnLst>
                              <p:par>
                                <p:cTn id="22" presetID="2" presetClass="entr" presetSubtype="4" fill="hold" nodeType="afterEffect">
                                  <p:stCondLst>
                                    <p:cond delay="0"/>
                                  </p:stCondLst>
                                  <p:childTnLst>
                                    <p:set>
                                      <p:cBhvr>
                                        <p:cTn id="23" dur="1" fill="hold">
                                          <p:stCondLst>
                                            <p:cond delay="0"/>
                                          </p:stCondLst>
                                        </p:cTn>
                                        <p:tgtEl>
                                          <p:spTgt spid="114"/>
                                        </p:tgtEl>
                                        <p:attrNameLst>
                                          <p:attrName>style.visibility</p:attrName>
                                        </p:attrNameLst>
                                      </p:cBhvr>
                                      <p:to>
                                        <p:strVal val="visible"/>
                                      </p:to>
                                    </p:set>
                                    <p:anim calcmode="lin" valueType="num">
                                      <p:cBhvr additive="base">
                                        <p:cTn id="24" dur="500" fill="hold"/>
                                        <p:tgtEl>
                                          <p:spTgt spid="114"/>
                                        </p:tgtEl>
                                        <p:attrNameLst>
                                          <p:attrName>ppt_x</p:attrName>
                                        </p:attrNameLst>
                                      </p:cBhvr>
                                      <p:tavLst>
                                        <p:tav tm="0">
                                          <p:val>
                                            <p:strVal val="#ppt_x"/>
                                          </p:val>
                                        </p:tav>
                                        <p:tav tm="100000">
                                          <p:val>
                                            <p:strVal val="#ppt_x"/>
                                          </p:val>
                                        </p:tav>
                                      </p:tavLst>
                                    </p:anim>
                                    <p:anim calcmode="lin" valueType="num">
                                      <p:cBhvr additive="base">
                                        <p:cTn id="25" dur="500" fill="hold"/>
                                        <p:tgtEl>
                                          <p:spTgt spid="1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43E4671-6A39-4F05-B778-34DD058E1CC8}"/>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02</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研究方案可行性论证</a:t>
            </a:r>
          </a:p>
        </p:txBody>
      </p:sp>
      <p:sp>
        <p:nvSpPr>
          <p:cNvPr id="51" name="矩形 5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91704B6-0AE0-49B6-BE5C-E629CC9CAA43}"/>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2" name="矩形 5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44CD062-96F5-403A-8D7D-5D848189AD56}"/>
              </a:ext>
            </a:extLst>
          </p:cNvPr>
          <p:cNvSpPr/>
          <p:nvPr/>
        </p:nvSpPr>
        <p:spPr>
          <a:xfrm rot="5400000">
            <a:off x="39309" y="1167608"/>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53" name="矩形 5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3AAF19F-CB75-4C23-9211-105AF6E5BD54}"/>
              </a:ext>
            </a:extLst>
          </p:cNvPr>
          <p:cNvSpPr/>
          <p:nvPr/>
        </p:nvSpPr>
        <p:spPr>
          <a:xfrm rot="5400000">
            <a:off x="-114578" y="2209130"/>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54" name="矩形 5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A7EB02-1C29-448A-B0D4-1CB8DDACD692}"/>
              </a:ext>
            </a:extLst>
          </p:cNvPr>
          <p:cNvSpPr/>
          <p:nvPr/>
        </p:nvSpPr>
        <p:spPr>
          <a:xfrm rot="5400000">
            <a:off x="-114578" y="3293132"/>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55" name="矩形 5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D1C3AA6-4A80-4006-AB2E-77150C271462}"/>
              </a:ext>
            </a:extLst>
          </p:cNvPr>
          <p:cNvSpPr/>
          <p:nvPr/>
        </p:nvSpPr>
        <p:spPr>
          <a:xfrm rot="5400000">
            <a:off x="-114579" y="4307403"/>
            <a:ext cx="800220"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56" name="矩形 5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DAC3C3-AC28-419F-8BF8-2944155C5D5B}"/>
              </a:ext>
            </a:extLst>
          </p:cNvPr>
          <p:cNvSpPr/>
          <p:nvPr/>
        </p:nvSpPr>
        <p:spPr>
          <a:xfrm rot="5400000">
            <a:off x="-114577" y="5166986"/>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57" name="矩形 5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19CFE2-D26A-4ACD-BEB8-9CA4090EE5AC}"/>
              </a:ext>
            </a:extLst>
          </p:cNvPr>
          <p:cNvSpPr/>
          <p:nvPr/>
        </p:nvSpPr>
        <p:spPr>
          <a:xfrm>
            <a:off x="525342" y="2018452"/>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30" name="组合 29">
            <a:extLst>
              <a:ext uri="{FF2B5EF4-FFF2-40B4-BE49-F238E27FC236}">
                <a16:creationId xmlns:a16="http://schemas.microsoft.com/office/drawing/2014/main" id="{3531AB72-4175-45EF-AE5F-329F2EBE5472}"/>
              </a:ext>
            </a:extLst>
          </p:cNvPr>
          <p:cNvGrpSpPr/>
          <p:nvPr/>
        </p:nvGrpSpPr>
        <p:grpSpPr>
          <a:xfrm>
            <a:off x="2815831" y="1547017"/>
            <a:ext cx="2847027" cy="4187801"/>
            <a:chOff x="1990055" y="662512"/>
            <a:chExt cx="2847411" cy="4188367"/>
          </a:xfrm>
        </p:grpSpPr>
        <p:grpSp>
          <p:nvGrpSpPr>
            <p:cNvPr id="31" name="组合 30">
              <a:extLst>
                <a:ext uri="{FF2B5EF4-FFF2-40B4-BE49-F238E27FC236}">
                  <a16:creationId xmlns:a16="http://schemas.microsoft.com/office/drawing/2014/main" id="{276D7E33-BB0C-4B00-8872-2C1846845AD4}"/>
                </a:ext>
              </a:extLst>
            </p:cNvPr>
            <p:cNvGrpSpPr/>
            <p:nvPr/>
          </p:nvGrpSpPr>
          <p:grpSpPr>
            <a:xfrm>
              <a:off x="1990055" y="662512"/>
              <a:ext cx="2847411" cy="2876550"/>
              <a:chOff x="1922526" y="662512"/>
              <a:chExt cx="2847411" cy="2876550"/>
            </a:xfrm>
          </p:grpSpPr>
          <p:sp>
            <p:nvSpPr>
              <p:cNvPr id="36" name="平行四边形 35">
                <a:extLst>
                  <a:ext uri="{FF2B5EF4-FFF2-40B4-BE49-F238E27FC236}">
                    <a16:creationId xmlns:a16="http://schemas.microsoft.com/office/drawing/2014/main" id="{C72DE0BD-5574-4C94-9338-ED9913DF9223}"/>
                  </a:ext>
                </a:extLst>
              </p:cNvPr>
              <p:cNvSpPr/>
              <p:nvPr/>
            </p:nvSpPr>
            <p:spPr>
              <a:xfrm flipH="1">
                <a:off x="3164096" y="2568575"/>
                <a:ext cx="1605841" cy="481752"/>
              </a:xfrm>
              <a:prstGeom prst="parallelogram">
                <a:avLst>
                  <a:gd name="adj" fmla="val 63945"/>
                </a:avLst>
              </a:prstGeom>
              <a:solidFill>
                <a:srgbClr val="005DA2"/>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37" name="平行四边形 36">
                <a:extLst>
                  <a:ext uri="{FF2B5EF4-FFF2-40B4-BE49-F238E27FC236}">
                    <a16:creationId xmlns:a16="http://schemas.microsoft.com/office/drawing/2014/main" id="{398DBEDD-046C-46D6-AEB8-6EEEBD75687D}"/>
                  </a:ext>
                </a:extLst>
              </p:cNvPr>
              <p:cNvSpPr/>
              <p:nvPr/>
            </p:nvSpPr>
            <p:spPr>
              <a:xfrm>
                <a:off x="2851120" y="2568575"/>
                <a:ext cx="1605841" cy="970487"/>
              </a:xfrm>
              <a:prstGeom prst="parallelogram">
                <a:avLst>
                  <a:gd name="adj" fmla="val 38669"/>
                </a:avLst>
              </a:prstGeom>
              <a:solidFill>
                <a:srgbClr val="002060"/>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nvGrpSpPr>
              <p:cNvPr id="38" name="组合 37">
                <a:extLst>
                  <a:ext uri="{FF2B5EF4-FFF2-40B4-BE49-F238E27FC236}">
                    <a16:creationId xmlns:a16="http://schemas.microsoft.com/office/drawing/2014/main" id="{F59B19A9-3D47-40DE-BAC8-DA1191FB61A3}"/>
                  </a:ext>
                </a:extLst>
              </p:cNvPr>
              <p:cNvGrpSpPr/>
              <p:nvPr/>
            </p:nvGrpSpPr>
            <p:grpSpPr>
              <a:xfrm>
                <a:off x="1922526" y="662512"/>
                <a:ext cx="2150430" cy="2876550"/>
                <a:chOff x="1922526" y="662512"/>
                <a:chExt cx="2150430" cy="2876550"/>
              </a:xfrm>
              <a:solidFill>
                <a:srgbClr val="009AD0"/>
              </a:solidFill>
            </p:grpSpPr>
            <p:sp>
              <p:nvSpPr>
                <p:cNvPr id="39" name="等腰三角形 38">
                  <a:extLst>
                    <a:ext uri="{FF2B5EF4-FFF2-40B4-BE49-F238E27FC236}">
                      <a16:creationId xmlns:a16="http://schemas.microsoft.com/office/drawing/2014/main" id="{46F87BD0-9E3E-4B14-BF51-6C8F20211F36}"/>
                    </a:ext>
                  </a:extLst>
                </p:cNvPr>
                <p:cNvSpPr/>
                <p:nvPr/>
              </p:nvSpPr>
              <p:spPr>
                <a:xfrm flipH="1">
                  <a:off x="1922526" y="662512"/>
                  <a:ext cx="2150430" cy="1368456"/>
                </a:xfrm>
                <a:prstGeom prst="triangle">
                  <a:avLst>
                    <a:gd name="adj" fmla="val 65232"/>
                  </a:avLst>
                </a:prstGeom>
                <a:solidFill>
                  <a:srgbClr val="005DA2"/>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40" name="平行四边形 39">
                  <a:extLst>
                    <a:ext uri="{FF2B5EF4-FFF2-40B4-BE49-F238E27FC236}">
                      <a16:creationId xmlns:a16="http://schemas.microsoft.com/office/drawing/2014/main" id="{61D8743F-261B-449F-8AC4-D8AF41B076F5}"/>
                    </a:ext>
                  </a:extLst>
                </p:cNvPr>
                <p:cNvSpPr/>
                <p:nvPr/>
              </p:nvSpPr>
              <p:spPr>
                <a:xfrm flipH="1">
                  <a:off x="2371923" y="2023986"/>
                  <a:ext cx="1701033" cy="1515076"/>
                </a:xfrm>
                <a:prstGeom prst="parallelogram">
                  <a:avLst>
                    <a:gd name="adj" fmla="val 30532"/>
                  </a:avLst>
                </a:prstGeom>
                <a:solidFill>
                  <a:srgbClr val="005DA2"/>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grpSp>
        <p:sp>
          <p:nvSpPr>
            <p:cNvPr id="32" name="文本框 17">
              <a:extLst>
                <a:ext uri="{FF2B5EF4-FFF2-40B4-BE49-F238E27FC236}">
                  <a16:creationId xmlns:a16="http://schemas.microsoft.com/office/drawing/2014/main" id="{7733F7EF-BB5D-4647-8E8C-1EC8920730ED}"/>
                </a:ext>
              </a:extLst>
            </p:cNvPr>
            <p:cNvSpPr txBox="1"/>
            <p:nvPr/>
          </p:nvSpPr>
          <p:spPr>
            <a:xfrm>
              <a:off x="2305110" y="4261323"/>
              <a:ext cx="2457329" cy="589556"/>
            </a:xfrm>
            <a:prstGeom prst="rect">
              <a:avLst/>
            </a:prstGeom>
            <a:noFill/>
          </p:spPr>
          <p:txBody>
            <a:bodyPr wrap="square" lIns="95988" tIns="0" rIns="95988" bIns="0" anchor="ctr" anchorCtr="0">
              <a:normAutofit/>
            </a:bodyPr>
            <a:lstStyle/>
            <a:p>
              <a:pPr marL="0" marR="0" lvl="0" indent="0" algn="ctr" defTabSz="1219018" eaLnBrk="1" fontAlgn="base" latinLnBrk="0" hangingPunct="1">
                <a:lnSpc>
                  <a:spcPct val="120000"/>
                </a:lnSpc>
                <a:spcBef>
                  <a:spcPct val="0"/>
                </a:spcBef>
                <a:spcAft>
                  <a:spcPct val="0"/>
                </a:spcAft>
                <a:buClrTx/>
                <a:buSzTx/>
                <a:buFontTx/>
                <a:buNone/>
                <a:tabLst/>
                <a:defRPr/>
              </a:pPr>
              <a:r>
                <a:rPr kumimoji="0" lang="zh-CN" altLang="en-US" sz="1066"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1066"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1066"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33" name="矩形 32">
              <a:extLst>
                <a:ext uri="{FF2B5EF4-FFF2-40B4-BE49-F238E27FC236}">
                  <a16:creationId xmlns:a16="http://schemas.microsoft.com/office/drawing/2014/main" id="{59089B49-30F0-441A-89BE-F3F70FA79246}"/>
                </a:ext>
              </a:extLst>
            </p:cNvPr>
            <p:cNvSpPr/>
            <p:nvPr/>
          </p:nvSpPr>
          <p:spPr>
            <a:xfrm>
              <a:off x="2305110" y="3953558"/>
              <a:ext cx="2457329" cy="246221"/>
            </a:xfrm>
            <a:prstGeom prst="rect">
              <a:avLst/>
            </a:prstGeom>
          </p:spPr>
          <p:txBody>
            <a:bodyPr wrap="none" lIns="95988" tIns="0" rIns="95988" bIns="0">
              <a:noAutofit/>
            </a:bodyPr>
            <a:lstStyle/>
            <a:p>
              <a:pPr marL="0" marR="0" lvl="0" indent="0" algn="ctr" defTabSz="1219018" eaLnBrk="1" fontAlgn="base" latinLnBrk="0" hangingPunct="1">
                <a:lnSpc>
                  <a:spcPct val="100000"/>
                </a:lnSpc>
                <a:spcBef>
                  <a:spcPct val="0"/>
                </a:spcBef>
                <a:spcAft>
                  <a:spcPct val="0"/>
                </a:spcAft>
                <a:buClrTx/>
                <a:buSzTx/>
                <a:buFontTx/>
                <a:buNone/>
                <a:tabLst/>
                <a:defRPr/>
              </a:pPr>
              <a:r>
                <a:rPr kumimoji="0" lang="zh-CN" altLang="en-US" sz="1866" b="1"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34" name="任意多边形: 形状 33">
              <a:extLst>
                <a:ext uri="{FF2B5EF4-FFF2-40B4-BE49-F238E27FC236}">
                  <a16:creationId xmlns:a16="http://schemas.microsoft.com/office/drawing/2014/main" id="{E040980E-AAFE-41B7-BF07-6F74A2D15D5A}"/>
                </a:ext>
              </a:extLst>
            </p:cNvPr>
            <p:cNvSpPr>
              <a:spLocks/>
            </p:cNvSpPr>
            <p:nvPr/>
          </p:nvSpPr>
          <p:spPr bwMode="auto">
            <a:xfrm>
              <a:off x="2661123" y="1315323"/>
              <a:ext cx="515051" cy="514096"/>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ysClr val="window" lastClr="FFFFFF"/>
            </a:solidFill>
            <a:ln>
              <a:noFill/>
            </a:ln>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35" name="矩形 34">
              <a:extLst>
                <a:ext uri="{FF2B5EF4-FFF2-40B4-BE49-F238E27FC236}">
                  <a16:creationId xmlns:a16="http://schemas.microsoft.com/office/drawing/2014/main" id="{2BC4199D-6D74-4963-BFA5-842708FA361E}"/>
                </a:ext>
              </a:extLst>
            </p:cNvPr>
            <p:cNvSpPr/>
            <p:nvPr/>
          </p:nvSpPr>
          <p:spPr>
            <a:xfrm>
              <a:off x="2723573" y="2555787"/>
              <a:ext cx="1132790" cy="523220"/>
            </a:xfrm>
            <a:prstGeom prst="rect">
              <a:avLst/>
            </a:prstGeom>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en-US" altLang="zh-CN" sz="3733" b="1" i="0" u="none" strike="noStrike" kern="0" cap="none" spc="0" normalizeH="0" baseline="0" noProof="0">
                  <a:ln>
                    <a:noFill/>
                  </a:ln>
                  <a:solidFill>
                    <a:prstClr val="white"/>
                  </a:solidFill>
                  <a:effectLst/>
                  <a:uLnTx/>
                  <a:uFillTx/>
                  <a:latin typeface="Calibri" panose="020F0502020204030204" pitchFamily="34" charset="0"/>
                  <a:ea typeface="宋体" panose="02010600030101010101" pitchFamily="2" charset="-122"/>
                </a:rPr>
                <a:t>+15%</a:t>
              </a:r>
            </a:p>
          </p:txBody>
        </p:sp>
      </p:grpSp>
      <p:grpSp>
        <p:nvGrpSpPr>
          <p:cNvPr id="41" name="组合 40">
            <a:extLst>
              <a:ext uri="{FF2B5EF4-FFF2-40B4-BE49-F238E27FC236}">
                <a16:creationId xmlns:a16="http://schemas.microsoft.com/office/drawing/2014/main" id="{EDAC7EBC-F40C-4609-9170-5286966C7E82}"/>
              </a:ext>
            </a:extLst>
          </p:cNvPr>
          <p:cNvGrpSpPr/>
          <p:nvPr/>
        </p:nvGrpSpPr>
        <p:grpSpPr>
          <a:xfrm>
            <a:off x="6741348" y="1423923"/>
            <a:ext cx="2906334" cy="4022564"/>
            <a:chOff x="7354535" y="1422019"/>
            <a:chExt cx="2906726" cy="4023106"/>
          </a:xfrm>
        </p:grpSpPr>
        <p:grpSp>
          <p:nvGrpSpPr>
            <p:cNvPr id="42" name="组合 41">
              <a:extLst>
                <a:ext uri="{FF2B5EF4-FFF2-40B4-BE49-F238E27FC236}">
                  <a16:creationId xmlns:a16="http://schemas.microsoft.com/office/drawing/2014/main" id="{F0D86F77-B5C9-471F-9346-5CE7DD42E38E}"/>
                </a:ext>
              </a:extLst>
            </p:cNvPr>
            <p:cNvGrpSpPr/>
            <p:nvPr/>
          </p:nvGrpSpPr>
          <p:grpSpPr>
            <a:xfrm flipH="1" flipV="1">
              <a:off x="7354535" y="2568575"/>
              <a:ext cx="2847411" cy="2876550"/>
              <a:chOff x="2074926" y="1130300"/>
              <a:chExt cx="2847411" cy="2876550"/>
            </a:xfrm>
          </p:grpSpPr>
          <p:sp>
            <p:nvSpPr>
              <p:cNvPr id="47" name="平行四边形 46">
                <a:extLst>
                  <a:ext uri="{FF2B5EF4-FFF2-40B4-BE49-F238E27FC236}">
                    <a16:creationId xmlns:a16="http://schemas.microsoft.com/office/drawing/2014/main" id="{66186C7C-6EE9-4EB2-96E1-DA640543544F}"/>
                  </a:ext>
                </a:extLst>
              </p:cNvPr>
              <p:cNvSpPr/>
              <p:nvPr/>
            </p:nvSpPr>
            <p:spPr>
              <a:xfrm>
                <a:off x="2074926" y="3036363"/>
                <a:ext cx="1605841" cy="481752"/>
              </a:xfrm>
              <a:prstGeom prst="parallelogram">
                <a:avLst>
                  <a:gd name="adj" fmla="val 63945"/>
                </a:avLst>
              </a:prstGeom>
              <a:solidFill>
                <a:srgbClr val="0070C0"/>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48" name="平行四边形 47">
                <a:extLst>
                  <a:ext uri="{FF2B5EF4-FFF2-40B4-BE49-F238E27FC236}">
                    <a16:creationId xmlns:a16="http://schemas.microsoft.com/office/drawing/2014/main" id="{5A2E33A2-32EA-426D-BED8-BBC8D487AAB4}"/>
                  </a:ext>
                </a:extLst>
              </p:cNvPr>
              <p:cNvSpPr/>
              <p:nvPr/>
            </p:nvSpPr>
            <p:spPr>
              <a:xfrm flipH="1">
                <a:off x="2387902" y="3036363"/>
                <a:ext cx="1605841" cy="970487"/>
              </a:xfrm>
              <a:prstGeom prst="parallelogram">
                <a:avLst>
                  <a:gd name="adj" fmla="val 38669"/>
                </a:avLst>
              </a:prstGeom>
              <a:solidFill>
                <a:srgbClr val="0070C0">
                  <a:lumMod val="75000"/>
                </a:srgbClr>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62" name="等腰三角形 61">
                <a:extLst>
                  <a:ext uri="{FF2B5EF4-FFF2-40B4-BE49-F238E27FC236}">
                    <a16:creationId xmlns:a16="http://schemas.microsoft.com/office/drawing/2014/main" id="{473B463B-3DB6-4666-A27E-B602FAFAA397}"/>
                  </a:ext>
                </a:extLst>
              </p:cNvPr>
              <p:cNvSpPr/>
              <p:nvPr/>
            </p:nvSpPr>
            <p:spPr>
              <a:xfrm>
                <a:off x="2771907" y="1130300"/>
                <a:ext cx="2150430" cy="1368456"/>
              </a:xfrm>
              <a:prstGeom prst="triangle">
                <a:avLst>
                  <a:gd name="adj" fmla="val 65232"/>
                </a:avLst>
              </a:prstGeom>
              <a:solidFill>
                <a:srgbClr val="0070C0"/>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63" name="平行四边形 62">
                <a:extLst>
                  <a:ext uri="{FF2B5EF4-FFF2-40B4-BE49-F238E27FC236}">
                    <a16:creationId xmlns:a16="http://schemas.microsoft.com/office/drawing/2014/main" id="{3BFC26A1-B120-4FAA-8FDC-63566970D1D4}"/>
                  </a:ext>
                </a:extLst>
              </p:cNvPr>
              <p:cNvSpPr/>
              <p:nvPr/>
            </p:nvSpPr>
            <p:spPr>
              <a:xfrm>
                <a:off x="2771907" y="2491774"/>
                <a:ext cx="1701033" cy="1515076"/>
              </a:xfrm>
              <a:prstGeom prst="parallelogram">
                <a:avLst>
                  <a:gd name="adj" fmla="val 30532"/>
                </a:avLst>
              </a:prstGeom>
              <a:solidFill>
                <a:srgbClr val="0070C0"/>
              </a:solidFill>
              <a:ln w="762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sp>
          <p:nvSpPr>
            <p:cNvPr id="43" name="文本框 15">
              <a:extLst>
                <a:ext uri="{FF2B5EF4-FFF2-40B4-BE49-F238E27FC236}">
                  <a16:creationId xmlns:a16="http://schemas.microsoft.com/office/drawing/2014/main" id="{79EDF469-F69C-47CA-B603-7378ADCCCD5A}"/>
                </a:ext>
              </a:extLst>
            </p:cNvPr>
            <p:cNvSpPr txBox="1"/>
            <p:nvPr/>
          </p:nvSpPr>
          <p:spPr>
            <a:xfrm>
              <a:off x="7803932" y="1729784"/>
              <a:ext cx="2457329" cy="589556"/>
            </a:xfrm>
            <a:prstGeom prst="rect">
              <a:avLst/>
            </a:prstGeom>
            <a:noFill/>
          </p:spPr>
          <p:txBody>
            <a:bodyPr wrap="square" lIns="95988" tIns="0" rIns="95988" bIns="0" anchor="ctr" anchorCtr="0">
              <a:normAutofit/>
            </a:bodyPr>
            <a:lstStyle/>
            <a:p>
              <a:pPr marL="0" marR="0" lvl="0" indent="0" algn="ctr" defTabSz="1219018" eaLnBrk="1" fontAlgn="base" latinLnBrk="0" hangingPunct="1">
                <a:lnSpc>
                  <a:spcPct val="120000"/>
                </a:lnSpc>
                <a:spcBef>
                  <a:spcPct val="0"/>
                </a:spcBef>
                <a:spcAft>
                  <a:spcPct val="0"/>
                </a:spcAft>
                <a:buClrTx/>
                <a:buSzTx/>
                <a:buFontTx/>
                <a:buNone/>
                <a:tabLst/>
                <a:defRPr/>
              </a:pPr>
              <a:r>
                <a:rPr kumimoji="0" lang="zh-CN" altLang="en-US" sz="10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a:t>
              </a:r>
              <a:br>
                <a:rPr kumimoji="0" lang="zh-CN" altLang="en-US" sz="10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br>
              <a:r>
                <a:rPr kumimoji="0" lang="zh-CN" altLang="en-US" sz="10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（建议使用主题字体）</a:t>
              </a:r>
            </a:p>
          </p:txBody>
        </p:sp>
        <p:sp>
          <p:nvSpPr>
            <p:cNvPr id="44" name="矩形 43">
              <a:extLst>
                <a:ext uri="{FF2B5EF4-FFF2-40B4-BE49-F238E27FC236}">
                  <a16:creationId xmlns:a16="http://schemas.microsoft.com/office/drawing/2014/main" id="{685C4B25-EFD3-45E0-A989-BF3C2466EB86}"/>
                </a:ext>
              </a:extLst>
            </p:cNvPr>
            <p:cNvSpPr/>
            <p:nvPr/>
          </p:nvSpPr>
          <p:spPr>
            <a:xfrm>
              <a:off x="7803932" y="1422019"/>
              <a:ext cx="2457329" cy="246221"/>
            </a:xfrm>
            <a:prstGeom prst="rect">
              <a:avLst/>
            </a:prstGeom>
          </p:spPr>
          <p:txBody>
            <a:bodyPr wrap="none" lIns="95988" tIns="0" rIns="95988" bIns="0">
              <a:noAutofit/>
            </a:bodyPr>
            <a:lstStyle/>
            <a:p>
              <a:pPr marL="0" marR="0" lvl="0" indent="0" algn="ctr" defTabSz="1219018" eaLnBrk="1" fontAlgn="base" latinLnBrk="0" hangingPunct="1">
                <a:lnSpc>
                  <a:spcPct val="100000"/>
                </a:lnSpc>
                <a:spcBef>
                  <a:spcPct val="0"/>
                </a:spcBef>
                <a:spcAft>
                  <a:spcPct val="0"/>
                </a:spcAft>
                <a:buClrTx/>
                <a:buSzTx/>
                <a:buFontTx/>
                <a:buNone/>
                <a:tabLst/>
                <a:defRPr/>
              </a:pPr>
              <a:r>
                <a:rPr kumimoji="0" lang="zh-CN" altLang="en-US" sz="1866" b="1"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45" name="任意多边形: 形状 44">
              <a:extLst>
                <a:ext uri="{FF2B5EF4-FFF2-40B4-BE49-F238E27FC236}">
                  <a16:creationId xmlns:a16="http://schemas.microsoft.com/office/drawing/2014/main" id="{0394C3C0-F0EF-47D9-8B46-9A22A882E5B7}"/>
                </a:ext>
              </a:extLst>
            </p:cNvPr>
            <p:cNvSpPr>
              <a:spLocks/>
            </p:cNvSpPr>
            <p:nvPr/>
          </p:nvSpPr>
          <p:spPr bwMode="auto">
            <a:xfrm>
              <a:off x="7991981" y="4311082"/>
              <a:ext cx="441736" cy="425669"/>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ysClr val="window" lastClr="FFFFFF"/>
            </a:solidFill>
            <a:ln>
              <a:noFill/>
            </a:ln>
            <a:ex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black"/>
                </a:solidFill>
                <a:effectLst/>
                <a:uLnTx/>
                <a:uFillTx/>
                <a:latin typeface="Calibri" panose="020F0502020204030204" pitchFamily="34" charset="0"/>
                <a:ea typeface="宋体" panose="02010600030101010101" pitchFamily="2" charset="-122"/>
              </a:endParaRPr>
            </a:p>
          </p:txBody>
        </p:sp>
        <p:sp>
          <p:nvSpPr>
            <p:cNvPr id="46" name="矩形 45">
              <a:extLst>
                <a:ext uri="{FF2B5EF4-FFF2-40B4-BE49-F238E27FC236}">
                  <a16:creationId xmlns:a16="http://schemas.microsoft.com/office/drawing/2014/main" id="{65F576EB-A8B7-499A-AD06-A84462F24446}"/>
                </a:ext>
              </a:extLst>
            </p:cNvPr>
            <p:cNvSpPr/>
            <p:nvPr/>
          </p:nvSpPr>
          <p:spPr>
            <a:xfrm>
              <a:off x="8171783" y="3012667"/>
              <a:ext cx="1132790" cy="523220"/>
            </a:xfrm>
            <a:prstGeom prst="rect">
              <a:avLst/>
            </a:prstGeom>
          </p:spPr>
          <p:txBody>
            <a:bodyPr wrap="none">
              <a:normAutofit fontScale="85000" lnSpcReduction="20000"/>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en-US" altLang="zh-CN" sz="3733" b="1" i="0" u="none" strike="noStrike" kern="0" cap="none" spc="0" normalizeH="0" baseline="0" noProof="0">
                  <a:ln>
                    <a:noFill/>
                  </a:ln>
                  <a:solidFill>
                    <a:prstClr val="white"/>
                  </a:solidFill>
                  <a:effectLst/>
                  <a:uLnTx/>
                  <a:uFillTx/>
                  <a:latin typeface="Calibri" panose="020F0502020204030204" pitchFamily="34" charset="0"/>
                  <a:ea typeface="宋体" panose="02010600030101010101" pitchFamily="2" charset="-122"/>
                </a:rPr>
                <a:t>-15%</a:t>
              </a:r>
            </a:p>
          </p:txBody>
        </p:sp>
      </p:grpSp>
    </p:spTree>
    <p:extLst>
      <p:ext uri="{BB962C8B-B14F-4D97-AF65-F5344CB8AC3E}">
        <p14:creationId xmlns:p14="http://schemas.microsoft.com/office/powerpoint/2010/main" val="276756771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nodeType="afterEffect">
                                  <p:stCondLst>
                                    <p:cond delay="0"/>
                                  </p:stCondLst>
                                  <p:childTnLst>
                                    <p:set>
                                      <p:cBhvr>
                                        <p:cTn id="12" dur="1" fill="hold">
                                          <p:stCondLst>
                                            <p:cond delay="0"/>
                                          </p:stCondLst>
                                        </p:cTn>
                                        <p:tgtEl>
                                          <p:spTgt spid="41"/>
                                        </p:tgtEl>
                                        <p:attrNameLst>
                                          <p:attrName>style.visibility</p:attrName>
                                        </p:attrNameLst>
                                      </p:cBhvr>
                                      <p:to>
                                        <p:strVal val="visible"/>
                                      </p:to>
                                    </p:set>
                                    <p:animEffect transition="in" filter="fade">
                                      <p:cBhvr>
                                        <p:cTn id="13" dur="1000"/>
                                        <p:tgtEl>
                                          <p:spTgt spid="41"/>
                                        </p:tgtEl>
                                      </p:cBhvr>
                                    </p:animEffect>
                                    <p:anim calcmode="lin" valueType="num">
                                      <p:cBhvr>
                                        <p:cTn id="14" dur="1000" fill="hold"/>
                                        <p:tgtEl>
                                          <p:spTgt spid="41"/>
                                        </p:tgtEl>
                                        <p:attrNameLst>
                                          <p:attrName>ppt_x</p:attrName>
                                        </p:attrNameLst>
                                      </p:cBhvr>
                                      <p:tavLst>
                                        <p:tav tm="0">
                                          <p:val>
                                            <p:strVal val="#ppt_x"/>
                                          </p:val>
                                        </p:tav>
                                        <p:tav tm="100000">
                                          <p:val>
                                            <p:strVal val="#ppt_x"/>
                                          </p:val>
                                        </p:tav>
                                      </p:tavLst>
                                    </p:anim>
                                    <p:anim calcmode="lin" valueType="num">
                                      <p:cBhvr>
                                        <p:cTn id="15"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43E4671-6A39-4F05-B778-34DD058E1CC8}"/>
              </a:ext>
            </a:extLst>
          </p:cNvPr>
          <p:cNvSpPr/>
          <p:nvPr/>
        </p:nvSpPr>
        <p:spPr>
          <a:xfrm>
            <a:off x="1" y="0"/>
            <a:ext cx="571060" cy="546931"/>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02</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研究方案可行性论证</a:t>
            </a:r>
          </a:p>
        </p:txBody>
      </p:sp>
      <p:sp>
        <p:nvSpPr>
          <p:cNvPr id="51" name="矩形 5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91704B6-0AE0-49B6-BE5C-E629CC9CAA43}"/>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2" name="矩形 5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D44CD062-96F5-403A-8D7D-5D848189AD56}"/>
              </a:ext>
            </a:extLst>
          </p:cNvPr>
          <p:cNvSpPr/>
          <p:nvPr/>
        </p:nvSpPr>
        <p:spPr>
          <a:xfrm rot="5400000">
            <a:off x="39309" y="1167608"/>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53" name="矩形 5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3AAF19F-CB75-4C23-9211-105AF6E5BD54}"/>
              </a:ext>
            </a:extLst>
          </p:cNvPr>
          <p:cNvSpPr/>
          <p:nvPr/>
        </p:nvSpPr>
        <p:spPr>
          <a:xfrm rot="5400000">
            <a:off x="-114578" y="2209130"/>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54" name="矩形 5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A7EB02-1C29-448A-B0D4-1CB8DDACD692}"/>
              </a:ext>
            </a:extLst>
          </p:cNvPr>
          <p:cNvSpPr/>
          <p:nvPr/>
        </p:nvSpPr>
        <p:spPr>
          <a:xfrm rot="5400000">
            <a:off x="-114578" y="3293132"/>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55" name="矩形 5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D1C3AA6-4A80-4006-AB2E-77150C271462}"/>
              </a:ext>
            </a:extLst>
          </p:cNvPr>
          <p:cNvSpPr/>
          <p:nvPr/>
        </p:nvSpPr>
        <p:spPr>
          <a:xfrm rot="5400000">
            <a:off x="-114579" y="4307403"/>
            <a:ext cx="800220"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56" name="矩形 5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8DAC3C3-AC28-419F-8BF8-2944155C5D5B}"/>
              </a:ext>
            </a:extLst>
          </p:cNvPr>
          <p:cNvSpPr/>
          <p:nvPr/>
        </p:nvSpPr>
        <p:spPr>
          <a:xfrm rot="5400000">
            <a:off x="-114577" y="5166986"/>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57" name="矩形 5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F19CFE2-D26A-4ACD-BEB8-9CA4090EE5AC}"/>
              </a:ext>
            </a:extLst>
          </p:cNvPr>
          <p:cNvSpPr/>
          <p:nvPr/>
        </p:nvSpPr>
        <p:spPr>
          <a:xfrm>
            <a:off x="525342" y="2018452"/>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58" name="Group 34">
            <a:extLst>
              <a:ext uri="{FF2B5EF4-FFF2-40B4-BE49-F238E27FC236}">
                <a16:creationId xmlns:a16="http://schemas.microsoft.com/office/drawing/2014/main" id="{192E2386-C4A2-4D5D-BA2B-B2FEF698D8D2}"/>
              </a:ext>
            </a:extLst>
          </p:cNvPr>
          <p:cNvGrpSpPr/>
          <p:nvPr/>
        </p:nvGrpSpPr>
        <p:grpSpPr>
          <a:xfrm>
            <a:off x="6568061" y="1537877"/>
            <a:ext cx="4693056" cy="4254691"/>
            <a:chOff x="5827486" y="1471680"/>
            <a:chExt cx="4693689" cy="4255265"/>
          </a:xfrm>
        </p:grpSpPr>
        <p:sp>
          <p:nvSpPr>
            <p:cNvPr id="59" name="Oval 1">
              <a:extLst>
                <a:ext uri="{FF2B5EF4-FFF2-40B4-BE49-F238E27FC236}">
                  <a16:creationId xmlns:a16="http://schemas.microsoft.com/office/drawing/2014/main" id="{5D2DB1CC-D997-4B46-9E68-B86158ECEBE6}"/>
                </a:ext>
              </a:extLst>
            </p:cNvPr>
            <p:cNvSpPr/>
            <p:nvPr/>
          </p:nvSpPr>
          <p:spPr>
            <a:xfrm>
              <a:off x="6445756" y="1870738"/>
              <a:ext cx="3457147" cy="3457147"/>
            </a:xfrm>
            <a:prstGeom prst="ellipse">
              <a:avLst/>
            </a:prstGeom>
            <a:noFill/>
            <a:ln w="19050" cap="flat" cmpd="sng" algn="ctr">
              <a:solidFill>
                <a:srgbClr val="5A6378">
                  <a:lumMod val="75000"/>
                  <a:lumOff val="25000"/>
                </a:srgbClr>
              </a:solidFill>
              <a:prstDash val="sysDot"/>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nvGrpSpPr>
            <p:cNvPr id="60" name="Group 2">
              <a:extLst>
                <a:ext uri="{FF2B5EF4-FFF2-40B4-BE49-F238E27FC236}">
                  <a16:creationId xmlns:a16="http://schemas.microsoft.com/office/drawing/2014/main" id="{638CC2B0-4A9A-45B9-A47A-A6E5903307BB}"/>
                </a:ext>
              </a:extLst>
            </p:cNvPr>
            <p:cNvGrpSpPr/>
            <p:nvPr/>
          </p:nvGrpSpPr>
          <p:grpSpPr>
            <a:xfrm rot="5400000">
              <a:off x="7255029" y="1905999"/>
              <a:ext cx="2138089" cy="1269452"/>
              <a:chOff x="1371600" y="1272983"/>
              <a:chExt cx="1603567" cy="952089"/>
            </a:xfrm>
            <a:solidFill>
              <a:srgbClr val="0070C0"/>
            </a:solidFill>
          </p:grpSpPr>
          <p:sp>
            <p:nvSpPr>
              <p:cNvPr id="75" name="Rectangle: Rounded Corners 3">
                <a:extLst>
                  <a:ext uri="{FF2B5EF4-FFF2-40B4-BE49-F238E27FC236}">
                    <a16:creationId xmlns:a16="http://schemas.microsoft.com/office/drawing/2014/main" id="{EA6CABCD-60F3-4D42-AB57-1638BC2DCE6E}"/>
                  </a:ext>
                </a:extLst>
              </p:cNvPr>
              <p:cNvSpPr/>
              <p:nvPr/>
            </p:nvSpPr>
            <p:spPr>
              <a:xfrm>
                <a:off x="1371600" y="1733550"/>
                <a:ext cx="1524000" cy="304800"/>
              </a:xfrm>
              <a:prstGeom prst="roundRect">
                <a:avLst>
                  <a:gd name="adj" fmla="val 50000"/>
                </a:avLst>
              </a:prstGeom>
              <a:grp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6" name="Rectangle: Rounded Corners 4">
                <a:extLst>
                  <a:ext uri="{FF2B5EF4-FFF2-40B4-BE49-F238E27FC236}">
                    <a16:creationId xmlns:a16="http://schemas.microsoft.com/office/drawing/2014/main" id="{3B2AF1F6-A136-466D-8766-CD2C2F28FF32}"/>
                  </a:ext>
                </a:extLst>
              </p:cNvPr>
              <p:cNvSpPr/>
              <p:nvPr/>
            </p:nvSpPr>
            <p:spPr>
              <a:xfrm rot="2700000">
                <a:off x="2132204" y="1542065"/>
                <a:ext cx="842963" cy="304800"/>
              </a:xfrm>
              <a:prstGeom prst="roundRect">
                <a:avLst>
                  <a:gd name="adj" fmla="val 50000"/>
                </a:avLst>
              </a:prstGeom>
              <a:grp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7" name="Rectangle: Rounded Corners 5">
                <a:extLst>
                  <a:ext uri="{FF2B5EF4-FFF2-40B4-BE49-F238E27FC236}">
                    <a16:creationId xmlns:a16="http://schemas.microsoft.com/office/drawing/2014/main" id="{82AD01B9-EA04-4901-91E0-603E70BBF234}"/>
                  </a:ext>
                </a:extLst>
              </p:cNvPr>
              <p:cNvSpPr/>
              <p:nvPr/>
            </p:nvSpPr>
            <p:spPr>
              <a:xfrm rot="18900000" flipV="1">
                <a:off x="2132204" y="1920272"/>
                <a:ext cx="842963" cy="304800"/>
              </a:xfrm>
              <a:prstGeom prst="roundRect">
                <a:avLst>
                  <a:gd name="adj" fmla="val 50000"/>
                </a:avLst>
              </a:prstGeom>
              <a:grp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grpSp>
          <p:nvGrpSpPr>
            <p:cNvPr id="61" name="Group 6">
              <a:extLst>
                <a:ext uri="{FF2B5EF4-FFF2-40B4-BE49-F238E27FC236}">
                  <a16:creationId xmlns:a16="http://schemas.microsoft.com/office/drawing/2014/main" id="{94B5F329-2CB5-455C-93E4-AEF5A15FF752}"/>
                </a:ext>
              </a:extLst>
            </p:cNvPr>
            <p:cNvGrpSpPr/>
            <p:nvPr/>
          </p:nvGrpSpPr>
          <p:grpSpPr>
            <a:xfrm rot="10800000">
              <a:off x="8383086" y="3154537"/>
              <a:ext cx="2138089" cy="1269452"/>
              <a:chOff x="1371600" y="1272983"/>
              <a:chExt cx="1603567" cy="952089"/>
            </a:xfrm>
            <a:solidFill>
              <a:srgbClr val="009AD0">
                <a:alpha val="50000"/>
              </a:srgbClr>
            </a:solidFill>
          </p:grpSpPr>
          <p:sp>
            <p:nvSpPr>
              <p:cNvPr id="72" name="Rectangle: Rounded Corners 7">
                <a:extLst>
                  <a:ext uri="{FF2B5EF4-FFF2-40B4-BE49-F238E27FC236}">
                    <a16:creationId xmlns:a16="http://schemas.microsoft.com/office/drawing/2014/main" id="{9AA4C7B8-9DC1-4A68-98E8-D811028D20F4}"/>
                  </a:ext>
                </a:extLst>
              </p:cNvPr>
              <p:cNvSpPr/>
              <p:nvPr/>
            </p:nvSpPr>
            <p:spPr>
              <a:xfrm>
                <a:off x="1371600" y="1733550"/>
                <a:ext cx="1524000"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3" name="Rectangle: Rounded Corners 8">
                <a:extLst>
                  <a:ext uri="{FF2B5EF4-FFF2-40B4-BE49-F238E27FC236}">
                    <a16:creationId xmlns:a16="http://schemas.microsoft.com/office/drawing/2014/main" id="{07546EE3-C61F-4597-AC9E-03DEEC14C177}"/>
                  </a:ext>
                </a:extLst>
              </p:cNvPr>
              <p:cNvSpPr/>
              <p:nvPr/>
            </p:nvSpPr>
            <p:spPr>
              <a:xfrm rot="2700000">
                <a:off x="2132204" y="1542065"/>
                <a:ext cx="842963"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4" name="Rectangle: Rounded Corners 9">
                <a:extLst>
                  <a:ext uri="{FF2B5EF4-FFF2-40B4-BE49-F238E27FC236}">
                    <a16:creationId xmlns:a16="http://schemas.microsoft.com/office/drawing/2014/main" id="{450B37A8-6F4D-4AA7-A92D-4572D07F1D0C}"/>
                  </a:ext>
                </a:extLst>
              </p:cNvPr>
              <p:cNvSpPr/>
              <p:nvPr/>
            </p:nvSpPr>
            <p:spPr>
              <a:xfrm rot="18900000" flipV="1">
                <a:off x="2132204" y="1920272"/>
                <a:ext cx="842963"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grpSp>
          <p:nvGrpSpPr>
            <p:cNvPr id="64" name="Group 10">
              <a:extLst>
                <a:ext uri="{FF2B5EF4-FFF2-40B4-BE49-F238E27FC236}">
                  <a16:creationId xmlns:a16="http://schemas.microsoft.com/office/drawing/2014/main" id="{55C5A0ED-0E60-4E2F-9E9D-68CCD66A776C}"/>
                </a:ext>
              </a:extLst>
            </p:cNvPr>
            <p:cNvGrpSpPr/>
            <p:nvPr/>
          </p:nvGrpSpPr>
          <p:grpSpPr>
            <a:xfrm>
              <a:off x="5827486" y="2768771"/>
              <a:ext cx="2138089" cy="1269452"/>
              <a:chOff x="1371600" y="1272983"/>
              <a:chExt cx="1603567" cy="952089"/>
            </a:xfrm>
            <a:solidFill>
              <a:srgbClr val="009AD0">
                <a:alpha val="50000"/>
              </a:srgbClr>
            </a:solidFill>
          </p:grpSpPr>
          <p:sp>
            <p:nvSpPr>
              <p:cNvPr id="69" name="Rectangle: Rounded Corners 11">
                <a:extLst>
                  <a:ext uri="{FF2B5EF4-FFF2-40B4-BE49-F238E27FC236}">
                    <a16:creationId xmlns:a16="http://schemas.microsoft.com/office/drawing/2014/main" id="{93F099EE-CA80-40F2-8336-109D03644BBB}"/>
                  </a:ext>
                </a:extLst>
              </p:cNvPr>
              <p:cNvSpPr/>
              <p:nvPr/>
            </p:nvSpPr>
            <p:spPr>
              <a:xfrm>
                <a:off x="1371600" y="1733550"/>
                <a:ext cx="1524000"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0" name="Rectangle: Rounded Corners 12">
                <a:extLst>
                  <a:ext uri="{FF2B5EF4-FFF2-40B4-BE49-F238E27FC236}">
                    <a16:creationId xmlns:a16="http://schemas.microsoft.com/office/drawing/2014/main" id="{DDFC7FBE-B8DB-4AA8-A24B-8E117717EE1E}"/>
                  </a:ext>
                </a:extLst>
              </p:cNvPr>
              <p:cNvSpPr/>
              <p:nvPr/>
            </p:nvSpPr>
            <p:spPr>
              <a:xfrm rot="2700000">
                <a:off x="2132204" y="1542065"/>
                <a:ext cx="842963"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71" name="Rectangle: Rounded Corners 13">
                <a:extLst>
                  <a:ext uri="{FF2B5EF4-FFF2-40B4-BE49-F238E27FC236}">
                    <a16:creationId xmlns:a16="http://schemas.microsoft.com/office/drawing/2014/main" id="{AC0AF068-4467-4902-BEE2-02D7475039AD}"/>
                  </a:ext>
                </a:extLst>
              </p:cNvPr>
              <p:cNvSpPr/>
              <p:nvPr/>
            </p:nvSpPr>
            <p:spPr>
              <a:xfrm rot="18900000" flipV="1">
                <a:off x="2132204" y="1920272"/>
                <a:ext cx="842963" cy="304800"/>
              </a:xfrm>
              <a:prstGeom prst="roundRect">
                <a:avLst>
                  <a:gd name="adj" fmla="val 50000"/>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grpSp>
          <p:nvGrpSpPr>
            <p:cNvPr id="65" name="Group 30">
              <a:extLst>
                <a:ext uri="{FF2B5EF4-FFF2-40B4-BE49-F238E27FC236}">
                  <a16:creationId xmlns:a16="http://schemas.microsoft.com/office/drawing/2014/main" id="{1BA8185D-274D-4483-BB99-41ACD86939AB}"/>
                </a:ext>
              </a:extLst>
            </p:cNvPr>
            <p:cNvGrpSpPr/>
            <p:nvPr/>
          </p:nvGrpSpPr>
          <p:grpSpPr>
            <a:xfrm>
              <a:off x="7351487" y="3588854"/>
              <a:ext cx="1269452" cy="2138091"/>
              <a:chOff x="5513615" y="3097307"/>
              <a:chExt cx="952089" cy="1603568"/>
            </a:xfrm>
          </p:grpSpPr>
          <p:sp>
            <p:nvSpPr>
              <p:cNvPr id="66" name="Rectangle: Rounded Corners 31">
                <a:extLst>
                  <a:ext uri="{FF2B5EF4-FFF2-40B4-BE49-F238E27FC236}">
                    <a16:creationId xmlns:a16="http://schemas.microsoft.com/office/drawing/2014/main" id="{C7B79F4F-CA4F-45DA-A363-96F71C32A6F3}"/>
                  </a:ext>
                </a:extLst>
              </p:cNvPr>
              <p:cNvSpPr/>
              <p:nvPr/>
            </p:nvSpPr>
            <p:spPr>
              <a:xfrm rot="16200000">
                <a:off x="5364581" y="3786475"/>
                <a:ext cx="1524000" cy="304800"/>
              </a:xfrm>
              <a:prstGeom prst="roundRect">
                <a:avLst>
                  <a:gd name="adj" fmla="val 50000"/>
                </a:avLst>
              </a:prstGeom>
              <a:solidFill>
                <a:srgbClr val="0070C0"/>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67" name="Rectangle: Rounded Corners 32">
                <a:extLst>
                  <a:ext uri="{FF2B5EF4-FFF2-40B4-BE49-F238E27FC236}">
                    <a16:creationId xmlns:a16="http://schemas.microsoft.com/office/drawing/2014/main" id="{00FB672A-1834-4E8B-A7E7-FC603ECF8FDB}"/>
                  </a:ext>
                </a:extLst>
              </p:cNvPr>
              <p:cNvSpPr/>
              <p:nvPr/>
            </p:nvSpPr>
            <p:spPr>
              <a:xfrm rot="18900000">
                <a:off x="5513615" y="3366389"/>
                <a:ext cx="842963" cy="304800"/>
              </a:xfrm>
              <a:prstGeom prst="roundRect">
                <a:avLst>
                  <a:gd name="adj" fmla="val 50000"/>
                </a:avLst>
              </a:prstGeom>
              <a:solidFill>
                <a:srgbClr val="0070C0"/>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sp>
            <p:nvSpPr>
              <p:cNvPr id="68" name="Rectangle: Rounded Corners 33">
                <a:extLst>
                  <a:ext uri="{FF2B5EF4-FFF2-40B4-BE49-F238E27FC236}">
                    <a16:creationId xmlns:a16="http://schemas.microsoft.com/office/drawing/2014/main" id="{E550A371-9C63-4620-AE07-1535F0E4A7D6}"/>
                  </a:ext>
                </a:extLst>
              </p:cNvPr>
              <p:cNvSpPr/>
              <p:nvPr/>
            </p:nvSpPr>
            <p:spPr>
              <a:xfrm rot="13500000" flipV="1">
                <a:off x="5891822" y="3366389"/>
                <a:ext cx="842963" cy="304800"/>
              </a:xfrm>
              <a:prstGeom prst="roundRect">
                <a:avLst>
                  <a:gd name="adj" fmla="val 50000"/>
                </a:avLst>
              </a:prstGeom>
              <a:solidFill>
                <a:srgbClr val="0070C0"/>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2399" b="0" i="0" u="none" strike="noStrike" kern="0" cap="none" spc="0" normalizeH="0" baseline="0" noProof="0">
                  <a:ln>
                    <a:noFill/>
                  </a:ln>
                  <a:solidFill>
                    <a:prstClr val="white"/>
                  </a:solidFill>
                  <a:effectLst/>
                  <a:uLnTx/>
                  <a:uFillTx/>
                  <a:latin typeface="Calibri"/>
                  <a:ea typeface="+mn-ea"/>
                  <a:cs typeface="+mn-cs"/>
                </a:endParaRPr>
              </a:p>
            </p:txBody>
          </p:sp>
        </p:grpSp>
      </p:grpSp>
      <p:grpSp>
        <p:nvGrpSpPr>
          <p:cNvPr id="78" name="组合 77">
            <a:extLst>
              <a:ext uri="{FF2B5EF4-FFF2-40B4-BE49-F238E27FC236}">
                <a16:creationId xmlns:a16="http://schemas.microsoft.com/office/drawing/2014/main" id="{3C42DBA5-21BC-49D2-976D-F35E76C8E296}"/>
              </a:ext>
            </a:extLst>
          </p:cNvPr>
          <p:cNvGrpSpPr/>
          <p:nvPr/>
        </p:nvGrpSpPr>
        <p:grpSpPr>
          <a:xfrm>
            <a:off x="1176859" y="1537877"/>
            <a:ext cx="5291664" cy="4133897"/>
            <a:chOff x="882146" y="1153216"/>
            <a:chExt cx="3969284" cy="3100842"/>
          </a:xfrm>
        </p:grpSpPr>
        <p:grpSp>
          <p:nvGrpSpPr>
            <p:cNvPr id="79" name="Group 14">
              <a:extLst>
                <a:ext uri="{FF2B5EF4-FFF2-40B4-BE49-F238E27FC236}">
                  <a16:creationId xmlns:a16="http://schemas.microsoft.com/office/drawing/2014/main" id="{35913F5D-5765-416E-A162-78E2E822BF1E}"/>
                </a:ext>
              </a:extLst>
            </p:cNvPr>
            <p:cNvGrpSpPr/>
            <p:nvPr/>
          </p:nvGrpSpPr>
          <p:grpSpPr>
            <a:xfrm>
              <a:off x="882146" y="1196783"/>
              <a:ext cx="409616" cy="412538"/>
              <a:chOff x="5931156" y="1399652"/>
              <a:chExt cx="644626" cy="649224"/>
            </a:xfrm>
          </p:grpSpPr>
          <p:sp>
            <p:nvSpPr>
              <p:cNvPr id="101" name="Oval 15">
                <a:extLst>
                  <a:ext uri="{FF2B5EF4-FFF2-40B4-BE49-F238E27FC236}">
                    <a16:creationId xmlns:a16="http://schemas.microsoft.com/office/drawing/2014/main" id="{5DDE2515-1DA5-4DD6-8AAF-6F899A688648}"/>
                  </a:ext>
                </a:extLst>
              </p:cNvPr>
              <p:cNvSpPr/>
              <p:nvPr/>
            </p:nvSpPr>
            <p:spPr>
              <a:xfrm>
                <a:off x="5931156" y="1399652"/>
                <a:ext cx="644626" cy="649224"/>
              </a:xfrm>
              <a:prstGeom prst="ellipse">
                <a:avLst/>
              </a:prstGeom>
              <a:solidFill>
                <a:srgbClr val="0070C0"/>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02" name="Freeform: Shape 16">
                <a:extLst>
                  <a:ext uri="{FF2B5EF4-FFF2-40B4-BE49-F238E27FC236}">
                    <a16:creationId xmlns:a16="http://schemas.microsoft.com/office/drawing/2014/main" id="{DB0E5BA4-6B0E-4275-8DB8-4C97A0FBF393}"/>
                  </a:ext>
                </a:extLst>
              </p:cNvPr>
              <p:cNvSpPr>
                <a:spLocks/>
              </p:cNvSpPr>
              <p:nvPr/>
            </p:nvSpPr>
            <p:spPr bwMode="auto">
              <a:xfrm>
                <a:off x="6057730" y="1551942"/>
                <a:ext cx="400552" cy="359916"/>
              </a:xfrm>
              <a:custGeom>
                <a:avLst/>
                <a:gdLst/>
                <a:ahLst/>
                <a:cxnLst>
                  <a:cxn ang="0">
                    <a:pos x="23" y="39"/>
                  </a:cxn>
                  <a:cxn ang="0">
                    <a:pos x="21" y="41"/>
                  </a:cxn>
                  <a:cxn ang="0">
                    <a:pos x="20" y="41"/>
                  </a:cxn>
                  <a:cxn ang="0">
                    <a:pos x="19" y="40"/>
                  </a:cxn>
                  <a:cxn ang="0">
                    <a:pos x="0" y="22"/>
                  </a:cxn>
                  <a:cxn ang="0">
                    <a:pos x="0" y="19"/>
                  </a:cxn>
                  <a:cxn ang="0">
                    <a:pos x="19" y="1"/>
                  </a:cxn>
                  <a:cxn ang="0">
                    <a:pos x="21" y="0"/>
                  </a:cxn>
                  <a:cxn ang="0">
                    <a:pos x="23" y="2"/>
                  </a:cxn>
                  <a:cxn ang="0">
                    <a:pos x="23" y="5"/>
                  </a:cxn>
                  <a:cxn ang="0">
                    <a:pos x="8" y="19"/>
                  </a:cxn>
                  <a:cxn ang="0">
                    <a:pos x="8" y="22"/>
                  </a:cxn>
                  <a:cxn ang="0">
                    <a:pos x="23" y="36"/>
                  </a:cxn>
                  <a:cxn ang="0">
                    <a:pos x="23" y="39"/>
                  </a:cxn>
                  <a:cxn ang="0">
                    <a:pos x="58" y="57"/>
                  </a:cxn>
                  <a:cxn ang="0">
                    <a:pos x="57" y="57"/>
                  </a:cxn>
                  <a:cxn ang="0">
                    <a:pos x="57" y="57"/>
                  </a:cxn>
                  <a:cxn ang="0">
                    <a:pos x="56" y="56"/>
                  </a:cxn>
                  <a:cxn ang="0">
                    <a:pos x="52" y="36"/>
                  </a:cxn>
                  <a:cxn ang="0">
                    <a:pos x="36" y="30"/>
                  </a:cxn>
                  <a:cxn ang="0">
                    <a:pos x="36" y="39"/>
                  </a:cxn>
                  <a:cxn ang="0">
                    <a:pos x="35" y="41"/>
                  </a:cxn>
                  <a:cxn ang="0">
                    <a:pos x="34" y="41"/>
                  </a:cxn>
                  <a:cxn ang="0">
                    <a:pos x="32" y="40"/>
                  </a:cxn>
                  <a:cxn ang="0">
                    <a:pos x="14" y="22"/>
                  </a:cxn>
                  <a:cxn ang="0">
                    <a:pos x="14" y="19"/>
                  </a:cxn>
                  <a:cxn ang="0">
                    <a:pos x="32" y="1"/>
                  </a:cxn>
                  <a:cxn ang="0">
                    <a:pos x="35" y="0"/>
                  </a:cxn>
                  <a:cxn ang="0">
                    <a:pos x="36" y="2"/>
                  </a:cxn>
                  <a:cxn ang="0">
                    <a:pos x="36" y="12"/>
                  </a:cxn>
                  <a:cxn ang="0">
                    <a:pos x="58" y="20"/>
                  </a:cxn>
                  <a:cxn ang="0">
                    <a:pos x="64" y="38"/>
                  </a:cxn>
                  <a:cxn ang="0">
                    <a:pos x="58" y="57"/>
                  </a:cxn>
                </a:cxnLst>
                <a:rect l="0" t="0" r="r" b="b"/>
                <a:pathLst>
                  <a:path w="64" h="57">
                    <a:moveTo>
                      <a:pt x="23" y="39"/>
                    </a:moveTo>
                    <a:cubicBezTo>
                      <a:pt x="23" y="40"/>
                      <a:pt x="22" y="41"/>
                      <a:pt x="21" y="41"/>
                    </a:cubicBezTo>
                    <a:cubicBezTo>
                      <a:pt x="21" y="41"/>
                      <a:pt x="21" y="41"/>
                      <a:pt x="20" y="41"/>
                    </a:cubicBezTo>
                    <a:cubicBezTo>
                      <a:pt x="20" y="41"/>
                      <a:pt x="19" y="41"/>
                      <a:pt x="19" y="40"/>
                    </a:cubicBezTo>
                    <a:cubicBezTo>
                      <a:pt x="0" y="22"/>
                      <a:pt x="0" y="22"/>
                      <a:pt x="0" y="22"/>
                    </a:cubicBezTo>
                    <a:cubicBezTo>
                      <a:pt x="0" y="21"/>
                      <a:pt x="0" y="20"/>
                      <a:pt x="0" y="19"/>
                    </a:cubicBezTo>
                    <a:cubicBezTo>
                      <a:pt x="19" y="1"/>
                      <a:pt x="19" y="1"/>
                      <a:pt x="19" y="1"/>
                    </a:cubicBezTo>
                    <a:cubicBezTo>
                      <a:pt x="19" y="0"/>
                      <a:pt x="20" y="0"/>
                      <a:pt x="21" y="0"/>
                    </a:cubicBezTo>
                    <a:cubicBezTo>
                      <a:pt x="22" y="1"/>
                      <a:pt x="23" y="1"/>
                      <a:pt x="23" y="2"/>
                    </a:cubicBezTo>
                    <a:cubicBezTo>
                      <a:pt x="23" y="5"/>
                      <a:pt x="23" y="5"/>
                      <a:pt x="23" y="5"/>
                    </a:cubicBezTo>
                    <a:cubicBezTo>
                      <a:pt x="8" y="19"/>
                      <a:pt x="8" y="19"/>
                      <a:pt x="8" y="19"/>
                    </a:cubicBezTo>
                    <a:cubicBezTo>
                      <a:pt x="8" y="20"/>
                      <a:pt x="8" y="21"/>
                      <a:pt x="8" y="22"/>
                    </a:cubicBezTo>
                    <a:cubicBezTo>
                      <a:pt x="23" y="36"/>
                      <a:pt x="23" y="36"/>
                      <a:pt x="23" y="36"/>
                    </a:cubicBezTo>
                    <a:lnTo>
                      <a:pt x="23" y="39"/>
                    </a:lnTo>
                    <a:close/>
                    <a:moveTo>
                      <a:pt x="58" y="57"/>
                    </a:moveTo>
                    <a:cubicBezTo>
                      <a:pt x="58" y="57"/>
                      <a:pt x="57" y="57"/>
                      <a:pt x="57" y="57"/>
                    </a:cubicBezTo>
                    <a:cubicBezTo>
                      <a:pt x="57" y="57"/>
                      <a:pt x="57" y="57"/>
                      <a:pt x="57" y="57"/>
                    </a:cubicBezTo>
                    <a:cubicBezTo>
                      <a:pt x="56" y="57"/>
                      <a:pt x="56" y="56"/>
                      <a:pt x="56" y="56"/>
                    </a:cubicBezTo>
                    <a:cubicBezTo>
                      <a:pt x="57" y="46"/>
                      <a:pt x="56" y="40"/>
                      <a:pt x="52" y="36"/>
                    </a:cubicBezTo>
                    <a:cubicBezTo>
                      <a:pt x="49" y="32"/>
                      <a:pt x="44" y="31"/>
                      <a:pt x="36" y="30"/>
                    </a:cubicBezTo>
                    <a:cubicBezTo>
                      <a:pt x="36" y="39"/>
                      <a:pt x="36" y="39"/>
                      <a:pt x="36" y="39"/>
                    </a:cubicBezTo>
                    <a:cubicBezTo>
                      <a:pt x="36" y="40"/>
                      <a:pt x="36" y="41"/>
                      <a:pt x="35" y="41"/>
                    </a:cubicBezTo>
                    <a:cubicBezTo>
                      <a:pt x="35" y="41"/>
                      <a:pt x="34" y="41"/>
                      <a:pt x="34" y="41"/>
                    </a:cubicBezTo>
                    <a:cubicBezTo>
                      <a:pt x="33" y="41"/>
                      <a:pt x="33" y="41"/>
                      <a:pt x="32" y="40"/>
                    </a:cubicBezTo>
                    <a:cubicBezTo>
                      <a:pt x="14" y="22"/>
                      <a:pt x="14" y="22"/>
                      <a:pt x="14" y="22"/>
                    </a:cubicBezTo>
                    <a:cubicBezTo>
                      <a:pt x="13" y="21"/>
                      <a:pt x="13" y="20"/>
                      <a:pt x="14" y="19"/>
                    </a:cubicBezTo>
                    <a:cubicBezTo>
                      <a:pt x="32" y="1"/>
                      <a:pt x="32" y="1"/>
                      <a:pt x="32" y="1"/>
                    </a:cubicBezTo>
                    <a:cubicBezTo>
                      <a:pt x="33" y="0"/>
                      <a:pt x="34" y="0"/>
                      <a:pt x="35" y="0"/>
                    </a:cubicBezTo>
                    <a:cubicBezTo>
                      <a:pt x="36" y="1"/>
                      <a:pt x="36" y="1"/>
                      <a:pt x="36" y="2"/>
                    </a:cubicBezTo>
                    <a:cubicBezTo>
                      <a:pt x="36" y="12"/>
                      <a:pt x="36" y="12"/>
                      <a:pt x="36" y="12"/>
                    </a:cubicBezTo>
                    <a:cubicBezTo>
                      <a:pt x="46" y="12"/>
                      <a:pt x="53" y="15"/>
                      <a:pt x="58" y="20"/>
                    </a:cubicBezTo>
                    <a:cubicBezTo>
                      <a:pt x="63" y="25"/>
                      <a:pt x="64" y="33"/>
                      <a:pt x="64" y="38"/>
                    </a:cubicBezTo>
                    <a:cubicBezTo>
                      <a:pt x="64" y="45"/>
                      <a:pt x="58" y="56"/>
                      <a:pt x="58" y="57"/>
                    </a:cubicBezTo>
                    <a:close/>
                  </a:path>
                </a:pathLst>
              </a:custGeom>
              <a:solidFill>
                <a:sysClr val="window" lastClr="FFFFFF"/>
              </a:solid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nvGrpSpPr>
            <p:cNvPr id="80" name="Group 18">
              <a:extLst>
                <a:ext uri="{FF2B5EF4-FFF2-40B4-BE49-F238E27FC236}">
                  <a16:creationId xmlns:a16="http://schemas.microsoft.com/office/drawing/2014/main" id="{4B7246CB-FB91-45D4-8B95-0E8461455A3F}"/>
                </a:ext>
              </a:extLst>
            </p:cNvPr>
            <p:cNvGrpSpPr/>
            <p:nvPr/>
          </p:nvGrpSpPr>
          <p:grpSpPr>
            <a:xfrm>
              <a:off x="882146" y="2061070"/>
              <a:ext cx="409616" cy="412538"/>
              <a:chOff x="5950091" y="2237852"/>
              <a:chExt cx="644626" cy="649224"/>
            </a:xfrm>
          </p:grpSpPr>
          <p:sp>
            <p:nvSpPr>
              <p:cNvPr id="99" name="Oval 19">
                <a:extLst>
                  <a:ext uri="{FF2B5EF4-FFF2-40B4-BE49-F238E27FC236}">
                    <a16:creationId xmlns:a16="http://schemas.microsoft.com/office/drawing/2014/main" id="{7A36C993-8C86-4DE4-B202-6EF6787A7E60}"/>
                  </a:ext>
                </a:extLst>
              </p:cNvPr>
              <p:cNvSpPr/>
              <p:nvPr/>
            </p:nvSpPr>
            <p:spPr>
              <a:xfrm flipH="1">
                <a:off x="5950091" y="2237852"/>
                <a:ext cx="644626" cy="649224"/>
              </a:xfrm>
              <a:prstGeom prst="ellipse">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100" name="Freeform: Shape 20">
                <a:extLst>
                  <a:ext uri="{FF2B5EF4-FFF2-40B4-BE49-F238E27FC236}">
                    <a16:creationId xmlns:a16="http://schemas.microsoft.com/office/drawing/2014/main" id="{FB089C45-490E-4C2D-8088-004118E257BE}"/>
                  </a:ext>
                </a:extLst>
              </p:cNvPr>
              <p:cNvSpPr>
                <a:spLocks/>
              </p:cNvSpPr>
              <p:nvPr/>
            </p:nvSpPr>
            <p:spPr bwMode="auto">
              <a:xfrm>
                <a:off x="6100406" y="2400386"/>
                <a:ext cx="315200" cy="347304"/>
              </a:xfrm>
              <a:custGeom>
                <a:avLst/>
                <a:gdLst/>
                <a:ahLst/>
                <a:cxnLst>
                  <a:cxn ang="0">
                    <a:pos x="40" y="55"/>
                  </a:cxn>
                  <a:cxn ang="0">
                    <a:pos x="32" y="51"/>
                  </a:cxn>
                  <a:cxn ang="0">
                    <a:pos x="4" y="24"/>
                  </a:cxn>
                  <a:cxn ang="0">
                    <a:pos x="0" y="14"/>
                  </a:cxn>
                  <a:cxn ang="0">
                    <a:pos x="13" y="0"/>
                  </a:cxn>
                  <a:cxn ang="0">
                    <a:pos x="23" y="5"/>
                  </a:cxn>
                  <a:cxn ang="0">
                    <a:pos x="45" y="26"/>
                  </a:cxn>
                  <a:cxn ang="0">
                    <a:pos x="45" y="27"/>
                  </a:cxn>
                  <a:cxn ang="0">
                    <a:pos x="42" y="30"/>
                  </a:cxn>
                  <a:cxn ang="0">
                    <a:pos x="42" y="29"/>
                  </a:cxn>
                  <a:cxn ang="0">
                    <a:pos x="20" y="8"/>
                  </a:cxn>
                  <a:cxn ang="0">
                    <a:pos x="13" y="5"/>
                  </a:cxn>
                  <a:cxn ang="0">
                    <a:pos x="4" y="14"/>
                  </a:cxn>
                  <a:cxn ang="0">
                    <a:pos x="7" y="21"/>
                  </a:cxn>
                  <a:cxn ang="0">
                    <a:pos x="35" y="48"/>
                  </a:cxn>
                  <a:cxn ang="0">
                    <a:pos x="40" y="50"/>
                  </a:cxn>
                  <a:cxn ang="0">
                    <a:pos x="45" y="45"/>
                  </a:cxn>
                  <a:cxn ang="0">
                    <a:pos x="43" y="40"/>
                  </a:cxn>
                  <a:cxn ang="0">
                    <a:pos x="22" y="19"/>
                  </a:cxn>
                  <a:cxn ang="0">
                    <a:pos x="20" y="18"/>
                  </a:cxn>
                  <a:cxn ang="0">
                    <a:pos x="18" y="21"/>
                  </a:cxn>
                  <a:cxn ang="0">
                    <a:pos x="19" y="23"/>
                  </a:cxn>
                  <a:cxn ang="0">
                    <a:pos x="33" y="38"/>
                  </a:cxn>
                  <a:cxn ang="0">
                    <a:pos x="34" y="38"/>
                  </a:cxn>
                  <a:cxn ang="0">
                    <a:pos x="31" y="41"/>
                  </a:cxn>
                  <a:cxn ang="0">
                    <a:pos x="30" y="41"/>
                  </a:cxn>
                  <a:cxn ang="0">
                    <a:pos x="16" y="26"/>
                  </a:cxn>
                  <a:cxn ang="0">
                    <a:pos x="13" y="21"/>
                  </a:cxn>
                  <a:cxn ang="0">
                    <a:pos x="20" y="14"/>
                  </a:cxn>
                  <a:cxn ang="0">
                    <a:pos x="26" y="16"/>
                  </a:cxn>
                  <a:cxn ang="0">
                    <a:pos x="46" y="37"/>
                  </a:cxn>
                  <a:cxn ang="0">
                    <a:pos x="50" y="45"/>
                  </a:cxn>
                  <a:cxn ang="0">
                    <a:pos x="40" y="55"/>
                  </a:cxn>
                </a:cxnLst>
                <a:rect l="0" t="0" r="r" b="b"/>
                <a:pathLst>
                  <a:path w="50" h="55">
                    <a:moveTo>
                      <a:pt x="40" y="55"/>
                    </a:moveTo>
                    <a:cubicBezTo>
                      <a:pt x="37" y="55"/>
                      <a:pt x="34" y="54"/>
                      <a:pt x="32" y="51"/>
                    </a:cubicBezTo>
                    <a:cubicBezTo>
                      <a:pt x="4" y="24"/>
                      <a:pt x="4" y="24"/>
                      <a:pt x="4" y="24"/>
                    </a:cubicBezTo>
                    <a:cubicBezTo>
                      <a:pt x="1" y="21"/>
                      <a:pt x="0" y="18"/>
                      <a:pt x="0" y="14"/>
                    </a:cubicBezTo>
                    <a:cubicBezTo>
                      <a:pt x="0" y="7"/>
                      <a:pt x="6" y="0"/>
                      <a:pt x="13" y="0"/>
                    </a:cubicBezTo>
                    <a:cubicBezTo>
                      <a:pt x="17" y="0"/>
                      <a:pt x="21" y="2"/>
                      <a:pt x="23" y="5"/>
                    </a:cubicBezTo>
                    <a:cubicBezTo>
                      <a:pt x="45" y="26"/>
                      <a:pt x="45" y="26"/>
                      <a:pt x="45" y="26"/>
                    </a:cubicBezTo>
                    <a:cubicBezTo>
                      <a:pt x="45" y="26"/>
                      <a:pt x="45" y="27"/>
                      <a:pt x="45" y="27"/>
                    </a:cubicBezTo>
                    <a:cubicBezTo>
                      <a:pt x="45" y="28"/>
                      <a:pt x="43" y="30"/>
                      <a:pt x="42" y="30"/>
                    </a:cubicBezTo>
                    <a:cubicBezTo>
                      <a:pt x="42" y="30"/>
                      <a:pt x="42" y="30"/>
                      <a:pt x="42" y="29"/>
                    </a:cubicBezTo>
                    <a:cubicBezTo>
                      <a:pt x="20" y="8"/>
                      <a:pt x="20" y="8"/>
                      <a:pt x="20" y="8"/>
                    </a:cubicBezTo>
                    <a:cubicBezTo>
                      <a:pt x="18" y="6"/>
                      <a:pt x="16" y="5"/>
                      <a:pt x="13" y="5"/>
                    </a:cubicBezTo>
                    <a:cubicBezTo>
                      <a:pt x="8" y="5"/>
                      <a:pt x="4" y="9"/>
                      <a:pt x="4" y="14"/>
                    </a:cubicBezTo>
                    <a:cubicBezTo>
                      <a:pt x="4" y="16"/>
                      <a:pt x="5" y="19"/>
                      <a:pt x="7" y="21"/>
                    </a:cubicBezTo>
                    <a:cubicBezTo>
                      <a:pt x="35" y="48"/>
                      <a:pt x="35" y="48"/>
                      <a:pt x="35" y="48"/>
                    </a:cubicBezTo>
                    <a:cubicBezTo>
                      <a:pt x="36" y="50"/>
                      <a:pt x="38" y="50"/>
                      <a:pt x="40" y="50"/>
                    </a:cubicBezTo>
                    <a:cubicBezTo>
                      <a:pt x="43" y="50"/>
                      <a:pt x="45" y="48"/>
                      <a:pt x="45" y="45"/>
                    </a:cubicBezTo>
                    <a:cubicBezTo>
                      <a:pt x="45" y="43"/>
                      <a:pt x="44" y="41"/>
                      <a:pt x="43" y="40"/>
                    </a:cubicBezTo>
                    <a:cubicBezTo>
                      <a:pt x="22" y="19"/>
                      <a:pt x="22" y="19"/>
                      <a:pt x="22" y="19"/>
                    </a:cubicBezTo>
                    <a:cubicBezTo>
                      <a:pt x="22" y="19"/>
                      <a:pt x="21" y="18"/>
                      <a:pt x="20" y="18"/>
                    </a:cubicBezTo>
                    <a:cubicBezTo>
                      <a:pt x="19" y="18"/>
                      <a:pt x="18" y="19"/>
                      <a:pt x="18" y="21"/>
                    </a:cubicBezTo>
                    <a:cubicBezTo>
                      <a:pt x="18" y="22"/>
                      <a:pt x="18" y="22"/>
                      <a:pt x="19" y="23"/>
                    </a:cubicBezTo>
                    <a:cubicBezTo>
                      <a:pt x="33" y="38"/>
                      <a:pt x="33" y="38"/>
                      <a:pt x="33" y="38"/>
                    </a:cubicBezTo>
                    <a:cubicBezTo>
                      <a:pt x="34" y="38"/>
                      <a:pt x="34" y="38"/>
                      <a:pt x="34" y="38"/>
                    </a:cubicBezTo>
                    <a:cubicBezTo>
                      <a:pt x="34" y="39"/>
                      <a:pt x="32" y="41"/>
                      <a:pt x="31" y="41"/>
                    </a:cubicBezTo>
                    <a:cubicBezTo>
                      <a:pt x="31" y="41"/>
                      <a:pt x="30" y="41"/>
                      <a:pt x="30" y="41"/>
                    </a:cubicBezTo>
                    <a:cubicBezTo>
                      <a:pt x="16" y="26"/>
                      <a:pt x="16" y="26"/>
                      <a:pt x="16" y="26"/>
                    </a:cubicBezTo>
                    <a:cubicBezTo>
                      <a:pt x="14" y="25"/>
                      <a:pt x="13" y="23"/>
                      <a:pt x="13" y="21"/>
                    </a:cubicBezTo>
                    <a:cubicBezTo>
                      <a:pt x="13" y="17"/>
                      <a:pt x="16" y="14"/>
                      <a:pt x="20" y="14"/>
                    </a:cubicBezTo>
                    <a:cubicBezTo>
                      <a:pt x="22" y="14"/>
                      <a:pt x="24" y="15"/>
                      <a:pt x="26" y="16"/>
                    </a:cubicBezTo>
                    <a:cubicBezTo>
                      <a:pt x="46" y="37"/>
                      <a:pt x="46" y="37"/>
                      <a:pt x="46" y="37"/>
                    </a:cubicBezTo>
                    <a:cubicBezTo>
                      <a:pt x="49" y="39"/>
                      <a:pt x="50" y="42"/>
                      <a:pt x="50" y="45"/>
                    </a:cubicBezTo>
                    <a:cubicBezTo>
                      <a:pt x="50" y="51"/>
                      <a:pt x="46" y="55"/>
                      <a:pt x="40" y="55"/>
                    </a:cubicBezTo>
                    <a:close/>
                  </a:path>
                </a:pathLst>
              </a:custGeom>
              <a:solidFill>
                <a:sysClr val="window" lastClr="FFFFFF"/>
              </a:solid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nvGrpSpPr>
            <p:cNvPr id="81" name="Group 22">
              <a:extLst>
                <a:ext uri="{FF2B5EF4-FFF2-40B4-BE49-F238E27FC236}">
                  <a16:creationId xmlns:a16="http://schemas.microsoft.com/office/drawing/2014/main" id="{EAA6FEEE-8971-4513-8F30-780CC4A9D903}"/>
                </a:ext>
              </a:extLst>
            </p:cNvPr>
            <p:cNvGrpSpPr/>
            <p:nvPr/>
          </p:nvGrpSpPr>
          <p:grpSpPr>
            <a:xfrm>
              <a:off x="882146" y="2925356"/>
              <a:ext cx="409616" cy="412538"/>
              <a:chOff x="5931156" y="3059486"/>
              <a:chExt cx="644626" cy="649224"/>
            </a:xfrm>
          </p:grpSpPr>
          <p:sp>
            <p:nvSpPr>
              <p:cNvPr id="97" name="Oval 23">
                <a:extLst>
                  <a:ext uri="{FF2B5EF4-FFF2-40B4-BE49-F238E27FC236}">
                    <a16:creationId xmlns:a16="http://schemas.microsoft.com/office/drawing/2014/main" id="{5A282685-A0BF-45FD-B11E-D92C7F6D2FF2}"/>
                  </a:ext>
                </a:extLst>
              </p:cNvPr>
              <p:cNvSpPr/>
              <p:nvPr/>
            </p:nvSpPr>
            <p:spPr>
              <a:xfrm>
                <a:off x="5931156" y="3059486"/>
                <a:ext cx="644626" cy="649224"/>
              </a:xfrm>
              <a:prstGeom prst="ellipse">
                <a:avLst/>
              </a:prstGeom>
              <a:solidFill>
                <a:srgbClr val="0070C0"/>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98" name="Freeform: Shape 24">
                <a:extLst>
                  <a:ext uri="{FF2B5EF4-FFF2-40B4-BE49-F238E27FC236}">
                    <a16:creationId xmlns:a16="http://schemas.microsoft.com/office/drawing/2014/main" id="{3CCCCE79-C0CF-4DF3-845B-52B6D6361747}"/>
                  </a:ext>
                </a:extLst>
              </p:cNvPr>
              <p:cNvSpPr>
                <a:spLocks/>
              </p:cNvSpPr>
              <p:nvPr/>
            </p:nvSpPr>
            <p:spPr bwMode="auto">
              <a:xfrm>
                <a:off x="6058775" y="3227031"/>
                <a:ext cx="398463" cy="345165"/>
              </a:xfrm>
              <a:custGeom>
                <a:avLst/>
                <a:gdLst/>
                <a:ahLst/>
                <a:cxnLst>
                  <a:cxn ang="0">
                    <a:pos x="67" y="63"/>
                  </a:cxn>
                  <a:cxn ang="0">
                    <a:pos x="0" y="57"/>
                  </a:cxn>
                  <a:cxn ang="0">
                    <a:pos x="7" y="0"/>
                  </a:cxn>
                  <a:cxn ang="0">
                    <a:pos x="73" y="6"/>
                  </a:cxn>
                  <a:cxn ang="0">
                    <a:pos x="15" y="7"/>
                  </a:cxn>
                  <a:cxn ang="0">
                    <a:pos x="8" y="4"/>
                  </a:cxn>
                  <a:cxn ang="0">
                    <a:pos x="5" y="12"/>
                  </a:cxn>
                  <a:cxn ang="0">
                    <a:pos x="13" y="14"/>
                  </a:cxn>
                  <a:cxn ang="0">
                    <a:pos x="15" y="7"/>
                  </a:cxn>
                  <a:cxn ang="0">
                    <a:pos x="13" y="19"/>
                  </a:cxn>
                  <a:cxn ang="0">
                    <a:pos x="5" y="21"/>
                  </a:cxn>
                  <a:cxn ang="0">
                    <a:pos x="8" y="29"/>
                  </a:cxn>
                  <a:cxn ang="0">
                    <a:pos x="15" y="26"/>
                  </a:cxn>
                  <a:cxn ang="0">
                    <a:pos x="15" y="36"/>
                  </a:cxn>
                  <a:cxn ang="0">
                    <a:pos x="8" y="34"/>
                  </a:cxn>
                  <a:cxn ang="0">
                    <a:pos x="5" y="41"/>
                  </a:cxn>
                  <a:cxn ang="0">
                    <a:pos x="13" y="43"/>
                  </a:cxn>
                  <a:cxn ang="0">
                    <a:pos x="15" y="36"/>
                  </a:cxn>
                  <a:cxn ang="0">
                    <a:pos x="13" y="48"/>
                  </a:cxn>
                  <a:cxn ang="0">
                    <a:pos x="5" y="51"/>
                  </a:cxn>
                  <a:cxn ang="0">
                    <a:pos x="8" y="58"/>
                  </a:cxn>
                  <a:cxn ang="0">
                    <a:pos x="15" y="55"/>
                  </a:cxn>
                  <a:cxn ang="0">
                    <a:pos x="54" y="7"/>
                  </a:cxn>
                  <a:cxn ang="0">
                    <a:pos x="22" y="4"/>
                  </a:cxn>
                  <a:cxn ang="0">
                    <a:pos x="20" y="26"/>
                  </a:cxn>
                  <a:cxn ang="0">
                    <a:pos x="51" y="29"/>
                  </a:cxn>
                  <a:cxn ang="0">
                    <a:pos x="54" y="7"/>
                  </a:cxn>
                  <a:cxn ang="0">
                    <a:pos x="51" y="34"/>
                  </a:cxn>
                  <a:cxn ang="0">
                    <a:pos x="20" y="36"/>
                  </a:cxn>
                  <a:cxn ang="0">
                    <a:pos x="22" y="58"/>
                  </a:cxn>
                  <a:cxn ang="0">
                    <a:pos x="54" y="55"/>
                  </a:cxn>
                  <a:cxn ang="0">
                    <a:pos x="68" y="7"/>
                  </a:cxn>
                  <a:cxn ang="0">
                    <a:pos x="61" y="4"/>
                  </a:cxn>
                  <a:cxn ang="0">
                    <a:pos x="59" y="12"/>
                  </a:cxn>
                  <a:cxn ang="0">
                    <a:pos x="66" y="14"/>
                  </a:cxn>
                  <a:cxn ang="0">
                    <a:pos x="68" y="7"/>
                  </a:cxn>
                  <a:cxn ang="0">
                    <a:pos x="66" y="19"/>
                  </a:cxn>
                  <a:cxn ang="0">
                    <a:pos x="59" y="21"/>
                  </a:cxn>
                  <a:cxn ang="0">
                    <a:pos x="61" y="29"/>
                  </a:cxn>
                  <a:cxn ang="0">
                    <a:pos x="68" y="26"/>
                  </a:cxn>
                  <a:cxn ang="0">
                    <a:pos x="68" y="36"/>
                  </a:cxn>
                  <a:cxn ang="0">
                    <a:pos x="61" y="34"/>
                  </a:cxn>
                  <a:cxn ang="0">
                    <a:pos x="59" y="41"/>
                  </a:cxn>
                  <a:cxn ang="0">
                    <a:pos x="66" y="43"/>
                  </a:cxn>
                  <a:cxn ang="0">
                    <a:pos x="68" y="36"/>
                  </a:cxn>
                  <a:cxn ang="0">
                    <a:pos x="66" y="48"/>
                  </a:cxn>
                  <a:cxn ang="0">
                    <a:pos x="59" y="51"/>
                  </a:cxn>
                  <a:cxn ang="0">
                    <a:pos x="61" y="58"/>
                  </a:cxn>
                  <a:cxn ang="0">
                    <a:pos x="68" y="55"/>
                  </a:cxn>
                </a:cxnLst>
                <a:rect l="0" t="0" r="r" b="b"/>
                <a:pathLst>
                  <a:path w="73" h="63">
                    <a:moveTo>
                      <a:pt x="73" y="57"/>
                    </a:moveTo>
                    <a:cubicBezTo>
                      <a:pt x="73" y="60"/>
                      <a:pt x="71" y="63"/>
                      <a:pt x="67" y="63"/>
                    </a:cubicBezTo>
                    <a:cubicBezTo>
                      <a:pt x="7" y="63"/>
                      <a:pt x="7" y="63"/>
                      <a:pt x="7" y="63"/>
                    </a:cubicBezTo>
                    <a:cubicBezTo>
                      <a:pt x="3" y="63"/>
                      <a:pt x="0" y="60"/>
                      <a:pt x="0" y="57"/>
                    </a:cubicBezTo>
                    <a:cubicBezTo>
                      <a:pt x="0" y="6"/>
                      <a:pt x="0" y="6"/>
                      <a:pt x="0" y="6"/>
                    </a:cubicBezTo>
                    <a:cubicBezTo>
                      <a:pt x="0" y="2"/>
                      <a:pt x="3" y="0"/>
                      <a:pt x="7" y="0"/>
                    </a:cubicBezTo>
                    <a:cubicBezTo>
                      <a:pt x="67" y="0"/>
                      <a:pt x="67" y="0"/>
                      <a:pt x="67" y="0"/>
                    </a:cubicBezTo>
                    <a:cubicBezTo>
                      <a:pt x="71" y="0"/>
                      <a:pt x="73" y="2"/>
                      <a:pt x="73" y="6"/>
                    </a:cubicBezTo>
                    <a:lnTo>
                      <a:pt x="73" y="57"/>
                    </a:lnTo>
                    <a:close/>
                    <a:moveTo>
                      <a:pt x="15" y="7"/>
                    </a:moveTo>
                    <a:cubicBezTo>
                      <a:pt x="15" y="6"/>
                      <a:pt x="14" y="4"/>
                      <a:pt x="13" y="4"/>
                    </a:cubicBezTo>
                    <a:cubicBezTo>
                      <a:pt x="8" y="4"/>
                      <a:pt x="8" y="4"/>
                      <a:pt x="8" y="4"/>
                    </a:cubicBezTo>
                    <a:cubicBezTo>
                      <a:pt x="6" y="4"/>
                      <a:pt x="5" y="6"/>
                      <a:pt x="5" y="7"/>
                    </a:cubicBezTo>
                    <a:cubicBezTo>
                      <a:pt x="5" y="12"/>
                      <a:pt x="5" y="12"/>
                      <a:pt x="5" y="12"/>
                    </a:cubicBezTo>
                    <a:cubicBezTo>
                      <a:pt x="5" y="13"/>
                      <a:pt x="6" y="14"/>
                      <a:pt x="8" y="14"/>
                    </a:cubicBezTo>
                    <a:cubicBezTo>
                      <a:pt x="13" y="14"/>
                      <a:pt x="13" y="14"/>
                      <a:pt x="13" y="14"/>
                    </a:cubicBezTo>
                    <a:cubicBezTo>
                      <a:pt x="14" y="14"/>
                      <a:pt x="15" y="13"/>
                      <a:pt x="15" y="12"/>
                    </a:cubicBezTo>
                    <a:lnTo>
                      <a:pt x="15" y="7"/>
                    </a:lnTo>
                    <a:close/>
                    <a:moveTo>
                      <a:pt x="15" y="21"/>
                    </a:moveTo>
                    <a:cubicBezTo>
                      <a:pt x="15" y="20"/>
                      <a:pt x="14" y="19"/>
                      <a:pt x="13" y="19"/>
                    </a:cubicBezTo>
                    <a:cubicBezTo>
                      <a:pt x="8" y="19"/>
                      <a:pt x="8" y="19"/>
                      <a:pt x="8" y="19"/>
                    </a:cubicBezTo>
                    <a:cubicBezTo>
                      <a:pt x="6" y="19"/>
                      <a:pt x="5" y="20"/>
                      <a:pt x="5" y="21"/>
                    </a:cubicBezTo>
                    <a:cubicBezTo>
                      <a:pt x="5" y="26"/>
                      <a:pt x="5" y="26"/>
                      <a:pt x="5" y="26"/>
                    </a:cubicBezTo>
                    <a:cubicBezTo>
                      <a:pt x="5" y="28"/>
                      <a:pt x="6" y="29"/>
                      <a:pt x="8" y="29"/>
                    </a:cubicBezTo>
                    <a:cubicBezTo>
                      <a:pt x="13" y="29"/>
                      <a:pt x="13" y="29"/>
                      <a:pt x="13" y="29"/>
                    </a:cubicBezTo>
                    <a:cubicBezTo>
                      <a:pt x="14" y="29"/>
                      <a:pt x="15" y="28"/>
                      <a:pt x="15" y="26"/>
                    </a:cubicBezTo>
                    <a:lnTo>
                      <a:pt x="15" y="21"/>
                    </a:lnTo>
                    <a:close/>
                    <a:moveTo>
                      <a:pt x="15" y="36"/>
                    </a:moveTo>
                    <a:cubicBezTo>
                      <a:pt x="15" y="35"/>
                      <a:pt x="14" y="34"/>
                      <a:pt x="13" y="34"/>
                    </a:cubicBezTo>
                    <a:cubicBezTo>
                      <a:pt x="8" y="34"/>
                      <a:pt x="8" y="34"/>
                      <a:pt x="8" y="34"/>
                    </a:cubicBezTo>
                    <a:cubicBezTo>
                      <a:pt x="6" y="34"/>
                      <a:pt x="5" y="35"/>
                      <a:pt x="5" y="36"/>
                    </a:cubicBezTo>
                    <a:cubicBezTo>
                      <a:pt x="5" y="41"/>
                      <a:pt x="5" y="41"/>
                      <a:pt x="5" y="41"/>
                    </a:cubicBezTo>
                    <a:cubicBezTo>
                      <a:pt x="5" y="42"/>
                      <a:pt x="6" y="43"/>
                      <a:pt x="8" y="43"/>
                    </a:cubicBezTo>
                    <a:cubicBezTo>
                      <a:pt x="13" y="43"/>
                      <a:pt x="13" y="43"/>
                      <a:pt x="13" y="43"/>
                    </a:cubicBezTo>
                    <a:cubicBezTo>
                      <a:pt x="14" y="43"/>
                      <a:pt x="15" y="42"/>
                      <a:pt x="15" y="41"/>
                    </a:cubicBezTo>
                    <a:lnTo>
                      <a:pt x="15" y="36"/>
                    </a:lnTo>
                    <a:close/>
                    <a:moveTo>
                      <a:pt x="15" y="51"/>
                    </a:moveTo>
                    <a:cubicBezTo>
                      <a:pt x="15" y="49"/>
                      <a:pt x="14" y="48"/>
                      <a:pt x="13" y="48"/>
                    </a:cubicBezTo>
                    <a:cubicBezTo>
                      <a:pt x="8" y="48"/>
                      <a:pt x="8" y="48"/>
                      <a:pt x="8" y="48"/>
                    </a:cubicBezTo>
                    <a:cubicBezTo>
                      <a:pt x="6" y="48"/>
                      <a:pt x="5" y="49"/>
                      <a:pt x="5" y="51"/>
                    </a:cubicBezTo>
                    <a:cubicBezTo>
                      <a:pt x="5" y="55"/>
                      <a:pt x="5" y="55"/>
                      <a:pt x="5" y="55"/>
                    </a:cubicBezTo>
                    <a:cubicBezTo>
                      <a:pt x="5" y="57"/>
                      <a:pt x="6" y="58"/>
                      <a:pt x="8" y="58"/>
                    </a:cubicBezTo>
                    <a:cubicBezTo>
                      <a:pt x="13" y="58"/>
                      <a:pt x="13" y="58"/>
                      <a:pt x="13" y="58"/>
                    </a:cubicBezTo>
                    <a:cubicBezTo>
                      <a:pt x="14" y="58"/>
                      <a:pt x="15" y="57"/>
                      <a:pt x="15" y="55"/>
                    </a:cubicBezTo>
                    <a:lnTo>
                      <a:pt x="15" y="51"/>
                    </a:lnTo>
                    <a:close/>
                    <a:moveTo>
                      <a:pt x="54" y="7"/>
                    </a:moveTo>
                    <a:cubicBezTo>
                      <a:pt x="54" y="6"/>
                      <a:pt x="53" y="4"/>
                      <a:pt x="51" y="4"/>
                    </a:cubicBezTo>
                    <a:cubicBezTo>
                      <a:pt x="22" y="4"/>
                      <a:pt x="22" y="4"/>
                      <a:pt x="22" y="4"/>
                    </a:cubicBezTo>
                    <a:cubicBezTo>
                      <a:pt x="21" y="4"/>
                      <a:pt x="20" y="6"/>
                      <a:pt x="20" y="7"/>
                    </a:cubicBezTo>
                    <a:cubicBezTo>
                      <a:pt x="20" y="26"/>
                      <a:pt x="20" y="26"/>
                      <a:pt x="20" y="26"/>
                    </a:cubicBezTo>
                    <a:cubicBezTo>
                      <a:pt x="20" y="28"/>
                      <a:pt x="21" y="29"/>
                      <a:pt x="22" y="29"/>
                    </a:cubicBezTo>
                    <a:cubicBezTo>
                      <a:pt x="51" y="29"/>
                      <a:pt x="51" y="29"/>
                      <a:pt x="51" y="29"/>
                    </a:cubicBezTo>
                    <a:cubicBezTo>
                      <a:pt x="53" y="29"/>
                      <a:pt x="54" y="28"/>
                      <a:pt x="54" y="26"/>
                    </a:cubicBezTo>
                    <a:lnTo>
                      <a:pt x="54" y="7"/>
                    </a:lnTo>
                    <a:close/>
                    <a:moveTo>
                      <a:pt x="54" y="36"/>
                    </a:moveTo>
                    <a:cubicBezTo>
                      <a:pt x="54" y="35"/>
                      <a:pt x="53" y="34"/>
                      <a:pt x="51" y="34"/>
                    </a:cubicBezTo>
                    <a:cubicBezTo>
                      <a:pt x="22" y="34"/>
                      <a:pt x="22" y="34"/>
                      <a:pt x="22" y="34"/>
                    </a:cubicBezTo>
                    <a:cubicBezTo>
                      <a:pt x="21" y="34"/>
                      <a:pt x="20" y="35"/>
                      <a:pt x="20" y="36"/>
                    </a:cubicBezTo>
                    <a:cubicBezTo>
                      <a:pt x="20" y="55"/>
                      <a:pt x="20" y="55"/>
                      <a:pt x="20" y="55"/>
                    </a:cubicBezTo>
                    <a:cubicBezTo>
                      <a:pt x="20" y="57"/>
                      <a:pt x="21" y="58"/>
                      <a:pt x="22" y="58"/>
                    </a:cubicBezTo>
                    <a:cubicBezTo>
                      <a:pt x="51" y="58"/>
                      <a:pt x="51" y="58"/>
                      <a:pt x="51" y="58"/>
                    </a:cubicBezTo>
                    <a:cubicBezTo>
                      <a:pt x="53" y="58"/>
                      <a:pt x="54" y="57"/>
                      <a:pt x="54" y="55"/>
                    </a:cubicBezTo>
                    <a:lnTo>
                      <a:pt x="54" y="36"/>
                    </a:lnTo>
                    <a:close/>
                    <a:moveTo>
                      <a:pt x="68" y="7"/>
                    </a:moveTo>
                    <a:cubicBezTo>
                      <a:pt x="68" y="6"/>
                      <a:pt x="67" y="4"/>
                      <a:pt x="66" y="4"/>
                    </a:cubicBezTo>
                    <a:cubicBezTo>
                      <a:pt x="61" y="4"/>
                      <a:pt x="61" y="4"/>
                      <a:pt x="61" y="4"/>
                    </a:cubicBezTo>
                    <a:cubicBezTo>
                      <a:pt x="60" y="4"/>
                      <a:pt x="59" y="6"/>
                      <a:pt x="59" y="7"/>
                    </a:cubicBezTo>
                    <a:cubicBezTo>
                      <a:pt x="59" y="12"/>
                      <a:pt x="59" y="12"/>
                      <a:pt x="59" y="12"/>
                    </a:cubicBezTo>
                    <a:cubicBezTo>
                      <a:pt x="59" y="13"/>
                      <a:pt x="60" y="14"/>
                      <a:pt x="61" y="14"/>
                    </a:cubicBezTo>
                    <a:cubicBezTo>
                      <a:pt x="66" y="14"/>
                      <a:pt x="66" y="14"/>
                      <a:pt x="66" y="14"/>
                    </a:cubicBezTo>
                    <a:cubicBezTo>
                      <a:pt x="67" y="14"/>
                      <a:pt x="68" y="13"/>
                      <a:pt x="68" y="12"/>
                    </a:cubicBezTo>
                    <a:lnTo>
                      <a:pt x="68" y="7"/>
                    </a:lnTo>
                    <a:close/>
                    <a:moveTo>
                      <a:pt x="68" y="21"/>
                    </a:moveTo>
                    <a:cubicBezTo>
                      <a:pt x="68" y="20"/>
                      <a:pt x="67" y="19"/>
                      <a:pt x="66" y="19"/>
                    </a:cubicBezTo>
                    <a:cubicBezTo>
                      <a:pt x="61" y="19"/>
                      <a:pt x="61" y="19"/>
                      <a:pt x="61" y="19"/>
                    </a:cubicBezTo>
                    <a:cubicBezTo>
                      <a:pt x="60" y="19"/>
                      <a:pt x="59" y="20"/>
                      <a:pt x="59" y="21"/>
                    </a:cubicBezTo>
                    <a:cubicBezTo>
                      <a:pt x="59" y="26"/>
                      <a:pt x="59" y="26"/>
                      <a:pt x="59" y="26"/>
                    </a:cubicBezTo>
                    <a:cubicBezTo>
                      <a:pt x="59" y="28"/>
                      <a:pt x="60" y="29"/>
                      <a:pt x="61" y="29"/>
                    </a:cubicBezTo>
                    <a:cubicBezTo>
                      <a:pt x="66" y="29"/>
                      <a:pt x="66" y="29"/>
                      <a:pt x="66" y="29"/>
                    </a:cubicBezTo>
                    <a:cubicBezTo>
                      <a:pt x="67" y="29"/>
                      <a:pt x="68" y="28"/>
                      <a:pt x="68" y="26"/>
                    </a:cubicBezTo>
                    <a:lnTo>
                      <a:pt x="68" y="21"/>
                    </a:lnTo>
                    <a:close/>
                    <a:moveTo>
                      <a:pt x="68" y="36"/>
                    </a:moveTo>
                    <a:cubicBezTo>
                      <a:pt x="68" y="35"/>
                      <a:pt x="67" y="34"/>
                      <a:pt x="66" y="34"/>
                    </a:cubicBezTo>
                    <a:cubicBezTo>
                      <a:pt x="61" y="34"/>
                      <a:pt x="61" y="34"/>
                      <a:pt x="61" y="34"/>
                    </a:cubicBezTo>
                    <a:cubicBezTo>
                      <a:pt x="60" y="34"/>
                      <a:pt x="59" y="35"/>
                      <a:pt x="59" y="36"/>
                    </a:cubicBezTo>
                    <a:cubicBezTo>
                      <a:pt x="59" y="41"/>
                      <a:pt x="59" y="41"/>
                      <a:pt x="59" y="41"/>
                    </a:cubicBezTo>
                    <a:cubicBezTo>
                      <a:pt x="59" y="42"/>
                      <a:pt x="60" y="43"/>
                      <a:pt x="61" y="43"/>
                    </a:cubicBezTo>
                    <a:cubicBezTo>
                      <a:pt x="66" y="43"/>
                      <a:pt x="66" y="43"/>
                      <a:pt x="66" y="43"/>
                    </a:cubicBezTo>
                    <a:cubicBezTo>
                      <a:pt x="67" y="43"/>
                      <a:pt x="68" y="42"/>
                      <a:pt x="68" y="41"/>
                    </a:cubicBezTo>
                    <a:lnTo>
                      <a:pt x="68" y="36"/>
                    </a:lnTo>
                    <a:close/>
                    <a:moveTo>
                      <a:pt x="68" y="51"/>
                    </a:moveTo>
                    <a:cubicBezTo>
                      <a:pt x="68" y="49"/>
                      <a:pt x="67" y="48"/>
                      <a:pt x="66" y="48"/>
                    </a:cubicBezTo>
                    <a:cubicBezTo>
                      <a:pt x="61" y="48"/>
                      <a:pt x="61" y="48"/>
                      <a:pt x="61" y="48"/>
                    </a:cubicBezTo>
                    <a:cubicBezTo>
                      <a:pt x="60" y="48"/>
                      <a:pt x="59" y="49"/>
                      <a:pt x="59" y="51"/>
                    </a:cubicBezTo>
                    <a:cubicBezTo>
                      <a:pt x="59" y="55"/>
                      <a:pt x="59" y="55"/>
                      <a:pt x="59" y="55"/>
                    </a:cubicBezTo>
                    <a:cubicBezTo>
                      <a:pt x="59" y="57"/>
                      <a:pt x="60" y="58"/>
                      <a:pt x="61" y="58"/>
                    </a:cubicBezTo>
                    <a:cubicBezTo>
                      <a:pt x="66" y="58"/>
                      <a:pt x="66" y="58"/>
                      <a:pt x="66" y="58"/>
                    </a:cubicBezTo>
                    <a:cubicBezTo>
                      <a:pt x="67" y="58"/>
                      <a:pt x="68" y="57"/>
                      <a:pt x="68" y="55"/>
                    </a:cubicBezTo>
                    <a:lnTo>
                      <a:pt x="68" y="51"/>
                    </a:lnTo>
                    <a:close/>
                  </a:path>
                </a:pathLst>
              </a:custGeom>
              <a:solidFill>
                <a:sysClr val="window" lastClr="FFFFFF"/>
              </a:solid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nvGrpSpPr>
            <p:cNvPr id="82" name="Group 26">
              <a:extLst>
                <a:ext uri="{FF2B5EF4-FFF2-40B4-BE49-F238E27FC236}">
                  <a16:creationId xmlns:a16="http://schemas.microsoft.com/office/drawing/2014/main" id="{0FE3A87A-ED08-4C36-A94E-0EF2C4CA74B3}"/>
                </a:ext>
              </a:extLst>
            </p:cNvPr>
            <p:cNvGrpSpPr/>
            <p:nvPr/>
          </p:nvGrpSpPr>
          <p:grpSpPr>
            <a:xfrm>
              <a:off x="882146" y="3789643"/>
              <a:ext cx="409616" cy="412538"/>
              <a:chOff x="5937844" y="3877809"/>
              <a:chExt cx="644626" cy="649224"/>
            </a:xfrm>
          </p:grpSpPr>
          <p:sp>
            <p:nvSpPr>
              <p:cNvPr id="95" name="Oval 27">
                <a:extLst>
                  <a:ext uri="{FF2B5EF4-FFF2-40B4-BE49-F238E27FC236}">
                    <a16:creationId xmlns:a16="http://schemas.microsoft.com/office/drawing/2014/main" id="{1AA5205F-DA16-4525-9676-736D0D0E0941}"/>
                  </a:ext>
                </a:extLst>
              </p:cNvPr>
              <p:cNvSpPr/>
              <p:nvPr/>
            </p:nvSpPr>
            <p:spPr>
              <a:xfrm flipH="1">
                <a:off x="5937844" y="3877809"/>
                <a:ext cx="644626" cy="649224"/>
              </a:xfrm>
              <a:prstGeom prst="ellipse">
                <a:avLst/>
              </a:prstGeom>
              <a:solidFill>
                <a:srgbClr val="005DA2"/>
              </a:solidFill>
              <a:ln w="12700" cap="flat" cmpd="sng" algn="ctr">
                <a:noFill/>
                <a:prstDash val="solid"/>
                <a:miter lim="800000"/>
              </a:ln>
              <a:effectLst/>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cs typeface="+mn-cs"/>
                </a:endParaRPr>
              </a:p>
            </p:txBody>
          </p:sp>
          <p:sp>
            <p:nvSpPr>
              <p:cNvPr id="96" name="Freeform: Shape 28">
                <a:extLst>
                  <a:ext uri="{FF2B5EF4-FFF2-40B4-BE49-F238E27FC236}">
                    <a16:creationId xmlns:a16="http://schemas.microsoft.com/office/drawing/2014/main" id="{607BE5A7-4E11-4B2B-B0C4-D99D8A4E396A}"/>
                  </a:ext>
                </a:extLst>
              </p:cNvPr>
              <p:cNvSpPr>
                <a:spLocks/>
              </p:cNvSpPr>
              <p:nvPr/>
            </p:nvSpPr>
            <p:spPr bwMode="auto">
              <a:xfrm>
                <a:off x="6018978" y="4057735"/>
                <a:ext cx="478057" cy="320400"/>
              </a:xfrm>
              <a:custGeom>
                <a:avLst/>
                <a:gdLst/>
                <a:ahLst/>
                <a:cxnLst>
                  <a:cxn ang="0">
                    <a:pos x="86" y="15"/>
                  </a:cxn>
                  <a:cxn ang="0">
                    <a:pos x="44" y="29"/>
                  </a:cxn>
                  <a:cxn ang="0">
                    <a:pos x="43" y="29"/>
                  </a:cxn>
                  <a:cxn ang="0">
                    <a:pos x="43" y="29"/>
                  </a:cxn>
                  <a:cxn ang="0">
                    <a:pos x="18" y="21"/>
                  </a:cxn>
                  <a:cxn ang="0">
                    <a:pos x="14" y="32"/>
                  </a:cxn>
                  <a:cxn ang="0">
                    <a:pos x="17" y="36"/>
                  </a:cxn>
                  <a:cxn ang="0">
                    <a:pos x="15" y="40"/>
                  </a:cxn>
                  <a:cxn ang="0">
                    <a:pos x="17" y="56"/>
                  </a:cxn>
                  <a:cxn ang="0">
                    <a:pos x="16" y="57"/>
                  </a:cxn>
                  <a:cxn ang="0">
                    <a:pos x="16" y="58"/>
                  </a:cxn>
                  <a:cxn ang="0">
                    <a:pos x="8" y="58"/>
                  </a:cxn>
                  <a:cxn ang="0">
                    <a:pos x="7" y="57"/>
                  </a:cxn>
                  <a:cxn ang="0">
                    <a:pos x="7" y="56"/>
                  </a:cxn>
                  <a:cxn ang="0">
                    <a:pos x="9" y="40"/>
                  </a:cxn>
                  <a:cxn ang="0">
                    <a:pos x="7" y="36"/>
                  </a:cxn>
                  <a:cxn ang="0">
                    <a:pos x="10" y="32"/>
                  </a:cxn>
                  <a:cxn ang="0">
                    <a:pos x="13" y="19"/>
                  </a:cxn>
                  <a:cxn ang="0">
                    <a:pos x="1" y="15"/>
                  </a:cxn>
                  <a:cxn ang="0">
                    <a:pos x="0" y="14"/>
                  </a:cxn>
                  <a:cxn ang="0">
                    <a:pos x="1" y="13"/>
                  </a:cxn>
                  <a:cxn ang="0">
                    <a:pos x="43" y="0"/>
                  </a:cxn>
                  <a:cxn ang="0">
                    <a:pos x="43" y="0"/>
                  </a:cxn>
                  <a:cxn ang="0">
                    <a:pos x="44" y="0"/>
                  </a:cxn>
                  <a:cxn ang="0">
                    <a:pos x="86" y="13"/>
                  </a:cxn>
                  <a:cxn ang="0">
                    <a:pos x="87" y="14"/>
                  </a:cxn>
                  <a:cxn ang="0">
                    <a:pos x="86" y="15"/>
                  </a:cxn>
                  <a:cxn ang="0">
                    <a:pos x="68" y="38"/>
                  </a:cxn>
                  <a:cxn ang="0">
                    <a:pos x="43" y="48"/>
                  </a:cxn>
                  <a:cxn ang="0">
                    <a:pos x="19" y="38"/>
                  </a:cxn>
                  <a:cxn ang="0">
                    <a:pos x="20" y="26"/>
                  </a:cxn>
                  <a:cxn ang="0">
                    <a:pos x="42" y="33"/>
                  </a:cxn>
                  <a:cxn ang="0">
                    <a:pos x="43" y="34"/>
                  </a:cxn>
                  <a:cxn ang="0">
                    <a:pos x="45" y="33"/>
                  </a:cxn>
                  <a:cxn ang="0">
                    <a:pos x="67" y="26"/>
                  </a:cxn>
                  <a:cxn ang="0">
                    <a:pos x="68" y="38"/>
                  </a:cxn>
                </a:cxnLst>
                <a:rect l="0" t="0" r="r" b="b"/>
                <a:pathLst>
                  <a:path w="87" h="58">
                    <a:moveTo>
                      <a:pt x="86" y="15"/>
                    </a:moveTo>
                    <a:cubicBezTo>
                      <a:pt x="44" y="29"/>
                      <a:pt x="44" y="29"/>
                      <a:pt x="44" y="29"/>
                    </a:cubicBezTo>
                    <a:cubicBezTo>
                      <a:pt x="44" y="29"/>
                      <a:pt x="44" y="29"/>
                      <a:pt x="43" y="29"/>
                    </a:cubicBezTo>
                    <a:cubicBezTo>
                      <a:pt x="43" y="29"/>
                      <a:pt x="43" y="29"/>
                      <a:pt x="43" y="29"/>
                    </a:cubicBezTo>
                    <a:cubicBezTo>
                      <a:pt x="18" y="21"/>
                      <a:pt x="18" y="21"/>
                      <a:pt x="18" y="21"/>
                    </a:cubicBezTo>
                    <a:cubicBezTo>
                      <a:pt x="16" y="23"/>
                      <a:pt x="15" y="27"/>
                      <a:pt x="14" y="32"/>
                    </a:cubicBezTo>
                    <a:cubicBezTo>
                      <a:pt x="16" y="33"/>
                      <a:pt x="17" y="34"/>
                      <a:pt x="17" y="36"/>
                    </a:cubicBezTo>
                    <a:cubicBezTo>
                      <a:pt x="17" y="38"/>
                      <a:pt x="16" y="39"/>
                      <a:pt x="15" y="40"/>
                    </a:cubicBezTo>
                    <a:cubicBezTo>
                      <a:pt x="17" y="56"/>
                      <a:pt x="17" y="56"/>
                      <a:pt x="17" y="56"/>
                    </a:cubicBezTo>
                    <a:cubicBezTo>
                      <a:pt x="17" y="57"/>
                      <a:pt x="17" y="57"/>
                      <a:pt x="16" y="57"/>
                    </a:cubicBezTo>
                    <a:cubicBezTo>
                      <a:pt x="16" y="58"/>
                      <a:pt x="16" y="58"/>
                      <a:pt x="16" y="58"/>
                    </a:cubicBezTo>
                    <a:cubicBezTo>
                      <a:pt x="8" y="58"/>
                      <a:pt x="8" y="58"/>
                      <a:pt x="8" y="58"/>
                    </a:cubicBezTo>
                    <a:cubicBezTo>
                      <a:pt x="8" y="58"/>
                      <a:pt x="8" y="58"/>
                      <a:pt x="7" y="57"/>
                    </a:cubicBezTo>
                    <a:cubicBezTo>
                      <a:pt x="7" y="57"/>
                      <a:pt x="7" y="57"/>
                      <a:pt x="7" y="56"/>
                    </a:cubicBezTo>
                    <a:cubicBezTo>
                      <a:pt x="9" y="40"/>
                      <a:pt x="9" y="40"/>
                      <a:pt x="9" y="40"/>
                    </a:cubicBezTo>
                    <a:cubicBezTo>
                      <a:pt x="8" y="39"/>
                      <a:pt x="7" y="38"/>
                      <a:pt x="7" y="36"/>
                    </a:cubicBezTo>
                    <a:cubicBezTo>
                      <a:pt x="7" y="34"/>
                      <a:pt x="8" y="33"/>
                      <a:pt x="10" y="32"/>
                    </a:cubicBezTo>
                    <a:cubicBezTo>
                      <a:pt x="10" y="27"/>
                      <a:pt x="11" y="23"/>
                      <a:pt x="13" y="19"/>
                    </a:cubicBezTo>
                    <a:cubicBezTo>
                      <a:pt x="1" y="15"/>
                      <a:pt x="1" y="15"/>
                      <a:pt x="1" y="15"/>
                    </a:cubicBezTo>
                    <a:cubicBezTo>
                      <a:pt x="0" y="15"/>
                      <a:pt x="0" y="15"/>
                      <a:pt x="0" y="14"/>
                    </a:cubicBezTo>
                    <a:cubicBezTo>
                      <a:pt x="0" y="14"/>
                      <a:pt x="0" y="13"/>
                      <a:pt x="1" y="13"/>
                    </a:cubicBezTo>
                    <a:cubicBezTo>
                      <a:pt x="43" y="0"/>
                      <a:pt x="43" y="0"/>
                      <a:pt x="43" y="0"/>
                    </a:cubicBezTo>
                    <a:cubicBezTo>
                      <a:pt x="43" y="0"/>
                      <a:pt x="43" y="0"/>
                      <a:pt x="43" y="0"/>
                    </a:cubicBezTo>
                    <a:cubicBezTo>
                      <a:pt x="44" y="0"/>
                      <a:pt x="44" y="0"/>
                      <a:pt x="44" y="0"/>
                    </a:cubicBezTo>
                    <a:cubicBezTo>
                      <a:pt x="86" y="13"/>
                      <a:pt x="86" y="13"/>
                      <a:pt x="86" y="13"/>
                    </a:cubicBezTo>
                    <a:cubicBezTo>
                      <a:pt x="87" y="13"/>
                      <a:pt x="87" y="14"/>
                      <a:pt x="87" y="14"/>
                    </a:cubicBezTo>
                    <a:cubicBezTo>
                      <a:pt x="87" y="15"/>
                      <a:pt x="87" y="15"/>
                      <a:pt x="86" y="15"/>
                    </a:cubicBezTo>
                    <a:close/>
                    <a:moveTo>
                      <a:pt x="68" y="38"/>
                    </a:moveTo>
                    <a:cubicBezTo>
                      <a:pt x="68" y="44"/>
                      <a:pt x="57" y="48"/>
                      <a:pt x="43" y="48"/>
                    </a:cubicBezTo>
                    <a:cubicBezTo>
                      <a:pt x="30" y="48"/>
                      <a:pt x="19" y="44"/>
                      <a:pt x="19" y="38"/>
                    </a:cubicBezTo>
                    <a:cubicBezTo>
                      <a:pt x="20" y="26"/>
                      <a:pt x="20" y="26"/>
                      <a:pt x="20" y="26"/>
                    </a:cubicBezTo>
                    <a:cubicBezTo>
                      <a:pt x="42" y="33"/>
                      <a:pt x="42" y="33"/>
                      <a:pt x="42" y="33"/>
                    </a:cubicBezTo>
                    <a:cubicBezTo>
                      <a:pt x="42" y="33"/>
                      <a:pt x="43" y="34"/>
                      <a:pt x="43" y="34"/>
                    </a:cubicBezTo>
                    <a:cubicBezTo>
                      <a:pt x="44" y="34"/>
                      <a:pt x="45" y="33"/>
                      <a:pt x="45" y="33"/>
                    </a:cubicBezTo>
                    <a:cubicBezTo>
                      <a:pt x="67" y="26"/>
                      <a:pt x="67" y="26"/>
                      <a:pt x="67" y="26"/>
                    </a:cubicBezTo>
                    <a:lnTo>
                      <a:pt x="68" y="38"/>
                    </a:lnTo>
                    <a:close/>
                  </a:path>
                </a:pathLst>
              </a:custGeom>
              <a:solidFill>
                <a:sysClr val="window" lastClr="FFFFFF"/>
              </a:solidFill>
              <a:ln w="9525">
                <a:noFill/>
                <a:round/>
                <a:headEnd/>
                <a:tailEnd/>
              </a:ln>
            </p:spPr>
            <p:txBody>
              <a:bodyPr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sz="1866" b="0"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endParaRPr>
              </a:p>
            </p:txBody>
          </p:sp>
        </p:grpSp>
        <p:grpSp>
          <p:nvGrpSpPr>
            <p:cNvPr id="83" name="Group 37">
              <a:extLst>
                <a:ext uri="{FF2B5EF4-FFF2-40B4-BE49-F238E27FC236}">
                  <a16:creationId xmlns:a16="http://schemas.microsoft.com/office/drawing/2014/main" id="{80042F63-24A6-4939-96F3-DD3B6918A93E}"/>
                </a:ext>
              </a:extLst>
            </p:cNvPr>
            <p:cNvGrpSpPr/>
            <p:nvPr/>
          </p:nvGrpSpPr>
          <p:grpSpPr>
            <a:xfrm>
              <a:off x="1291762" y="1153216"/>
              <a:ext cx="3559668" cy="507831"/>
              <a:chOff x="1817828" y="1400217"/>
              <a:chExt cx="4746224" cy="677108"/>
            </a:xfrm>
          </p:grpSpPr>
          <p:sp>
            <p:nvSpPr>
              <p:cNvPr id="93" name="TextBox 17">
                <a:extLst>
                  <a:ext uri="{FF2B5EF4-FFF2-40B4-BE49-F238E27FC236}">
                    <a16:creationId xmlns:a16="http://schemas.microsoft.com/office/drawing/2014/main" id="{4EEE68C2-0C15-40B8-B8AE-8881D7CF516B}"/>
                  </a:ext>
                </a:extLst>
              </p:cNvPr>
              <p:cNvSpPr txBox="1"/>
              <p:nvPr/>
            </p:nvSpPr>
            <p:spPr>
              <a:xfrm>
                <a:off x="1817828" y="1400217"/>
                <a:ext cx="4746224" cy="338554"/>
              </a:xfrm>
              <a:prstGeom prst="rect">
                <a:avLst/>
              </a:prstGeom>
              <a:noFill/>
            </p:spPr>
            <p:txBody>
              <a:bodyPr wrap="none" lIns="191974" tIns="0" rIns="191974" bIns="0" anchor="b" anchorCtr="0">
                <a:normAutofit/>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599" b="1"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94" name="TextBox 36">
                <a:extLst>
                  <a:ext uri="{FF2B5EF4-FFF2-40B4-BE49-F238E27FC236}">
                    <a16:creationId xmlns:a16="http://schemas.microsoft.com/office/drawing/2014/main" id="{5652DE4B-9976-4854-BF1E-12EC53D8CDBC}"/>
                  </a:ext>
                </a:extLst>
              </p:cNvPr>
              <p:cNvSpPr txBox="1"/>
              <p:nvPr/>
            </p:nvSpPr>
            <p:spPr>
              <a:xfrm>
                <a:off x="1817828" y="1738771"/>
                <a:ext cx="4746224" cy="338554"/>
              </a:xfrm>
              <a:prstGeom prst="rect">
                <a:avLst/>
              </a:prstGeom>
              <a:noFill/>
            </p:spPr>
            <p:txBody>
              <a:bodyPr wrap="square" lIns="191974" tIns="0" rIns="191974" bIns="0" anchor="t" anchorCtr="0">
                <a:normAutofit/>
              </a:bodyPr>
              <a:lstStyle/>
              <a:p>
                <a:pPr marL="0" marR="0" lvl="0" indent="0" defTabSz="1218804" eaLnBrk="1" fontAlgn="base" latinLnBrk="0" hangingPunct="1">
                  <a:lnSpc>
                    <a:spcPct val="12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lumMod val="50000"/>
                      </a:prstClr>
                    </a:solidFill>
                    <a:effectLst/>
                    <a:uLnTx/>
                    <a:uFillTx/>
                    <a:latin typeface="微软雅黑" panose="020B0503020204020204" pitchFamily="34" charset="-122"/>
                    <a:ea typeface="微软雅黑" panose="020B0503020204020204" pitchFamily="34" charset="-122"/>
                  </a:rPr>
                  <a:t>此部分内容作为文字排版占位显示（建议使用主题字体）</a:t>
                </a:r>
              </a:p>
            </p:txBody>
          </p:sp>
        </p:grpSp>
        <p:grpSp>
          <p:nvGrpSpPr>
            <p:cNvPr id="84" name="Group 38">
              <a:extLst>
                <a:ext uri="{FF2B5EF4-FFF2-40B4-BE49-F238E27FC236}">
                  <a16:creationId xmlns:a16="http://schemas.microsoft.com/office/drawing/2014/main" id="{8F485CBC-94B9-4CC5-B7F2-D9DFFD69F288}"/>
                </a:ext>
              </a:extLst>
            </p:cNvPr>
            <p:cNvGrpSpPr/>
            <p:nvPr/>
          </p:nvGrpSpPr>
          <p:grpSpPr>
            <a:xfrm>
              <a:off x="1291762" y="2022468"/>
              <a:ext cx="3559668" cy="507831"/>
              <a:chOff x="1817828" y="1400217"/>
              <a:chExt cx="4746224" cy="677108"/>
            </a:xfrm>
          </p:grpSpPr>
          <p:sp>
            <p:nvSpPr>
              <p:cNvPr id="91" name="TextBox 39">
                <a:extLst>
                  <a:ext uri="{FF2B5EF4-FFF2-40B4-BE49-F238E27FC236}">
                    <a16:creationId xmlns:a16="http://schemas.microsoft.com/office/drawing/2014/main" id="{4C3DD181-0195-4EB4-B8E1-D1D0C1C48084}"/>
                  </a:ext>
                </a:extLst>
              </p:cNvPr>
              <p:cNvSpPr txBox="1"/>
              <p:nvPr/>
            </p:nvSpPr>
            <p:spPr>
              <a:xfrm>
                <a:off x="1817828" y="1400217"/>
                <a:ext cx="4746224" cy="338554"/>
              </a:xfrm>
              <a:prstGeom prst="rect">
                <a:avLst/>
              </a:prstGeom>
              <a:noFill/>
            </p:spPr>
            <p:txBody>
              <a:bodyPr wrap="none" lIns="191974" tIns="0" rIns="191974" bIns="0" anchor="b" anchorCtr="0">
                <a:normAutofit/>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599" b="1"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92" name="TextBox 40">
                <a:extLst>
                  <a:ext uri="{FF2B5EF4-FFF2-40B4-BE49-F238E27FC236}">
                    <a16:creationId xmlns:a16="http://schemas.microsoft.com/office/drawing/2014/main" id="{7B20F275-7984-4789-8A05-D89F29C815D2}"/>
                  </a:ext>
                </a:extLst>
              </p:cNvPr>
              <p:cNvSpPr txBox="1"/>
              <p:nvPr/>
            </p:nvSpPr>
            <p:spPr>
              <a:xfrm>
                <a:off x="1817828" y="1738771"/>
                <a:ext cx="4746224" cy="338554"/>
              </a:xfrm>
              <a:prstGeom prst="rect">
                <a:avLst/>
              </a:prstGeom>
              <a:noFill/>
            </p:spPr>
            <p:txBody>
              <a:bodyPr wrap="square" lIns="191974" tIns="0" rIns="191974" bIns="0" anchor="t" anchorCtr="0">
                <a:normAutofit/>
              </a:bodyPr>
              <a:lstStyle>
                <a:defPPr>
                  <a:defRPr lang="zh-CN"/>
                </a:defPPr>
                <a:lvl1pPr marR="0" lvl="0" indent="0" defTabSz="1218804" fontAlgn="base">
                  <a:lnSpc>
                    <a:spcPct val="120000"/>
                  </a:lnSpc>
                  <a:spcBef>
                    <a:spcPct val="0"/>
                  </a:spcBef>
                  <a:spcAft>
                    <a:spcPct val="0"/>
                  </a:spcAft>
                  <a:buClrTx/>
                  <a:buSzTx/>
                  <a:buFontTx/>
                  <a:buNone/>
                  <a:tabLst/>
                  <a:defRPr kumimoji="0" sz="1200" b="0" i="0" u="none" strike="noStrike" kern="0" cap="none" spc="0" normalizeH="0" baseline="0">
                    <a:ln>
                      <a:noFill/>
                    </a:ln>
                    <a:solidFill>
                      <a:prstClr val="white">
                        <a:lumMod val="50000"/>
                      </a:prstClr>
                    </a:solidFill>
                    <a:effectLst/>
                    <a:uLnTx/>
                    <a:uFillTx/>
                    <a:latin typeface="微软雅黑" panose="020B0503020204020204" pitchFamily="34" charset="-122"/>
                    <a:ea typeface="微软雅黑" panose="020B0503020204020204" pitchFamily="34" charset="-122"/>
                  </a:defRPr>
                </a:lvl1pPr>
              </a:lstStyle>
              <a:p>
                <a:r>
                  <a:rPr lang="zh-CN" altLang="en-US" dirty="0"/>
                  <a:t>此部分内容作为文字排版占位显示（建议使用主题字体）</a:t>
                </a:r>
              </a:p>
            </p:txBody>
          </p:sp>
        </p:grpSp>
        <p:grpSp>
          <p:nvGrpSpPr>
            <p:cNvPr id="85" name="Group 41">
              <a:extLst>
                <a:ext uri="{FF2B5EF4-FFF2-40B4-BE49-F238E27FC236}">
                  <a16:creationId xmlns:a16="http://schemas.microsoft.com/office/drawing/2014/main" id="{67EAB88B-9230-46F8-8211-7F6B03A8DF4D}"/>
                </a:ext>
              </a:extLst>
            </p:cNvPr>
            <p:cNvGrpSpPr/>
            <p:nvPr/>
          </p:nvGrpSpPr>
          <p:grpSpPr>
            <a:xfrm>
              <a:off x="1291762" y="2887568"/>
              <a:ext cx="3559668" cy="507831"/>
              <a:chOff x="1817828" y="1400217"/>
              <a:chExt cx="4746224" cy="677108"/>
            </a:xfrm>
          </p:grpSpPr>
          <p:sp>
            <p:nvSpPr>
              <p:cNvPr id="89" name="TextBox 42">
                <a:extLst>
                  <a:ext uri="{FF2B5EF4-FFF2-40B4-BE49-F238E27FC236}">
                    <a16:creationId xmlns:a16="http://schemas.microsoft.com/office/drawing/2014/main" id="{6E4CE4F7-A2D6-4BC2-BE3C-703CAD231A29}"/>
                  </a:ext>
                </a:extLst>
              </p:cNvPr>
              <p:cNvSpPr txBox="1"/>
              <p:nvPr/>
            </p:nvSpPr>
            <p:spPr>
              <a:xfrm>
                <a:off x="1817828" y="1400217"/>
                <a:ext cx="4746224" cy="338554"/>
              </a:xfrm>
              <a:prstGeom prst="rect">
                <a:avLst/>
              </a:prstGeom>
              <a:noFill/>
            </p:spPr>
            <p:txBody>
              <a:bodyPr wrap="none" lIns="191974" tIns="0" rIns="191974" bIns="0" anchor="b" anchorCtr="0">
                <a:normAutofit/>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599" b="1"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90" name="TextBox 43">
                <a:extLst>
                  <a:ext uri="{FF2B5EF4-FFF2-40B4-BE49-F238E27FC236}">
                    <a16:creationId xmlns:a16="http://schemas.microsoft.com/office/drawing/2014/main" id="{523CB351-58CC-47FE-8999-240C43096F79}"/>
                  </a:ext>
                </a:extLst>
              </p:cNvPr>
              <p:cNvSpPr txBox="1"/>
              <p:nvPr/>
            </p:nvSpPr>
            <p:spPr>
              <a:xfrm>
                <a:off x="1817828" y="1738771"/>
                <a:ext cx="4746224" cy="338554"/>
              </a:xfrm>
              <a:prstGeom prst="rect">
                <a:avLst/>
              </a:prstGeom>
              <a:noFill/>
            </p:spPr>
            <p:txBody>
              <a:bodyPr wrap="square" lIns="191974" tIns="0" rIns="191974" bIns="0" anchor="t" anchorCtr="0">
                <a:normAutofit/>
              </a:bodyPr>
              <a:lstStyle>
                <a:defPPr>
                  <a:defRPr lang="zh-CN"/>
                </a:defPPr>
                <a:lvl1pPr marR="0" lvl="0" indent="0" defTabSz="1218804" fontAlgn="base">
                  <a:lnSpc>
                    <a:spcPct val="120000"/>
                  </a:lnSpc>
                  <a:spcBef>
                    <a:spcPct val="0"/>
                  </a:spcBef>
                  <a:spcAft>
                    <a:spcPct val="0"/>
                  </a:spcAft>
                  <a:buClrTx/>
                  <a:buSzTx/>
                  <a:buFontTx/>
                  <a:buNone/>
                  <a:tabLst/>
                  <a:defRPr kumimoji="0" sz="1200" b="0" i="0" u="none" strike="noStrike" kern="0" cap="none" spc="0" normalizeH="0" baseline="0">
                    <a:ln>
                      <a:noFill/>
                    </a:ln>
                    <a:solidFill>
                      <a:prstClr val="white">
                        <a:lumMod val="50000"/>
                      </a:prstClr>
                    </a:solidFill>
                    <a:effectLst/>
                    <a:uLnTx/>
                    <a:uFillTx/>
                    <a:latin typeface="微软雅黑" panose="020B0503020204020204" pitchFamily="34" charset="-122"/>
                    <a:ea typeface="微软雅黑" panose="020B0503020204020204" pitchFamily="34" charset="-122"/>
                  </a:defRPr>
                </a:lvl1pPr>
              </a:lstStyle>
              <a:p>
                <a:r>
                  <a:rPr lang="zh-CN" altLang="en-US" dirty="0"/>
                  <a:t>此部分内容作为文字排版占位显示（建议使用主题字体）</a:t>
                </a:r>
              </a:p>
            </p:txBody>
          </p:sp>
        </p:grpSp>
        <p:grpSp>
          <p:nvGrpSpPr>
            <p:cNvPr id="86" name="Group 44">
              <a:extLst>
                <a:ext uri="{FF2B5EF4-FFF2-40B4-BE49-F238E27FC236}">
                  <a16:creationId xmlns:a16="http://schemas.microsoft.com/office/drawing/2014/main" id="{B8418231-EAE6-4A1F-8DC2-F6EF4B9D559F}"/>
                </a:ext>
              </a:extLst>
            </p:cNvPr>
            <p:cNvGrpSpPr/>
            <p:nvPr/>
          </p:nvGrpSpPr>
          <p:grpSpPr>
            <a:xfrm>
              <a:off x="1291762" y="3746227"/>
              <a:ext cx="3559668" cy="507831"/>
              <a:chOff x="1817828" y="1400217"/>
              <a:chExt cx="4746224" cy="677108"/>
            </a:xfrm>
          </p:grpSpPr>
          <p:sp>
            <p:nvSpPr>
              <p:cNvPr id="87" name="TextBox 45">
                <a:extLst>
                  <a:ext uri="{FF2B5EF4-FFF2-40B4-BE49-F238E27FC236}">
                    <a16:creationId xmlns:a16="http://schemas.microsoft.com/office/drawing/2014/main" id="{9BF09CB5-A846-4953-B8F4-3ADBC9E5D9E8}"/>
                  </a:ext>
                </a:extLst>
              </p:cNvPr>
              <p:cNvSpPr txBox="1"/>
              <p:nvPr/>
            </p:nvSpPr>
            <p:spPr>
              <a:xfrm>
                <a:off x="1817828" y="1400217"/>
                <a:ext cx="4746224" cy="338554"/>
              </a:xfrm>
              <a:prstGeom prst="rect">
                <a:avLst/>
              </a:prstGeom>
              <a:noFill/>
            </p:spPr>
            <p:txBody>
              <a:bodyPr wrap="none" lIns="191974" tIns="0" rIns="191974" bIns="0" anchor="b" anchorCtr="0">
                <a:normAutofit/>
              </a:bodyPr>
              <a:lstStyle/>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599" b="1" i="0" u="none" strike="noStrike" kern="0" cap="none" spc="0" normalizeH="0" baseline="0" noProof="0">
                    <a:ln>
                      <a:noFill/>
                    </a:ln>
                    <a:solidFill>
                      <a:prstClr val="white">
                        <a:lumMod val="50000"/>
                      </a:prstClr>
                    </a:solidFill>
                    <a:effectLst/>
                    <a:uLnTx/>
                    <a:uFillTx/>
                    <a:latin typeface="微软雅黑" panose="020B0503020204020204" pitchFamily="34" charset="-122"/>
                    <a:ea typeface="微软雅黑" panose="020B0503020204020204" pitchFamily="34" charset="-122"/>
                  </a:rPr>
                  <a:t>标题文本预设</a:t>
                </a:r>
              </a:p>
            </p:txBody>
          </p:sp>
          <p:sp>
            <p:nvSpPr>
              <p:cNvPr id="88" name="TextBox 46">
                <a:extLst>
                  <a:ext uri="{FF2B5EF4-FFF2-40B4-BE49-F238E27FC236}">
                    <a16:creationId xmlns:a16="http://schemas.microsoft.com/office/drawing/2014/main" id="{A3293396-57F0-4383-8CA6-A15992B48B53}"/>
                  </a:ext>
                </a:extLst>
              </p:cNvPr>
              <p:cNvSpPr txBox="1"/>
              <p:nvPr/>
            </p:nvSpPr>
            <p:spPr>
              <a:xfrm>
                <a:off x="1817828" y="1738771"/>
                <a:ext cx="4746224" cy="338554"/>
              </a:xfrm>
              <a:prstGeom prst="rect">
                <a:avLst/>
              </a:prstGeom>
              <a:noFill/>
            </p:spPr>
            <p:txBody>
              <a:bodyPr wrap="square" lIns="191974" tIns="0" rIns="191974" bIns="0" anchor="t" anchorCtr="0">
                <a:normAutofit/>
              </a:bodyPr>
              <a:lstStyle>
                <a:defPPr>
                  <a:defRPr lang="zh-CN"/>
                </a:defPPr>
                <a:lvl1pPr marR="0" lvl="0" indent="0" defTabSz="1218804" fontAlgn="base">
                  <a:lnSpc>
                    <a:spcPct val="120000"/>
                  </a:lnSpc>
                  <a:spcBef>
                    <a:spcPct val="0"/>
                  </a:spcBef>
                  <a:spcAft>
                    <a:spcPct val="0"/>
                  </a:spcAft>
                  <a:buClrTx/>
                  <a:buSzTx/>
                  <a:buFontTx/>
                  <a:buNone/>
                  <a:tabLst/>
                  <a:defRPr kumimoji="0" sz="1200" b="0" i="0" u="none" strike="noStrike" kern="0" cap="none" spc="0" normalizeH="0" baseline="0">
                    <a:ln>
                      <a:noFill/>
                    </a:ln>
                    <a:solidFill>
                      <a:prstClr val="white">
                        <a:lumMod val="50000"/>
                      </a:prstClr>
                    </a:solidFill>
                    <a:effectLst/>
                    <a:uLnTx/>
                    <a:uFillTx/>
                    <a:latin typeface="微软雅黑" panose="020B0503020204020204" pitchFamily="34" charset="-122"/>
                    <a:ea typeface="微软雅黑" panose="020B0503020204020204" pitchFamily="34" charset="-122"/>
                  </a:defRPr>
                </a:lvl1pPr>
              </a:lstStyle>
              <a:p>
                <a:r>
                  <a:rPr lang="zh-CN" altLang="en-US" dirty="0"/>
                  <a:t>此部分内容作为文字排版占位显示（建议使用主题字体）</a:t>
                </a:r>
              </a:p>
            </p:txBody>
          </p:sp>
        </p:grpSp>
      </p:grpSp>
    </p:spTree>
    <p:extLst>
      <p:ext uri="{BB962C8B-B14F-4D97-AF65-F5344CB8AC3E}">
        <p14:creationId xmlns:p14="http://schemas.microsoft.com/office/powerpoint/2010/main" val="199535663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9" presetClass="entr" presetSubtype="0" decel="100000" fill="hold" nodeType="after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p:cTn id="7" dur="1000" fill="hold"/>
                                        <p:tgtEl>
                                          <p:spTgt spid="58"/>
                                        </p:tgtEl>
                                        <p:attrNameLst>
                                          <p:attrName>ppt_w</p:attrName>
                                        </p:attrNameLst>
                                      </p:cBhvr>
                                      <p:tavLst>
                                        <p:tav tm="0">
                                          <p:val>
                                            <p:fltVal val="0"/>
                                          </p:val>
                                        </p:tav>
                                        <p:tav tm="100000">
                                          <p:val>
                                            <p:strVal val="#ppt_w"/>
                                          </p:val>
                                        </p:tav>
                                      </p:tavLst>
                                    </p:anim>
                                    <p:anim calcmode="lin" valueType="num">
                                      <p:cBhvr>
                                        <p:cTn id="8" dur="1000" fill="hold"/>
                                        <p:tgtEl>
                                          <p:spTgt spid="58"/>
                                        </p:tgtEl>
                                        <p:attrNameLst>
                                          <p:attrName>ppt_h</p:attrName>
                                        </p:attrNameLst>
                                      </p:cBhvr>
                                      <p:tavLst>
                                        <p:tav tm="0">
                                          <p:val>
                                            <p:fltVal val="0"/>
                                          </p:val>
                                        </p:tav>
                                        <p:tav tm="100000">
                                          <p:val>
                                            <p:strVal val="#ppt_h"/>
                                          </p:val>
                                        </p:tav>
                                      </p:tavLst>
                                    </p:anim>
                                    <p:anim calcmode="lin" valueType="num">
                                      <p:cBhvr>
                                        <p:cTn id="9" dur="1000" fill="hold"/>
                                        <p:tgtEl>
                                          <p:spTgt spid="58"/>
                                        </p:tgtEl>
                                        <p:attrNameLst>
                                          <p:attrName>style.rotation</p:attrName>
                                        </p:attrNameLst>
                                      </p:cBhvr>
                                      <p:tavLst>
                                        <p:tav tm="0">
                                          <p:val>
                                            <p:fltVal val="360"/>
                                          </p:val>
                                        </p:tav>
                                        <p:tav tm="100000">
                                          <p:val>
                                            <p:fltVal val="0"/>
                                          </p:val>
                                        </p:tav>
                                      </p:tavLst>
                                    </p:anim>
                                    <p:animEffect transition="in" filter="fade">
                                      <p:cBhvr>
                                        <p:cTn id="10" dur="1000"/>
                                        <p:tgtEl>
                                          <p:spTgt spid="58"/>
                                        </p:tgtEl>
                                      </p:cBhvr>
                                    </p:animEffect>
                                  </p:childTnLst>
                                </p:cTn>
                              </p:par>
                            </p:childTnLst>
                          </p:cTn>
                        </p:par>
                        <p:par>
                          <p:cTn id="11" fill="hold">
                            <p:stCondLst>
                              <p:cond delay="1000"/>
                            </p:stCondLst>
                            <p:childTnLst>
                              <p:par>
                                <p:cTn id="12" presetID="42" presetClass="entr" presetSubtype="0" fill="hold" nodeType="afterEffect">
                                  <p:stCondLst>
                                    <p:cond delay="0"/>
                                  </p:stCondLst>
                                  <p:childTnLst>
                                    <p:set>
                                      <p:cBhvr>
                                        <p:cTn id="13" dur="1" fill="hold">
                                          <p:stCondLst>
                                            <p:cond delay="0"/>
                                          </p:stCondLst>
                                        </p:cTn>
                                        <p:tgtEl>
                                          <p:spTgt spid="78"/>
                                        </p:tgtEl>
                                        <p:attrNameLst>
                                          <p:attrName>style.visibility</p:attrName>
                                        </p:attrNameLst>
                                      </p:cBhvr>
                                      <p:to>
                                        <p:strVal val="visible"/>
                                      </p:to>
                                    </p:set>
                                    <p:animEffect transition="in" filter="fade">
                                      <p:cBhvr>
                                        <p:cTn id="14" dur="1000"/>
                                        <p:tgtEl>
                                          <p:spTgt spid="78"/>
                                        </p:tgtEl>
                                      </p:cBhvr>
                                    </p:animEffect>
                                    <p:anim calcmode="lin" valueType="num">
                                      <p:cBhvr>
                                        <p:cTn id="15" dur="1000" fill="hold"/>
                                        <p:tgtEl>
                                          <p:spTgt spid="78"/>
                                        </p:tgtEl>
                                        <p:attrNameLst>
                                          <p:attrName>ppt_x</p:attrName>
                                        </p:attrNameLst>
                                      </p:cBhvr>
                                      <p:tavLst>
                                        <p:tav tm="0">
                                          <p:val>
                                            <p:strVal val="#ppt_x"/>
                                          </p:val>
                                        </p:tav>
                                        <p:tav tm="100000">
                                          <p:val>
                                            <p:strVal val="#ppt_x"/>
                                          </p:val>
                                        </p:tav>
                                      </p:tavLst>
                                    </p:anim>
                                    <p:anim calcmode="lin" valueType="num">
                                      <p:cBhvr>
                                        <p:cTn id="16" dur="1000" fill="hold"/>
                                        <p:tgtEl>
                                          <p:spTgt spid="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BE5E0FA-3DFC-4164-8712-8993B5A1BDE7}"/>
              </a:ext>
            </a:extLst>
          </p:cNvPr>
          <p:cNvGrpSpPr/>
          <p:nvPr/>
        </p:nvGrpSpPr>
        <p:grpSpPr>
          <a:xfrm>
            <a:off x="0" y="1395413"/>
            <a:ext cx="12192000" cy="4392612"/>
            <a:chOff x="0" y="1395413"/>
            <a:chExt cx="12192000" cy="4392612"/>
          </a:xfrm>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5DA2"/>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B0A26906-AE60-40D2-8C87-949BF8255D0E}"/>
              </a:ext>
            </a:extLst>
          </p:cNvPr>
          <p:cNvSpPr txBox="1"/>
          <p:nvPr/>
        </p:nvSpPr>
        <p:spPr>
          <a:xfrm>
            <a:off x="1106396" y="1908176"/>
            <a:ext cx="1478290" cy="31547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9900" dirty="0">
                <a:solidFill>
                  <a:prstClr val="white"/>
                </a:solidFill>
                <a:latin typeface="Calibri Light" panose="020F0302020204030204" pitchFamily="34" charset="0"/>
                <a:ea typeface="等线" panose="02010600030101010101" pitchFamily="2" charset="-122"/>
              </a:rPr>
              <a:t>3</a:t>
            </a:r>
            <a:endParaRPr kumimoji="0" lang="zh-CN" altLang="en-US"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5255F36E-6EFB-43A9-BB90-0BC2840ADB2D}"/>
              </a:ext>
            </a:extLst>
          </p:cNvPr>
          <p:cNvSpPr txBox="1"/>
          <p:nvPr/>
        </p:nvSpPr>
        <p:spPr>
          <a:xfrm>
            <a:off x="2846861" y="3598452"/>
            <a:ext cx="4410383" cy="5025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One needs 3 things to be truly happy living in the </a:t>
            </a:r>
            <a:r>
              <a:rPr kumimoji="0" lang="en-US" altLang="zh-CN" sz="1333" b="0" i="0" u="none" strike="noStrike" kern="1200" cap="none" spc="0" normalizeH="0" baseline="0" noProof="0" dirty="0" err="1">
                <a:ln>
                  <a:noFill/>
                </a:ln>
                <a:solidFill>
                  <a:prstClr val="white"/>
                </a:solidFill>
                <a:effectLst/>
                <a:uLnTx/>
                <a:uFillTx/>
                <a:latin typeface="Calibri Light" panose="020F0302020204030204" pitchFamily="34" charset="0"/>
                <a:ea typeface="等线" panose="02010600030101010101" pitchFamily="2" charset="-122"/>
                <a:cs typeface="+mn-cs"/>
              </a:rPr>
              <a:t>worl</a:t>
            </a: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 needs 3 things to be truly happy</a:t>
            </a:r>
            <a:endParaRPr kumimoji="0" lang="zh-CN" altLang="en-US"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7ADB3DBB-7273-448D-A338-7792C31A338C}"/>
              </a:ext>
            </a:extLst>
          </p:cNvPr>
          <p:cNvSpPr txBox="1"/>
          <p:nvPr/>
        </p:nvSpPr>
        <p:spPr>
          <a:xfrm>
            <a:off x="2846862" y="2668383"/>
            <a:ext cx="2476903" cy="769441"/>
          </a:xfrm>
          <a:prstGeom prst="rect">
            <a:avLst/>
          </a:prstGeom>
          <a:noFill/>
        </p:spPr>
        <p:txBody>
          <a:bodyPr wrap="square" rtlCol="0">
            <a:spAutoFit/>
          </a:bodyPr>
          <a:lstStyle/>
          <a:p>
            <a:pPr lvl="0"/>
            <a:r>
              <a:rPr lang="zh-CN" altLang="en-US" sz="4400" dirty="0">
                <a:solidFill>
                  <a:prstClr val="white"/>
                </a:solidFill>
                <a:latin typeface="华康俪金黑W8" panose="020B0809000000000000" pitchFamily="49" charset="-122"/>
                <a:ea typeface="华康俪金黑W8" panose="020B0809000000000000" pitchFamily="49" charset="-122"/>
              </a:rPr>
              <a:t>内容阐述</a:t>
            </a: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13A26355-50C4-4371-8ED6-C726847550A2}"/>
              </a:ext>
            </a:extLst>
          </p:cNvPr>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6C9D0C74-BBBE-423C-945F-1C1159608125}"/>
              </a:ext>
            </a:extLst>
          </p:cNvPr>
          <p:cNvSpPr>
            <a:spLocks/>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403185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研究思路</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03</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3" name="矩形 10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FD33CB8-2FB8-478C-8284-407BCEDFC405}"/>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104" name="矩形 10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06293D0A-D74B-4072-B146-C8FC832CF414}"/>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105" name="矩形 10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4844CA8-853F-4931-8526-64C8BC0F7BBB}"/>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106" name="矩形 10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F91A349-E941-47D6-8C84-7CAA33524DEB}"/>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107" name="矩形 10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A8EE55E-AC7D-4534-BB53-29536D6CF11F}"/>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8" name="矩形 10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863EE6E-DCE4-417D-81F2-EA41AA71D1EF}"/>
              </a:ext>
            </a:extLst>
          </p:cNvPr>
          <p:cNvSpPr/>
          <p:nvPr/>
        </p:nvSpPr>
        <p:spPr>
          <a:xfrm>
            <a:off x="525342" y="3099823"/>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109" name="组合 108" descr="e7d195523061f1c0b9c437df2358c0cda14f5041a22fabbfBE2BE37675DC7AB669ED1A17F222BC996230C869F9A73B775AB9A6F73BCC744AF1BB55A31F7D215610F6B48D481C98CFAE215B20EECA2E6E908655D05A01C6E132A7FF8CC3CB88B3C281F0E54AFD4285105FF299FA85D1D3544A1F379006C7BB9EF13074DBC5E8FCB976AB0F1EDCCAFFA4B614D7EEFF1C87">
            <a:extLst>
              <a:ext uri="{FF2B5EF4-FFF2-40B4-BE49-F238E27FC236}">
                <a16:creationId xmlns:a16="http://schemas.microsoft.com/office/drawing/2014/main" id="{78E63A43-26DB-421F-97C8-F36D3C82C172}"/>
              </a:ext>
            </a:extLst>
          </p:cNvPr>
          <p:cNvGrpSpPr/>
          <p:nvPr/>
        </p:nvGrpSpPr>
        <p:grpSpPr>
          <a:xfrm>
            <a:off x="4648013" y="1716594"/>
            <a:ext cx="2895974" cy="3328424"/>
            <a:chOff x="815414" y="888954"/>
            <a:chExt cx="4393799" cy="5049916"/>
          </a:xfrm>
        </p:grpSpPr>
        <p:grpSp>
          <p:nvGrpSpPr>
            <p:cNvPr id="110" name="Group 1" descr="e7d195523061f1c0bbd9d495056f6756baae99e8e5eccdb0B69E8BECE2F25FA34DA9A3791886F1952D5C6B90E974387B5DDCCBCEBC70127B5F7576CBB260879D9064EC41CFD6AF7F7958B54E7616B7D1ACFF694983D84E030DBF4EA9E8F5BD48315D28D7DDA49F0D695F1326D9015521AC2D1D129E1D62947BEF67A1F0EB219A2D60C167ED65A3C13921A8077BF52B505ADE22E5CA6F1437">
              <a:extLst>
                <a:ext uri="{FF2B5EF4-FFF2-40B4-BE49-F238E27FC236}">
                  <a16:creationId xmlns:a16="http://schemas.microsoft.com/office/drawing/2014/main" id="{3BF52D80-A2A3-470A-A940-2FFF8C487E14}"/>
                </a:ext>
              </a:extLst>
            </p:cNvPr>
            <p:cNvGrpSpPr/>
            <p:nvPr/>
          </p:nvGrpSpPr>
          <p:grpSpPr>
            <a:xfrm>
              <a:off x="815414" y="3357034"/>
              <a:ext cx="4393799" cy="2581836"/>
              <a:chOff x="3600450" y="5156184"/>
              <a:chExt cx="3246478" cy="1701816"/>
            </a:xfrm>
          </p:grpSpPr>
          <p:sp>
            <p:nvSpPr>
              <p:cNvPr id="112" name="Freeform 5">
                <a:extLst>
                  <a:ext uri="{FF2B5EF4-FFF2-40B4-BE49-F238E27FC236}">
                    <a16:creationId xmlns:a16="http://schemas.microsoft.com/office/drawing/2014/main" id="{8E4B953C-DFAC-49D3-B563-2F0FE311984C}"/>
                  </a:ext>
                </a:extLst>
              </p:cNvPr>
              <p:cNvSpPr>
                <a:spLocks/>
              </p:cNvSpPr>
              <p:nvPr/>
            </p:nvSpPr>
            <p:spPr bwMode="auto">
              <a:xfrm>
                <a:off x="3635603" y="6302790"/>
                <a:ext cx="3171003" cy="266749"/>
              </a:xfrm>
              <a:custGeom>
                <a:avLst/>
                <a:gdLst>
                  <a:gd name="T0" fmla="*/ 0 w 1354"/>
                  <a:gd name="T1" fmla="*/ 104 h 114"/>
                  <a:gd name="T2" fmla="*/ 105 w 1354"/>
                  <a:gd name="T3" fmla="*/ 0 h 114"/>
                  <a:gd name="T4" fmla="*/ 1354 w 1354"/>
                  <a:gd name="T5" fmla="*/ 0 h 114"/>
                  <a:gd name="T6" fmla="*/ 1303 w 1354"/>
                  <a:gd name="T7" fmla="*/ 114 h 114"/>
                  <a:gd name="T8" fmla="*/ 1 w 1354"/>
                  <a:gd name="T9" fmla="*/ 114 h 114"/>
                  <a:gd name="T10" fmla="*/ 0 w 1354"/>
                  <a:gd name="T11" fmla="*/ 104 h 114"/>
                </a:gdLst>
                <a:ahLst/>
                <a:cxnLst>
                  <a:cxn ang="0">
                    <a:pos x="T0" y="T1"/>
                  </a:cxn>
                  <a:cxn ang="0">
                    <a:pos x="T2" y="T3"/>
                  </a:cxn>
                  <a:cxn ang="0">
                    <a:pos x="T4" y="T5"/>
                  </a:cxn>
                  <a:cxn ang="0">
                    <a:pos x="T6" y="T7"/>
                  </a:cxn>
                  <a:cxn ang="0">
                    <a:pos x="T8" y="T9"/>
                  </a:cxn>
                  <a:cxn ang="0">
                    <a:pos x="T10" y="T11"/>
                  </a:cxn>
                </a:cxnLst>
                <a:rect l="0" t="0" r="r" b="b"/>
                <a:pathLst>
                  <a:path w="1354" h="114">
                    <a:moveTo>
                      <a:pt x="0" y="104"/>
                    </a:moveTo>
                    <a:cubicBezTo>
                      <a:pt x="0" y="0"/>
                      <a:pt x="105" y="0"/>
                      <a:pt x="105" y="0"/>
                    </a:cubicBezTo>
                    <a:cubicBezTo>
                      <a:pt x="1354" y="0"/>
                      <a:pt x="1354" y="0"/>
                      <a:pt x="1354" y="0"/>
                    </a:cubicBezTo>
                    <a:cubicBezTo>
                      <a:pt x="1354" y="0"/>
                      <a:pt x="1304" y="40"/>
                      <a:pt x="1303" y="114"/>
                    </a:cubicBezTo>
                    <a:cubicBezTo>
                      <a:pt x="1" y="114"/>
                      <a:pt x="1" y="114"/>
                      <a:pt x="1" y="114"/>
                    </a:cubicBezTo>
                    <a:cubicBezTo>
                      <a:pt x="0" y="110"/>
                      <a:pt x="0" y="107"/>
                      <a:pt x="0" y="104"/>
                    </a:cubicBezTo>
                    <a:close/>
                  </a:path>
                </a:pathLst>
              </a:custGeom>
              <a:solidFill>
                <a:srgbClr val="44546A">
                  <a:lumMod val="20000"/>
                  <a:lumOff val="8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3" name="Freeform 6">
                <a:extLst>
                  <a:ext uri="{FF2B5EF4-FFF2-40B4-BE49-F238E27FC236}">
                    <a16:creationId xmlns:a16="http://schemas.microsoft.com/office/drawing/2014/main" id="{603B021B-C9C1-4C4F-ADA3-F1C916880BAD}"/>
                  </a:ext>
                </a:extLst>
              </p:cNvPr>
              <p:cNvSpPr>
                <a:spLocks/>
              </p:cNvSpPr>
              <p:nvPr/>
            </p:nvSpPr>
            <p:spPr bwMode="auto">
              <a:xfrm>
                <a:off x="3637671" y="6569539"/>
                <a:ext cx="3168935" cy="229528"/>
              </a:xfrm>
              <a:custGeom>
                <a:avLst/>
                <a:gdLst>
                  <a:gd name="T0" fmla="*/ 1302 w 1353"/>
                  <a:gd name="T1" fmla="*/ 0 h 98"/>
                  <a:gd name="T2" fmla="*/ 1302 w 1353"/>
                  <a:gd name="T3" fmla="*/ 2 h 98"/>
                  <a:gd name="T4" fmla="*/ 1353 w 1353"/>
                  <a:gd name="T5" fmla="*/ 96 h 98"/>
                  <a:gd name="T6" fmla="*/ 66 w 1353"/>
                  <a:gd name="T7" fmla="*/ 98 h 98"/>
                  <a:gd name="T8" fmla="*/ 0 w 1353"/>
                  <a:gd name="T9" fmla="*/ 0 h 98"/>
                  <a:gd name="T10" fmla="*/ 1302 w 1353"/>
                  <a:gd name="T11" fmla="*/ 0 h 98"/>
                </a:gdLst>
                <a:ahLst/>
                <a:cxnLst>
                  <a:cxn ang="0">
                    <a:pos x="T0" y="T1"/>
                  </a:cxn>
                  <a:cxn ang="0">
                    <a:pos x="T2" y="T3"/>
                  </a:cxn>
                  <a:cxn ang="0">
                    <a:pos x="T4" y="T5"/>
                  </a:cxn>
                  <a:cxn ang="0">
                    <a:pos x="T6" y="T7"/>
                  </a:cxn>
                  <a:cxn ang="0">
                    <a:pos x="T8" y="T9"/>
                  </a:cxn>
                  <a:cxn ang="0">
                    <a:pos x="T10" y="T11"/>
                  </a:cxn>
                </a:cxnLst>
                <a:rect l="0" t="0" r="r" b="b"/>
                <a:pathLst>
                  <a:path w="1353" h="98">
                    <a:moveTo>
                      <a:pt x="1302" y="0"/>
                    </a:moveTo>
                    <a:cubicBezTo>
                      <a:pt x="1302" y="0"/>
                      <a:pt x="1302" y="1"/>
                      <a:pt x="1302" y="2"/>
                    </a:cubicBezTo>
                    <a:cubicBezTo>
                      <a:pt x="1302" y="77"/>
                      <a:pt x="1353" y="96"/>
                      <a:pt x="1353" y="96"/>
                    </a:cubicBezTo>
                    <a:cubicBezTo>
                      <a:pt x="66" y="98"/>
                      <a:pt x="66" y="98"/>
                      <a:pt x="66" y="98"/>
                    </a:cubicBezTo>
                    <a:cubicBezTo>
                      <a:pt x="66" y="98"/>
                      <a:pt x="4" y="94"/>
                      <a:pt x="0" y="0"/>
                    </a:cubicBezTo>
                    <a:lnTo>
                      <a:pt x="1302" y="0"/>
                    </a:lnTo>
                    <a:close/>
                  </a:path>
                </a:pathLst>
              </a:custGeom>
              <a:solidFill>
                <a:sysClr val="windowText" lastClr="000000">
                  <a:lumMod val="20000"/>
                  <a:lumOff val="8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4" name="Freeform 7">
                <a:extLst>
                  <a:ext uri="{FF2B5EF4-FFF2-40B4-BE49-F238E27FC236}">
                    <a16:creationId xmlns:a16="http://schemas.microsoft.com/office/drawing/2014/main" id="{6D63BFA9-1D04-4FA9-A291-A00E1C75A31F}"/>
                  </a:ext>
                </a:extLst>
              </p:cNvPr>
              <p:cNvSpPr>
                <a:spLocks/>
              </p:cNvSpPr>
              <p:nvPr/>
            </p:nvSpPr>
            <p:spPr bwMode="auto">
              <a:xfrm>
                <a:off x="3600450" y="6254196"/>
                <a:ext cx="3246478" cy="603804"/>
              </a:xfrm>
              <a:custGeom>
                <a:avLst/>
                <a:gdLst>
                  <a:gd name="T0" fmla="*/ 1386 w 1386"/>
                  <a:gd name="T1" fmla="*/ 258 h 258"/>
                  <a:gd name="T2" fmla="*/ 129 w 1386"/>
                  <a:gd name="T3" fmla="*/ 258 h 258"/>
                  <a:gd name="T4" fmla="*/ 0 w 1386"/>
                  <a:gd name="T5" fmla="*/ 129 h 258"/>
                  <a:gd name="T6" fmla="*/ 129 w 1386"/>
                  <a:gd name="T7" fmla="*/ 0 h 258"/>
                  <a:gd name="T8" fmla="*/ 1386 w 1386"/>
                  <a:gd name="T9" fmla="*/ 0 h 258"/>
                  <a:gd name="T10" fmla="*/ 1386 w 1386"/>
                  <a:gd name="T11" fmla="*/ 31 h 258"/>
                  <a:gd name="T12" fmla="*/ 129 w 1386"/>
                  <a:gd name="T13" fmla="*/ 31 h 258"/>
                  <a:gd name="T14" fmla="*/ 31 w 1386"/>
                  <a:gd name="T15" fmla="*/ 129 h 258"/>
                  <a:gd name="T16" fmla="*/ 129 w 1386"/>
                  <a:gd name="T17" fmla="*/ 228 h 258"/>
                  <a:gd name="T18" fmla="*/ 1386 w 1386"/>
                  <a:gd name="T19" fmla="*/ 228 h 258"/>
                  <a:gd name="T20" fmla="*/ 1386 w 1386"/>
                  <a:gd name="T21"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86" h="258">
                    <a:moveTo>
                      <a:pt x="1386" y="258"/>
                    </a:moveTo>
                    <a:cubicBezTo>
                      <a:pt x="129" y="258"/>
                      <a:pt x="129" y="258"/>
                      <a:pt x="129" y="258"/>
                    </a:cubicBezTo>
                    <a:cubicBezTo>
                      <a:pt x="58" y="258"/>
                      <a:pt x="0" y="200"/>
                      <a:pt x="0" y="129"/>
                    </a:cubicBezTo>
                    <a:cubicBezTo>
                      <a:pt x="0" y="58"/>
                      <a:pt x="58" y="0"/>
                      <a:pt x="129" y="0"/>
                    </a:cubicBezTo>
                    <a:cubicBezTo>
                      <a:pt x="1386" y="0"/>
                      <a:pt x="1386" y="0"/>
                      <a:pt x="1386" y="0"/>
                    </a:cubicBezTo>
                    <a:cubicBezTo>
                      <a:pt x="1386" y="31"/>
                      <a:pt x="1386" y="31"/>
                      <a:pt x="1386" y="31"/>
                    </a:cubicBezTo>
                    <a:cubicBezTo>
                      <a:pt x="129" y="31"/>
                      <a:pt x="129" y="31"/>
                      <a:pt x="129" y="31"/>
                    </a:cubicBezTo>
                    <a:cubicBezTo>
                      <a:pt x="75" y="31"/>
                      <a:pt x="31" y="75"/>
                      <a:pt x="31" y="129"/>
                    </a:cubicBezTo>
                    <a:cubicBezTo>
                      <a:pt x="31" y="184"/>
                      <a:pt x="75" y="228"/>
                      <a:pt x="129" y="228"/>
                    </a:cubicBezTo>
                    <a:cubicBezTo>
                      <a:pt x="1386" y="228"/>
                      <a:pt x="1386" y="228"/>
                      <a:pt x="1386" y="228"/>
                    </a:cubicBezTo>
                    <a:lnTo>
                      <a:pt x="1386" y="258"/>
                    </a:ln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5" name="Freeform 8">
                <a:extLst>
                  <a:ext uri="{FF2B5EF4-FFF2-40B4-BE49-F238E27FC236}">
                    <a16:creationId xmlns:a16="http://schemas.microsoft.com/office/drawing/2014/main" id="{B6A477CC-8E37-4AA3-B09F-66A3A4B32D24}"/>
                  </a:ext>
                </a:extLst>
              </p:cNvPr>
              <p:cNvSpPr>
                <a:spLocks/>
              </p:cNvSpPr>
              <p:nvPr/>
            </p:nvSpPr>
            <p:spPr bwMode="auto">
              <a:xfrm>
                <a:off x="3984031" y="5968837"/>
                <a:ext cx="1117657" cy="235732"/>
              </a:xfrm>
              <a:custGeom>
                <a:avLst/>
                <a:gdLst>
                  <a:gd name="T0" fmla="*/ 477 w 477"/>
                  <a:gd name="T1" fmla="*/ 9 h 101"/>
                  <a:gd name="T2" fmla="*/ 385 w 477"/>
                  <a:gd name="T3" fmla="*/ 101 h 101"/>
                  <a:gd name="T4" fmla="*/ 0 w 477"/>
                  <a:gd name="T5" fmla="*/ 101 h 101"/>
                  <a:gd name="T6" fmla="*/ 45 w 477"/>
                  <a:gd name="T7" fmla="*/ 0 h 101"/>
                  <a:gd name="T8" fmla="*/ 477 w 477"/>
                  <a:gd name="T9" fmla="*/ 0 h 101"/>
                  <a:gd name="T10" fmla="*/ 477 w 477"/>
                  <a:gd name="T11" fmla="*/ 9 h 101"/>
                </a:gdLst>
                <a:ahLst/>
                <a:cxnLst>
                  <a:cxn ang="0">
                    <a:pos x="T0" y="T1"/>
                  </a:cxn>
                  <a:cxn ang="0">
                    <a:pos x="T2" y="T3"/>
                  </a:cxn>
                  <a:cxn ang="0">
                    <a:pos x="T4" y="T5"/>
                  </a:cxn>
                  <a:cxn ang="0">
                    <a:pos x="T6" y="T7"/>
                  </a:cxn>
                  <a:cxn ang="0">
                    <a:pos x="T8" y="T9"/>
                  </a:cxn>
                  <a:cxn ang="0">
                    <a:pos x="T10" y="T11"/>
                  </a:cxn>
                </a:cxnLst>
                <a:rect l="0" t="0" r="r" b="b"/>
                <a:pathLst>
                  <a:path w="477" h="101">
                    <a:moveTo>
                      <a:pt x="477" y="9"/>
                    </a:moveTo>
                    <a:cubicBezTo>
                      <a:pt x="477" y="101"/>
                      <a:pt x="385" y="101"/>
                      <a:pt x="385" y="101"/>
                    </a:cubicBezTo>
                    <a:cubicBezTo>
                      <a:pt x="0" y="101"/>
                      <a:pt x="0" y="101"/>
                      <a:pt x="0" y="101"/>
                    </a:cubicBezTo>
                    <a:cubicBezTo>
                      <a:pt x="0" y="101"/>
                      <a:pt x="44" y="65"/>
                      <a:pt x="45" y="0"/>
                    </a:cubicBezTo>
                    <a:cubicBezTo>
                      <a:pt x="477" y="0"/>
                      <a:pt x="477" y="0"/>
                      <a:pt x="477" y="0"/>
                    </a:cubicBezTo>
                    <a:cubicBezTo>
                      <a:pt x="477" y="3"/>
                      <a:pt x="477" y="6"/>
                      <a:pt x="477" y="9"/>
                    </a:cubicBezTo>
                    <a:close/>
                  </a:path>
                </a:pathLst>
              </a:custGeom>
              <a:solidFill>
                <a:sysClr val="windowText" lastClr="000000">
                  <a:lumMod val="20000"/>
                  <a:lumOff val="8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6" name="Freeform 9">
                <a:extLst>
                  <a:ext uri="{FF2B5EF4-FFF2-40B4-BE49-F238E27FC236}">
                    <a16:creationId xmlns:a16="http://schemas.microsoft.com/office/drawing/2014/main" id="{41F099D9-D38C-4EBC-8A4D-95945D1D21DD}"/>
                  </a:ext>
                </a:extLst>
              </p:cNvPr>
              <p:cNvSpPr>
                <a:spLocks/>
              </p:cNvSpPr>
              <p:nvPr/>
            </p:nvSpPr>
            <p:spPr bwMode="auto">
              <a:xfrm>
                <a:off x="3984031" y="5765157"/>
                <a:ext cx="1117657" cy="203680"/>
              </a:xfrm>
              <a:custGeom>
                <a:avLst/>
                <a:gdLst>
                  <a:gd name="T0" fmla="*/ 45 w 477"/>
                  <a:gd name="T1" fmla="*/ 87 h 87"/>
                  <a:gd name="T2" fmla="*/ 45 w 477"/>
                  <a:gd name="T3" fmla="*/ 85 h 87"/>
                  <a:gd name="T4" fmla="*/ 0 w 477"/>
                  <a:gd name="T5" fmla="*/ 1 h 87"/>
                  <a:gd name="T6" fmla="*/ 418 w 477"/>
                  <a:gd name="T7" fmla="*/ 0 h 87"/>
                  <a:gd name="T8" fmla="*/ 477 w 477"/>
                  <a:gd name="T9" fmla="*/ 87 h 87"/>
                  <a:gd name="T10" fmla="*/ 45 w 477"/>
                  <a:gd name="T11" fmla="*/ 87 h 87"/>
                </a:gdLst>
                <a:ahLst/>
                <a:cxnLst>
                  <a:cxn ang="0">
                    <a:pos x="T0" y="T1"/>
                  </a:cxn>
                  <a:cxn ang="0">
                    <a:pos x="T2" y="T3"/>
                  </a:cxn>
                  <a:cxn ang="0">
                    <a:pos x="T4" y="T5"/>
                  </a:cxn>
                  <a:cxn ang="0">
                    <a:pos x="T6" y="T7"/>
                  </a:cxn>
                  <a:cxn ang="0">
                    <a:pos x="T8" y="T9"/>
                  </a:cxn>
                  <a:cxn ang="0">
                    <a:pos x="T10" y="T11"/>
                  </a:cxn>
                </a:cxnLst>
                <a:rect l="0" t="0" r="r" b="b"/>
                <a:pathLst>
                  <a:path w="477" h="87">
                    <a:moveTo>
                      <a:pt x="45" y="87"/>
                    </a:moveTo>
                    <a:cubicBezTo>
                      <a:pt x="45" y="86"/>
                      <a:pt x="45" y="85"/>
                      <a:pt x="45" y="85"/>
                    </a:cubicBezTo>
                    <a:cubicBezTo>
                      <a:pt x="45" y="18"/>
                      <a:pt x="0" y="1"/>
                      <a:pt x="0" y="1"/>
                    </a:cubicBezTo>
                    <a:cubicBezTo>
                      <a:pt x="418" y="0"/>
                      <a:pt x="418" y="0"/>
                      <a:pt x="418" y="0"/>
                    </a:cubicBezTo>
                    <a:cubicBezTo>
                      <a:pt x="418" y="0"/>
                      <a:pt x="473" y="3"/>
                      <a:pt x="477" y="87"/>
                    </a:cubicBezTo>
                    <a:lnTo>
                      <a:pt x="45" y="87"/>
                    </a:lnTo>
                    <a:close/>
                  </a:path>
                </a:pathLst>
              </a:custGeom>
              <a:solidFill>
                <a:srgbClr val="44546A">
                  <a:lumMod val="20000"/>
                  <a:lumOff val="8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7" name="Freeform 10">
                <a:extLst>
                  <a:ext uri="{FF2B5EF4-FFF2-40B4-BE49-F238E27FC236}">
                    <a16:creationId xmlns:a16="http://schemas.microsoft.com/office/drawing/2014/main" id="{051D39EC-B904-45A0-A433-073B2DDC76D5}"/>
                  </a:ext>
                </a:extLst>
              </p:cNvPr>
              <p:cNvSpPr>
                <a:spLocks/>
              </p:cNvSpPr>
              <p:nvPr/>
            </p:nvSpPr>
            <p:spPr bwMode="auto">
              <a:xfrm>
                <a:off x="4886634" y="5722767"/>
                <a:ext cx="1610832" cy="529362"/>
              </a:xfrm>
              <a:custGeom>
                <a:avLst/>
                <a:gdLst>
                  <a:gd name="T0" fmla="*/ 616 w 688"/>
                  <a:gd name="T1" fmla="*/ 226 h 226"/>
                  <a:gd name="T2" fmla="*/ 688 w 688"/>
                  <a:gd name="T3" fmla="*/ 114 h 226"/>
                  <a:gd name="T4" fmla="*/ 606 w 688"/>
                  <a:gd name="T5" fmla="*/ 0 h 226"/>
                  <a:gd name="T6" fmla="*/ 0 w 688"/>
                  <a:gd name="T7" fmla="*/ 0 h 226"/>
                  <a:gd name="T8" fmla="*/ 82 w 688"/>
                  <a:gd name="T9" fmla="*/ 114 h 226"/>
                  <a:gd name="T10" fmla="*/ 6 w 688"/>
                  <a:gd name="T11" fmla="*/ 226 h 226"/>
                  <a:gd name="T12" fmla="*/ 616 w 688"/>
                  <a:gd name="T13" fmla="*/ 226 h 226"/>
                </a:gdLst>
                <a:ahLst/>
                <a:cxnLst>
                  <a:cxn ang="0">
                    <a:pos x="T0" y="T1"/>
                  </a:cxn>
                  <a:cxn ang="0">
                    <a:pos x="T2" y="T3"/>
                  </a:cxn>
                  <a:cxn ang="0">
                    <a:pos x="T4" y="T5"/>
                  </a:cxn>
                  <a:cxn ang="0">
                    <a:pos x="T6" y="T7"/>
                  </a:cxn>
                  <a:cxn ang="0">
                    <a:pos x="T8" y="T9"/>
                  </a:cxn>
                  <a:cxn ang="0">
                    <a:pos x="T10" y="T11"/>
                  </a:cxn>
                  <a:cxn ang="0">
                    <a:pos x="T12" y="T13"/>
                  </a:cxn>
                </a:cxnLst>
                <a:rect l="0" t="0" r="r" b="b"/>
                <a:pathLst>
                  <a:path w="688" h="226">
                    <a:moveTo>
                      <a:pt x="616" y="226"/>
                    </a:moveTo>
                    <a:cubicBezTo>
                      <a:pt x="616" y="226"/>
                      <a:pt x="688" y="200"/>
                      <a:pt x="688" y="114"/>
                    </a:cubicBezTo>
                    <a:cubicBezTo>
                      <a:pt x="688" y="27"/>
                      <a:pt x="606" y="0"/>
                      <a:pt x="606" y="0"/>
                    </a:cubicBezTo>
                    <a:cubicBezTo>
                      <a:pt x="0" y="0"/>
                      <a:pt x="0" y="0"/>
                      <a:pt x="0" y="0"/>
                    </a:cubicBezTo>
                    <a:cubicBezTo>
                      <a:pt x="0" y="0"/>
                      <a:pt x="82" y="27"/>
                      <a:pt x="82" y="114"/>
                    </a:cubicBezTo>
                    <a:cubicBezTo>
                      <a:pt x="82" y="200"/>
                      <a:pt x="6" y="226"/>
                      <a:pt x="6" y="226"/>
                    </a:cubicBezTo>
                    <a:lnTo>
                      <a:pt x="616" y="226"/>
                    </a:ln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8" name="Freeform 11">
                <a:extLst>
                  <a:ext uri="{FF2B5EF4-FFF2-40B4-BE49-F238E27FC236}">
                    <a16:creationId xmlns:a16="http://schemas.microsoft.com/office/drawing/2014/main" id="{1B0D5D41-B97A-4D1B-B9CB-3704CF29CA70}"/>
                  </a:ext>
                </a:extLst>
              </p:cNvPr>
              <p:cNvSpPr>
                <a:spLocks/>
              </p:cNvSpPr>
              <p:nvPr/>
            </p:nvSpPr>
            <p:spPr bwMode="auto">
              <a:xfrm>
                <a:off x="3948878" y="5720699"/>
                <a:ext cx="1182793" cy="535565"/>
              </a:xfrm>
              <a:custGeom>
                <a:avLst/>
                <a:gdLst>
                  <a:gd name="T0" fmla="*/ 391 w 505"/>
                  <a:gd name="T1" fmla="*/ 229 h 229"/>
                  <a:gd name="T2" fmla="*/ 0 w 505"/>
                  <a:gd name="T3" fmla="*/ 229 h 229"/>
                  <a:gd name="T4" fmla="*/ 0 w 505"/>
                  <a:gd name="T5" fmla="*/ 202 h 229"/>
                  <a:gd name="T6" fmla="*/ 391 w 505"/>
                  <a:gd name="T7" fmla="*/ 202 h 229"/>
                  <a:gd name="T8" fmla="*/ 478 w 505"/>
                  <a:gd name="T9" fmla="*/ 115 h 229"/>
                  <a:gd name="T10" fmla="*/ 391 w 505"/>
                  <a:gd name="T11" fmla="*/ 27 h 229"/>
                  <a:gd name="T12" fmla="*/ 0 w 505"/>
                  <a:gd name="T13" fmla="*/ 27 h 229"/>
                  <a:gd name="T14" fmla="*/ 0 w 505"/>
                  <a:gd name="T15" fmla="*/ 0 h 229"/>
                  <a:gd name="T16" fmla="*/ 391 w 505"/>
                  <a:gd name="T17" fmla="*/ 0 h 229"/>
                  <a:gd name="T18" fmla="*/ 505 w 505"/>
                  <a:gd name="T19" fmla="*/ 115 h 229"/>
                  <a:gd name="T20" fmla="*/ 391 w 505"/>
                  <a:gd name="T21"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5" h="229">
                    <a:moveTo>
                      <a:pt x="391" y="229"/>
                    </a:moveTo>
                    <a:cubicBezTo>
                      <a:pt x="0" y="229"/>
                      <a:pt x="0" y="229"/>
                      <a:pt x="0" y="229"/>
                    </a:cubicBezTo>
                    <a:cubicBezTo>
                      <a:pt x="0" y="202"/>
                      <a:pt x="0" y="202"/>
                      <a:pt x="0" y="202"/>
                    </a:cubicBezTo>
                    <a:cubicBezTo>
                      <a:pt x="391" y="202"/>
                      <a:pt x="391" y="202"/>
                      <a:pt x="391" y="202"/>
                    </a:cubicBezTo>
                    <a:cubicBezTo>
                      <a:pt x="439" y="202"/>
                      <a:pt x="478" y="163"/>
                      <a:pt x="478" y="115"/>
                    </a:cubicBezTo>
                    <a:cubicBezTo>
                      <a:pt x="478" y="66"/>
                      <a:pt x="439" y="27"/>
                      <a:pt x="391" y="27"/>
                    </a:cubicBezTo>
                    <a:cubicBezTo>
                      <a:pt x="0" y="27"/>
                      <a:pt x="0" y="27"/>
                      <a:pt x="0" y="27"/>
                    </a:cubicBezTo>
                    <a:cubicBezTo>
                      <a:pt x="0" y="0"/>
                      <a:pt x="0" y="0"/>
                      <a:pt x="0" y="0"/>
                    </a:cubicBezTo>
                    <a:cubicBezTo>
                      <a:pt x="391" y="0"/>
                      <a:pt x="391" y="0"/>
                      <a:pt x="391" y="0"/>
                    </a:cubicBezTo>
                    <a:cubicBezTo>
                      <a:pt x="454" y="0"/>
                      <a:pt x="505" y="52"/>
                      <a:pt x="505" y="115"/>
                    </a:cubicBezTo>
                    <a:cubicBezTo>
                      <a:pt x="505" y="177"/>
                      <a:pt x="454" y="229"/>
                      <a:pt x="391" y="229"/>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19" name="Freeform 13">
                <a:extLst>
                  <a:ext uri="{FF2B5EF4-FFF2-40B4-BE49-F238E27FC236}">
                    <a16:creationId xmlns:a16="http://schemas.microsoft.com/office/drawing/2014/main" id="{12A10BE0-927A-4B2F-8CB0-F09B8EE78970}"/>
                  </a:ext>
                </a:extLst>
              </p:cNvPr>
              <p:cNvSpPr>
                <a:spLocks/>
              </p:cNvSpPr>
              <p:nvPr/>
            </p:nvSpPr>
            <p:spPr bwMode="auto">
              <a:xfrm>
                <a:off x="4108100" y="5212015"/>
                <a:ext cx="2230144" cy="250206"/>
              </a:xfrm>
              <a:custGeom>
                <a:avLst/>
                <a:gdLst>
                  <a:gd name="T0" fmla="*/ 952 w 952"/>
                  <a:gd name="T1" fmla="*/ 97 h 107"/>
                  <a:gd name="T2" fmla="*/ 854 w 952"/>
                  <a:gd name="T3" fmla="*/ 0 h 107"/>
                  <a:gd name="T4" fmla="*/ 0 w 952"/>
                  <a:gd name="T5" fmla="*/ 0 h 107"/>
                  <a:gd name="T6" fmla="*/ 48 w 952"/>
                  <a:gd name="T7" fmla="*/ 107 h 107"/>
                  <a:gd name="T8" fmla="*/ 952 w 952"/>
                  <a:gd name="T9" fmla="*/ 107 h 107"/>
                  <a:gd name="T10" fmla="*/ 952 w 952"/>
                  <a:gd name="T11" fmla="*/ 97 h 107"/>
                </a:gdLst>
                <a:ahLst/>
                <a:cxnLst>
                  <a:cxn ang="0">
                    <a:pos x="T0" y="T1"/>
                  </a:cxn>
                  <a:cxn ang="0">
                    <a:pos x="T2" y="T3"/>
                  </a:cxn>
                  <a:cxn ang="0">
                    <a:pos x="T4" y="T5"/>
                  </a:cxn>
                  <a:cxn ang="0">
                    <a:pos x="T6" y="T7"/>
                  </a:cxn>
                  <a:cxn ang="0">
                    <a:pos x="T8" y="T9"/>
                  </a:cxn>
                  <a:cxn ang="0">
                    <a:pos x="T10" y="T11"/>
                  </a:cxn>
                </a:cxnLst>
                <a:rect l="0" t="0" r="r" b="b"/>
                <a:pathLst>
                  <a:path w="952" h="107">
                    <a:moveTo>
                      <a:pt x="952" y="97"/>
                    </a:moveTo>
                    <a:cubicBezTo>
                      <a:pt x="952" y="0"/>
                      <a:pt x="854" y="0"/>
                      <a:pt x="854" y="0"/>
                    </a:cubicBezTo>
                    <a:cubicBezTo>
                      <a:pt x="0" y="0"/>
                      <a:pt x="0" y="0"/>
                      <a:pt x="0" y="0"/>
                    </a:cubicBezTo>
                    <a:cubicBezTo>
                      <a:pt x="0" y="0"/>
                      <a:pt x="47" y="37"/>
                      <a:pt x="48" y="107"/>
                    </a:cubicBezTo>
                    <a:cubicBezTo>
                      <a:pt x="952" y="107"/>
                      <a:pt x="952" y="107"/>
                      <a:pt x="952" y="107"/>
                    </a:cubicBezTo>
                    <a:cubicBezTo>
                      <a:pt x="952" y="104"/>
                      <a:pt x="952" y="101"/>
                      <a:pt x="952" y="97"/>
                    </a:cubicBezTo>
                    <a:close/>
                  </a:path>
                </a:pathLst>
              </a:custGeom>
              <a:solidFill>
                <a:srgbClr val="44546A">
                  <a:lumMod val="20000"/>
                  <a:lumOff val="8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20" name="Freeform 14">
                <a:extLst>
                  <a:ext uri="{FF2B5EF4-FFF2-40B4-BE49-F238E27FC236}">
                    <a16:creationId xmlns:a16="http://schemas.microsoft.com/office/drawing/2014/main" id="{172CB35B-9E63-4C53-B6EF-2D5A342BFC79}"/>
                  </a:ext>
                </a:extLst>
              </p:cNvPr>
              <p:cNvSpPr>
                <a:spLocks/>
              </p:cNvSpPr>
              <p:nvPr/>
            </p:nvSpPr>
            <p:spPr bwMode="auto">
              <a:xfrm>
                <a:off x="4108100" y="5462221"/>
                <a:ext cx="2230144" cy="216087"/>
              </a:xfrm>
              <a:custGeom>
                <a:avLst/>
                <a:gdLst>
                  <a:gd name="T0" fmla="*/ 48 w 952"/>
                  <a:gd name="T1" fmla="*/ 0 h 92"/>
                  <a:gd name="T2" fmla="*/ 48 w 952"/>
                  <a:gd name="T3" fmla="*/ 2 h 92"/>
                  <a:gd name="T4" fmla="*/ 0 w 952"/>
                  <a:gd name="T5" fmla="*/ 90 h 92"/>
                  <a:gd name="T6" fmla="*/ 890 w 952"/>
                  <a:gd name="T7" fmla="*/ 92 h 92"/>
                  <a:gd name="T8" fmla="*/ 952 w 952"/>
                  <a:gd name="T9" fmla="*/ 0 h 92"/>
                  <a:gd name="T10" fmla="*/ 48 w 952"/>
                  <a:gd name="T11" fmla="*/ 0 h 92"/>
                </a:gdLst>
                <a:ahLst/>
                <a:cxnLst>
                  <a:cxn ang="0">
                    <a:pos x="T0" y="T1"/>
                  </a:cxn>
                  <a:cxn ang="0">
                    <a:pos x="T2" y="T3"/>
                  </a:cxn>
                  <a:cxn ang="0">
                    <a:pos x="T4" y="T5"/>
                  </a:cxn>
                  <a:cxn ang="0">
                    <a:pos x="T6" y="T7"/>
                  </a:cxn>
                  <a:cxn ang="0">
                    <a:pos x="T8" y="T9"/>
                  </a:cxn>
                  <a:cxn ang="0">
                    <a:pos x="T10" y="T11"/>
                  </a:cxn>
                </a:cxnLst>
                <a:rect l="0" t="0" r="r" b="b"/>
                <a:pathLst>
                  <a:path w="952" h="92">
                    <a:moveTo>
                      <a:pt x="48" y="0"/>
                    </a:moveTo>
                    <a:cubicBezTo>
                      <a:pt x="48" y="0"/>
                      <a:pt x="48" y="1"/>
                      <a:pt x="48" y="2"/>
                    </a:cubicBezTo>
                    <a:cubicBezTo>
                      <a:pt x="48" y="73"/>
                      <a:pt x="0" y="90"/>
                      <a:pt x="0" y="90"/>
                    </a:cubicBezTo>
                    <a:cubicBezTo>
                      <a:pt x="890" y="92"/>
                      <a:pt x="890" y="92"/>
                      <a:pt x="890" y="92"/>
                    </a:cubicBezTo>
                    <a:cubicBezTo>
                      <a:pt x="890" y="92"/>
                      <a:pt x="948" y="88"/>
                      <a:pt x="952" y="0"/>
                    </a:cubicBezTo>
                    <a:lnTo>
                      <a:pt x="48" y="0"/>
                    </a:lnTo>
                    <a:close/>
                  </a:path>
                </a:pathLst>
              </a:custGeom>
              <a:solidFill>
                <a:sysClr val="windowText" lastClr="000000">
                  <a:lumMod val="20000"/>
                  <a:lumOff val="8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21" name="Freeform 15">
                <a:extLst>
                  <a:ext uri="{FF2B5EF4-FFF2-40B4-BE49-F238E27FC236}">
                    <a16:creationId xmlns:a16="http://schemas.microsoft.com/office/drawing/2014/main" id="{6410B616-6065-49D9-91C7-F770BEE3A3C8}"/>
                  </a:ext>
                </a:extLst>
              </p:cNvPr>
              <p:cNvSpPr>
                <a:spLocks/>
              </p:cNvSpPr>
              <p:nvPr/>
            </p:nvSpPr>
            <p:spPr bwMode="auto">
              <a:xfrm>
                <a:off x="4072947" y="5156184"/>
                <a:ext cx="2300450" cy="568651"/>
              </a:xfrm>
              <a:custGeom>
                <a:avLst/>
                <a:gdLst>
                  <a:gd name="T0" fmla="*/ 860 w 982"/>
                  <a:gd name="T1" fmla="*/ 243 h 243"/>
                  <a:gd name="T2" fmla="*/ 0 w 982"/>
                  <a:gd name="T3" fmla="*/ 243 h 243"/>
                  <a:gd name="T4" fmla="*/ 0 w 982"/>
                  <a:gd name="T5" fmla="*/ 214 h 243"/>
                  <a:gd name="T6" fmla="*/ 860 w 982"/>
                  <a:gd name="T7" fmla="*/ 214 h 243"/>
                  <a:gd name="T8" fmla="*/ 953 w 982"/>
                  <a:gd name="T9" fmla="*/ 121 h 243"/>
                  <a:gd name="T10" fmla="*/ 860 w 982"/>
                  <a:gd name="T11" fmla="*/ 29 h 243"/>
                  <a:gd name="T12" fmla="*/ 0 w 982"/>
                  <a:gd name="T13" fmla="*/ 29 h 243"/>
                  <a:gd name="T14" fmla="*/ 0 w 982"/>
                  <a:gd name="T15" fmla="*/ 0 h 243"/>
                  <a:gd name="T16" fmla="*/ 860 w 982"/>
                  <a:gd name="T17" fmla="*/ 0 h 243"/>
                  <a:gd name="T18" fmla="*/ 982 w 982"/>
                  <a:gd name="T19" fmla="*/ 121 h 243"/>
                  <a:gd name="T20" fmla="*/ 860 w 982"/>
                  <a:gd name="T21" fmla="*/ 243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2" h="243">
                    <a:moveTo>
                      <a:pt x="860" y="243"/>
                    </a:moveTo>
                    <a:cubicBezTo>
                      <a:pt x="0" y="243"/>
                      <a:pt x="0" y="243"/>
                      <a:pt x="0" y="243"/>
                    </a:cubicBezTo>
                    <a:cubicBezTo>
                      <a:pt x="0" y="214"/>
                      <a:pt x="0" y="214"/>
                      <a:pt x="0" y="214"/>
                    </a:cubicBezTo>
                    <a:cubicBezTo>
                      <a:pt x="860" y="214"/>
                      <a:pt x="860" y="214"/>
                      <a:pt x="860" y="214"/>
                    </a:cubicBezTo>
                    <a:cubicBezTo>
                      <a:pt x="912" y="214"/>
                      <a:pt x="953" y="173"/>
                      <a:pt x="953" y="121"/>
                    </a:cubicBezTo>
                    <a:cubicBezTo>
                      <a:pt x="953" y="70"/>
                      <a:pt x="912" y="29"/>
                      <a:pt x="860" y="29"/>
                    </a:cubicBezTo>
                    <a:cubicBezTo>
                      <a:pt x="0" y="29"/>
                      <a:pt x="0" y="29"/>
                      <a:pt x="0" y="29"/>
                    </a:cubicBezTo>
                    <a:cubicBezTo>
                      <a:pt x="0" y="0"/>
                      <a:pt x="0" y="0"/>
                      <a:pt x="0" y="0"/>
                    </a:cubicBezTo>
                    <a:cubicBezTo>
                      <a:pt x="860" y="0"/>
                      <a:pt x="860" y="0"/>
                      <a:pt x="860" y="0"/>
                    </a:cubicBezTo>
                    <a:cubicBezTo>
                      <a:pt x="927" y="0"/>
                      <a:pt x="982" y="54"/>
                      <a:pt x="982" y="121"/>
                    </a:cubicBezTo>
                    <a:cubicBezTo>
                      <a:pt x="982" y="188"/>
                      <a:pt x="927" y="243"/>
                      <a:pt x="860" y="243"/>
                    </a:cubicBezTo>
                    <a:close/>
                  </a:path>
                </a:pathLst>
              </a:custGeom>
              <a:solidFill>
                <a:srgbClr val="005DA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22" name="Freeform 16">
                <a:extLst>
                  <a:ext uri="{FF2B5EF4-FFF2-40B4-BE49-F238E27FC236}">
                    <a16:creationId xmlns:a16="http://schemas.microsoft.com/office/drawing/2014/main" id="{18310618-7EC1-492A-AC2A-277BF892D312}"/>
                  </a:ext>
                </a:extLst>
              </p:cNvPr>
              <p:cNvSpPr>
                <a:spLocks/>
              </p:cNvSpPr>
              <p:nvPr/>
            </p:nvSpPr>
            <p:spPr bwMode="auto">
              <a:xfrm>
                <a:off x="5064467" y="5462221"/>
                <a:ext cx="220223" cy="421835"/>
              </a:xfrm>
              <a:custGeom>
                <a:avLst/>
                <a:gdLst>
                  <a:gd name="T0" fmla="*/ 0 w 213"/>
                  <a:gd name="T1" fmla="*/ 0 h 408"/>
                  <a:gd name="T2" fmla="*/ 0 w 213"/>
                  <a:gd name="T3" fmla="*/ 408 h 408"/>
                  <a:gd name="T4" fmla="*/ 213 w 213"/>
                  <a:gd name="T5" fmla="*/ 297 h 408"/>
                  <a:gd name="T6" fmla="*/ 213 w 213"/>
                  <a:gd name="T7" fmla="*/ 0 h 408"/>
                  <a:gd name="T8" fmla="*/ 0 w 213"/>
                  <a:gd name="T9" fmla="*/ 0 h 408"/>
                </a:gdLst>
                <a:ahLst/>
                <a:cxnLst>
                  <a:cxn ang="0">
                    <a:pos x="T0" y="T1"/>
                  </a:cxn>
                  <a:cxn ang="0">
                    <a:pos x="T2" y="T3"/>
                  </a:cxn>
                  <a:cxn ang="0">
                    <a:pos x="T4" y="T5"/>
                  </a:cxn>
                  <a:cxn ang="0">
                    <a:pos x="T6" y="T7"/>
                  </a:cxn>
                  <a:cxn ang="0">
                    <a:pos x="T8" y="T9"/>
                  </a:cxn>
                </a:cxnLst>
                <a:rect l="0" t="0" r="r" b="b"/>
                <a:pathLst>
                  <a:path w="213" h="408">
                    <a:moveTo>
                      <a:pt x="0" y="0"/>
                    </a:moveTo>
                    <a:lnTo>
                      <a:pt x="0" y="408"/>
                    </a:lnTo>
                    <a:lnTo>
                      <a:pt x="213" y="297"/>
                    </a:lnTo>
                    <a:lnTo>
                      <a:pt x="213" y="0"/>
                    </a:lnTo>
                    <a:lnTo>
                      <a:pt x="0" y="0"/>
                    </a:lnTo>
                    <a:close/>
                  </a:path>
                </a:pathLst>
              </a:custGeom>
              <a:solidFill>
                <a:sysClr val="window" lastClr="FFFFFF">
                  <a:lumMod val="65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sp>
            <p:nvSpPr>
              <p:cNvPr id="123" name="Freeform 17">
                <a:extLst>
                  <a:ext uri="{FF2B5EF4-FFF2-40B4-BE49-F238E27FC236}">
                    <a16:creationId xmlns:a16="http://schemas.microsoft.com/office/drawing/2014/main" id="{33A3D6F6-F6AB-473C-B214-1E537E74E5E6}"/>
                  </a:ext>
                </a:extLst>
              </p:cNvPr>
              <p:cNvSpPr>
                <a:spLocks/>
              </p:cNvSpPr>
              <p:nvPr/>
            </p:nvSpPr>
            <p:spPr bwMode="auto">
              <a:xfrm>
                <a:off x="5284690" y="5462221"/>
                <a:ext cx="217121" cy="421835"/>
              </a:xfrm>
              <a:custGeom>
                <a:avLst/>
                <a:gdLst>
                  <a:gd name="T0" fmla="*/ 210 w 210"/>
                  <a:gd name="T1" fmla="*/ 0 h 408"/>
                  <a:gd name="T2" fmla="*/ 210 w 210"/>
                  <a:gd name="T3" fmla="*/ 408 h 408"/>
                  <a:gd name="T4" fmla="*/ 0 w 210"/>
                  <a:gd name="T5" fmla="*/ 297 h 408"/>
                  <a:gd name="T6" fmla="*/ 0 w 210"/>
                  <a:gd name="T7" fmla="*/ 0 h 408"/>
                  <a:gd name="T8" fmla="*/ 210 w 210"/>
                  <a:gd name="T9" fmla="*/ 0 h 408"/>
                </a:gdLst>
                <a:ahLst/>
                <a:cxnLst>
                  <a:cxn ang="0">
                    <a:pos x="T0" y="T1"/>
                  </a:cxn>
                  <a:cxn ang="0">
                    <a:pos x="T2" y="T3"/>
                  </a:cxn>
                  <a:cxn ang="0">
                    <a:pos x="T4" y="T5"/>
                  </a:cxn>
                  <a:cxn ang="0">
                    <a:pos x="T6" y="T7"/>
                  </a:cxn>
                  <a:cxn ang="0">
                    <a:pos x="T8" y="T9"/>
                  </a:cxn>
                </a:cxnLst>
                <a:rect l="0" t="0" r="r" b="b"/>
                <a:pathLst>
                  <a:path w="210" h="408">
                    <a:moveTo>
                      <a:pt x="210" y="0"/>
                    </a:moveTo>
                    <a:lnTo>
                      <a:pt x="210" y="408"/>
                    </a:lnTo>
                    <a:lnTo>
                      <a:pt x="0" y="297"/>
                    </a:lnTo>
                    <a:lnTo>
                      <a:pt x="0" y="0"/>
                    </a:lnTo>
                    <a:lnTo>
                      <a:pt x="210" y="0"/>
                    </a:lnTo>
                    <a:close/>
                  </a:path>
                </a:pathLst>
              </a:custGeom>
              <a:solidFill>
                <a:sysClr val="windowText" lastClr="000000">
                  <a:lumMod val="50000"/>
                  <a:lumOff val="50000"/>
                </a:sys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grpSp>
        <p:sp>
          <p:nvSpPr>
            <p:cNvPr id="111" name="Freeform 12" descr="e7d195523061f1c0bbd9d495056f6756baae99e8e5eccdb0B69E8BECE2F25FA34DA9A3791886F1952D5C6B90E974387B5DDCCBCEBC70127B5F7576CBB260879D9064EC41CFD6AF7F7958B54E7616B7D1ACFF694983D84E030DBF4EA9E8F5BD48315D28D7DDA49F0D695F1326D9015521AC2D1D129E1D62947BEF67A1F0EB219A2D60C167ED65A3C13921A8077BF52B505ADE22E5CA6F1437">
              <a:extLst>
                <a:ext uri="{FF2B5EF4-FFF2-40B4-BE49-F238E27FC236}">
                  <a16:creationId xmlns:a16="http://schemas.microsoft.com/office/drawing/2014/main" id="{F3B24227-ED09-4C80-9A96-2819DBBBFB65}"/>
                </a:ext>
              </a:extLst>
            </p:cNvPr>
            <p:cNvSpPr>
              <a:spLocks/>
            </p:cNvSpPr>
            <p:nvPr/>
          </p:nvSpPr>
          <p:spPr bwMode="auto">
            <a:xfrm>
              <a:off x="2364299" y="888954"/>
              <a:ext cx="1643155" cy="2487865"/>
            </a:xfrm>
            <a:custGeom>
              <a:avLst/>
              <a:gdLst>
                <a:gd name="T0" fmla="*/ 966 w 1077"/>
                <a:gd name="T1" fmla="*/ 315 h 1781"/>
                <a:gd name="T2" fmla="*/ 793 w 1077"/>
                <a:gd name="T3" fmla="*/ 486 h 1781"/>
                <a:gd name="T4" fmla="*/ 650 w 1077"/>
                <a:gd name="T5" fmla="*/ 297 h 1781"/>
                <a:gd name="T6" fmla="*/ 625 w 1077"/>
                <a:gd name="T7" fmla="*/ 266 h 1781"/>
                <a:gd name="T8" fmla="*/ 632 w 1077"/>
                <a:gd name="T9" fmla="*/ 236 h 1781"/>
                <a:gd name="T10" fmla="*/ 682 w 1077"/>
                <a:gd name="T11" fmla="*/ 187 h 1781"/>
                <a:gd name="T12" fmla="*/ 698 w 1077"/>
                <a:gd name="T13" fmla="*/ 150 h 1781"/>
                <a:gd name="T14" fmla="*/ 665 w 1077"/>
                <a:gd name="T15" fmla="*/ 82 h 1781"/>
                <a:gd name="T16" fmla="*/ 661 w 1077"/>
                <a:gd name="T17" fmla="*/ 50 h 1781"/>
                <a:gd name="T18" fmla="*/ 627 w 1077"/>
                <a:gd name="T19" fmla="*/ 24 h 1781"/>
                <a:gd name="T20" fmla="*/ 576 w 1077"/>
                <a:gd name="T21" fmla="*/ 3 h 1781"/>
                <a:gd name="T22" fmla="*/ 492 w 1077"/>
                <a:gd name="T23" fmla="*/ 48 h 1781"/>
                <a:gd name="T24" fmla="*/ 471 w 1077"/>
                <a:gd name="T25" fmla="*/ 119 h 1781"/>
                <a:gd name="T26" fmla="*/ 513 w 1077"/>
                <a:gd name="T27" fmla="*/ 199 h 1781"/>
                <a:gd name="T28" fmla="*/ 495 w 1077"/>
                <a:gd name="T29" fmla="*/ 223 h 1781"/>
                <a:gd name="T30" fmla="*/ 386 w 1077"/>
                <a:gd name="T31" fmla="*/ 230 h 1781"/>
                <a:gd name="T32" fmla="*/ 106 w 1077"/>
                <a:gd name="T33" fmla="*/ 313 h 1781"/>
                <a:gd name="T34" fmla="*/ 60 w 1077"/>
                <a:gd name="T35" fmla="*/ 630 h 1781"/>
                <a:gd name="T36" fmla="*/ 138 w 1077"/>
                <a:gd name="T37" fmla="*/ 599 h 1781"/>
                <a:gd name="T38" fmla="*/ 169 w 1077"/>
                <a:gd name="T39" fmla="*/ 527 h 1781"/>
                <a:gd name="T40" fmla="*/ 176 w 1077"/>
                <a:gd name="T41" fmla="*/ 406 h 1781"/>
                <a:gd name="T42" fmla="*/ 220 w 1077"/>
                <a:gd name="T43" fmla="*/ 373 h 1781"/>
                <a:gd name="T44" fmla="*/ 308 w 1077"/>
                <a:gd name="T45" fmla="*/ 360 h 1781"/>
                <a:gd name="T46" fmla="*/ 317 w 1077"/>
                <a:gd name="T47" fmla="*/ 358 h 1781"/>
                <a:gd name="T48" fmla="*/ 256 w 1077"/>
                <a:gd name="T49" fmla="*/ 760 h 1781"/>
                <a:gd name="T50" fmla="*/ 254 w 1077"/>
                <a:gd name="T51" fmla="*/ 794 h 1781"/>
                <a:gd name="T52" fmla="*/ 261 w 1077"/>
                <a:gd name="T53" fmla="*/ 896 h 1781"/>
                <a:gd name="T54" fmla="*/ 123 w 1077"/>
                <a:gd name="T55" fmla="*/ 1406 h 1781"/>
                <a:gd name="T56" fmla="*/ 47 w 1077"/>
                <a:gd name="T57" fmla="*/ 1578 h 1781"/>
                <a:gd name="T58" fmla="*/ 4 w 1077"/>
                <a:gd name="T59" fmla="*/ 1633 h 1781"/>
                <a:gd name="T60" fmla="*/ 56 w 1077"/>
                <a:gd name="T61" fmla="*/ 1688 h 1781"/>
                <a:gd name="T62" fmla="*/ 104 w 1077"/>
                <a:gd name="T63" fmla="*/ 1714 h 1781"/>
                <a:gd name="T64" fmla="*/ 122 w 1077"/>
                <a:gd name="T65" fmla="*/ 1741 h 1781"/>
                <a:gd name="T66" fmla="*/ 174 w 1077"/>
                <a:gd name="T67" fmla="*/ 1703 h 1781"/>
                <a:gd name="T68" fmla="*/ 161 w 1077"/>
                <a:gd name="T69" fmla="*/ 1636 h 1781"/>
                <a:gd name="T70" fmla="*/ 323 w 1077"/>
                <a:gd name="T71" fmla="*/ 1294 h 1781"/>
                <a:gd name="T72" fmla="*/ 385 w 1077"/>
                <a:gd name="T73" fmla="*/ 1152 h 1781"/>
                <a:gd name="T74" fmla="*/ 481 w 1077"/>
                <a:gd name="T75" fmla="*/ 943 h 1781"/>
                <a:gd name="T76" fmla="*/ 699 w 1077"/>
                <a:gd name="T77" fmla="*/ 879 h 1781"/>
                <a:gd name="T78" fmla="*/ 682 w 1077"/>
                <a:gd name="T79" fmla="*/ 976 h 1781"/>
                <a:gd name="T80" fmla="*/ 632 w 1077"/>
                <a:gd name="T81" fmla="*/ 1141 h 1781"/>
                <a:gd name="T82" fmla="*/ 618 w 1077"/>
                <a:gd name="T83" fmla="*/ 1225 h 1781"/>
                <a:gd name="T84" fmla="*/ 670 w 1077"/>
                <a:gd name="T85" fmla="*/ 1269 h 1781"/>
                <a:gd name="T86" fmla="*/ 795 w 1077"/>
                <a:gd name="T87" fmla="*/ 1285 h 1781"/>
                <a:gd name="T88" fmla="*/ 830 w 1077"/>
                <a:gd name="T89" fmla="*/ 1219 h 1781"/>
                <a:gd name="T90" fmla="*/ 746 w 1077"/>
                <a:gd name="T91" fmla="*/ 1165 h 1781"/>
                <a:gd name="T92" fmla="*/ 840 w 1077"/>
                <a:gd name="T93" fmla="*/ 864 h 1781"/>
                <a:gd name="T94" fmla="*/ 831 w 1077"/>
                <a:gd name="T95" fmla="*/ 762 h 1781"/>
                <a:gd name="T96" fmla="*/ 507 w 1077"/>
                <a:gd name="T97" fmla="*/ 757 h 1781"/>
                <a:gd name="T98" fmla="*/ 508 w 1077"/>
                <a:gd name="T99" fmla="*/ 758 h 1781"/>
                <a:gd name="T100" fmla="*/ 560 w 1077"/>
                <a:gd name="T101" fmla="*/ 658 h 1781"/>
                <a:gd name="T102" fmla="*/ 607 w 1077"/>
                <a:gd name="T103" fmla="*/ 511 h 1781"/>
                <a:gd name="T104" fmla="*/ 643 w 1077"/>
                <a:gd name="T105" fmla="*/ 449 h 1781"/>
                <a:gd name="T106" fmla="*/ 784 w 1077"/>
                <a:gd name="T107" fmla="*/ 596 h 1781"/>
                <a:gd name="T108" fmla="*/ 836 w 1077"/>
                <a:gd name="T109" fmla="*/ 566 h 1781"/>
                <a:gd name="T110" fmla="*/ 999 w 1077"/>
                <a:gd name="T111" fmla="*/ 402 h 1781"/>
                <a:gd name="T112" fmla="*/ 1042 w 1077"/>
                <a:gd name="T113" fmla="*/ 374 h 1781"/>
                <a:gd name="T114" fmla="*/ 1033 w 1077"/>
                <a:gd name="T115" fmla="*/ 280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077" h="1781">
                  <a:moveTo>
                    <a:pt x="1033" y="280"/>
                  </a:moveTo>
                  <a:cubicBezTo>
                    <a:pt x="1018" y="287"/>
                    <a:pt x="970" y="303"/>
                    <a:pt x="966" y="315"/>
                  </a:cubicBezTo>
                  <a:cubicBezTo>
                    <a:pt x="962" y="326"/>
                    <a:pt x="967" y="350"/>
                    <a:pt x="951" y="359"/>
                  </a:cubicBezTo>
                  <a:cubicBezTo>
                    <a:pt x="936" y="368"/>
                    <a:pt x="803" y="466"/>
                    <a:pt x="793" y="486"/>
                  </a:cubicBezTo>
                  <a:cubicBezTo>
                    <a:pt x="793" y="486"/>
                    <a:pt x="745" y="390"/>
                    <a:pt x="717" y="375"/>
                  </a:cubicBezTo>
                  <a:cubicBezTo>
                    <a:pt x="717" y="375"/>
                    <a:pt x="708" y="301"/>
                    <a:pt x="650" y="297"/>
                  </a:cubicBezTo>
                  <a:cubicBezTo>
                    <a:pt x="629" y="296"/>
                    <a:pt x="617" y="294"/>
                    <a:pt x="609" y="291"/>
                  </a:cubicBezTo>
                  <a:cubicBezTo>
                    <a:pt x="625" y="266"/>
                    <a:pt x="625" y="266"/>
                    <a:pt x="625" y="266"/>
                  </a:cubicBezTo>
                  <a:cubicBezTo>
                    <a:pt x="609" y="266"/>
                    <a:pt x="609" y="266"/>
                    <a:pt x="609" y="266"/>
                  </a:cubicBezTo>
                  <a:cubicBezTo>
                    <a:pt x="617" y="253"/>
                    <a:pt x="628" y="236"/>
                    <a:pt x="632" y="236"/>
                  </a:cubicBezTo>
                  <a:cubicBezTo>
                    <a:pt x="637" y="235"/>
                    <a:pt x="674" y="230"/>
                    <a:pt x="679" y="228"/>
                  </a:cubicBezTo>
                  <a:cubicBezTo>
                    <a:pt x="683" y="225"/>
                    <a:pt x="687" y="201"/>
                    <a:pt x="682" y="187"/>
                  </a:cubicBezTo>
                  <a:cubicBezTo>
                    <a:pt x="677" y="173"/>
                    <a:pt x="687" y="159"/>
                    <a:pt x="687" y="159"/>
                  </a:cubicBezTo>
                  <a:cubicBezTo>
                    <a:pt x="698" y="150"/>
                    <a:pt x="698" y="150"/>
                    <a:pt x="698" y="150"/>
                  </a:cubicBezTo>
                  <a:cubicBezTo>
                    <a:pt x="698" y="150"/>
                    <a:pt x="684" y="128"/>
                    <a:pt x="676" y="117"/>
                  </a:cubicBezTo>
                  <a:cubicBezTo>
                    <a:pt x="667" y="106"/>
                    <a:pt x="669" y="92"/>
                    <a:pt x="665" y="82"/>
                  </a:cubicBezTo>
                  <a:cubicBezTo>
                    <a:pt x="661" y="72"/>
                    <a:pt x="672" y="65"/>
                    <a:pt x="672" y="65"/>
                  </a:cubicBezTo>
                  <a:cubicBezTo>
                    <a:pt x="672" y="65"/>
                    <a:pt x="668" y="55"/>
                    <a:pt x="661" y="50"/>
                  </a:cubicBezTo>
                  <a:cubicBezTo>
                    <a:pt x="653" y="46"/>
                    <a:pt x="666" y="44"/>
                    <a:pt x="649" y="36"/>
                  </a:cubicBezTo>
                  <a:cubicBezTo>
                    <a:pt x="632" y="28"/>
                    <a:pt x="641" y="32"/>
                    <a:pt x="627" y="24"/>
                  </a:cubicBezTo>
                  <a:cubicBezTo>
                    <a:pt x="612" y="16"/>
                    <a:pt x="634" y="21"/>
                    <a:pt x="612" y="16"/>
                  </a:cubicBezTo>
                  <a:cubicBezTo>
                    <a:pt x="591" y="11"/>
                    <a:pt x="579" y="3"/>
                    <a:pt x="576" y="3"/>
                  </a:cubicBezTo>
                  <a:cubicBezTo>
                    <a:pt x="573" y="3"/>
                    <a:pt x="582" y="6"/>
                    <a:pt x="573" y="3"/>
                  </a:cubicBezTo>
                  <a:cubicBezTo>
                    <a:pt x="563" y="0"/>
                    <a:pt x="498" y="33"/>
                    <a:pt x="492" y="48"/>
                  </a:cubicBezTo>
                  <a:cubicBezTo>
                    <a:pt x="485" y="64"/>
                    <a:pt x="475" y="83"/>
                    <a:pt x="475" y="83"/>
                  </a:cubicBezTo>
                  <a:cubicBezTo>
                    <a:pt x="475" y="83"/>
                    <a:pt x="469" y="104"/>
                    <a:pt x="471" y="119"/>
                  </a:cubicBezTo>
                  <a:cubicBezTo>
                    <a:pt x="474" y="134"/>
                    <a:pt x="484" y="147"/>
                    <a:pt x="488" y="152"/>
                  </a:cubicBezTo>
                  <a:cubicBezTo>
                    <a:pt x="491" y="156"/>
                    <a:pt x="508" y="184"/>
                    <a:pt x="513" y="199"/>
                  </a:cubicBezTo>
                  <a:cubicBezTo>
                    <a:pt x="517" y="212"/>
                    <a:pt x="521" y="228"/>
                    <a:pt x="506" y="235"/>
                  </a:cubicBezTo>
                  <a:cubicBezTo>
                    <a:pt x="495" y="223"/>
                    <a:pt x="495" y="223"/>
                    <a:pt x="495" y="223"/>
                  </a:cubicBezTo>
                  <a:cubicBezTo>
                    <a:pt x="476" y="237"/>
                    <a:pt x="476" y="237"/>
                    <a:pt x="476" y="237"/>
                  </a:cubicBezTo>
                  <a:cubicBezTo>
                    <a:pt x="454" y="233"/>
                    <a:pt x="427" y="222"/>
                    <a:pt x="386" y="230"/>
                  </a:cubicBezTo>
                  <a:cubicBezTo>
                    <a:pt x="333" y="241"/>
                    <a:pt x="313" y="257"/>
                    <a:pt x="281" y="265"/>
                  </a:cubicBezTo>
                  <a:cubicBezTo>
                    <a:pt x="249" y="272"/>
                    <a:pt x="128" y="293"/>
                    <a:pt x="106" y="313"/>
                  </a:cubicBezTo>
                  <a:cubicBezTo>
                    <a:pt x="84" y="332"/>
                    <a:pt x="76" y="418"/>
                    <a:pt x="82" y="553"/>
                  </a:cubicBezTo>
                  <a:cubicBezTo>
                    <a:pt x="82" y="553"/>
                    <a:pt x="62" y="616"/>
                    <a:pt x="60" y="630"/>
                  </a:cubicBezTo>
                  <a:cubicBezTo>
                    <a:pt x="59" y="644"/>
                    <a:pt x="67" y="703"/>
                    <a:pt x="139" y="690"/>
                  </a:cubicBezTo>
                  <a:cubicBezTo>
                    <a:pt x="203" y="679"/>
                    <a:pt x="151" y="622"/>
                    <a:pt x="138" y="599"/>
                  </a:cubicBezTo>
                  <a:cubicBezTo>
                    <a:pt x="146" y="594"/>
                    <a:pt x="154" y="590"/>
                    <a:pt x="154" y="590"/>
                  </a:cubicBezTo>
                  <a:cubicBezTo>
                    <a:pt x="154" y="590"/>
                    <a:pt x="168" y="554"/>
                    <a:pt x="169" y="527"/>
                  </a:cubicBezTo>
                  <a:cubicBezTo>
                    <a:pt x="169" y="510"/>
                    <a:pt x="174" y="454"/>
                    <a:pt x="176" y="409"/>
                  </a:cubicBezTo>
                  <a:cubicBezTo>
                    <a:pt x="176" y="408"/>
                    <a:pt x="176" y="407"/>
                    <a:pt x="176" y="406"/>
                  </a:cubicBezTo>
                  <a:cubicBezTo>
                    <a:pt x="178" y="394"/>
                    <a:pt x="179" y="384"/>
                    <a:pt x="180" y="378"/>
                  </a:cubicBezTo>
                  <a:cubicBezTo>
                    <a:pt x="190" y="376"/>
                    <a:pt x="204" y="375"/>
                    <a:pt x="220" y="373"/>
                  </a:cubicBezTo>
                  <a:cubicBezTo>
                    <a:pt x="224" y="373"/>
                    <a:pt x="229" y="373"/>
                    <a:pt x="234" y="372"/>
                  </a:cubicBezTo>
                  <a:cubicBezTo>
                    <a:pt x="265" y="370"/>
                    <a:pt x="294" y="364"/>
                    <a:pt x="308" y="360"/>
                  </a:cubicBezTo>
                  <a:cubicBezTo>
                    <a:pt x="308" y="360"/>
                    <a:pt x="308" y="360"/>
                    <a:pt x="308" y="360"/>
                  </a:cubicBezTo>
                  <a:cubicBezTo>
                    <a:pt x="311" y="360"/>
                    <a:pt x="314" y="359"/>
                    <a:pt x="317" y="358"/>
                  </a:cubicBezTo>
                  <a:cubicBezTo>
                    <a:pt x="317" y="360"/>
                    <a:pt x="319" y="371"/>
                    <a:pt x="322" y="385"/>
                  </a:cubicBezTo>
                  <a:cubicBezTo>
                    <a:pt x="310" y="466"/>
                    <a:pt x="270" y="740"/>
                    <a:pt x="256" y="760"/>
                  </a:cubicBezTo>
                  <a:cubicBezTo>
                    <a:pt x="240" y="784"/>
                    <a:pt x="232" y="799"/>
                    <a:pt x="232" y="799"/>
                  </a:cubicBezTo>
                  <a:cubicBezTo>
                    <a:pt x="232" y="799"/>
                    <a:pt x="242" y="797"/>
                    <a:pt x="254" y="794"/>
                  </a:cubicBezTo>
                  <a:cubicBezTo>
                    <a:pt x="250" y="811"/>
                    <a:pt x="249" y="832"/>
                    <a:pt x="252" y="861"/>
                  </a:cubicBezTo>
                  <a:cubicBezTo>
                    <a:pt x="252" y="861"/>
                    <a:pt x="254" y="876"/>
                    <a:pt x="261" y="896"/>
                  </a:cubicBezTo>
                  <a:cubicBezTo>
                    <a:pt x="247" y="979"/>
                    <a:pt x="227" y="1177"/>
                    <a:pt x="200" y="1256"/>
                  </a:cubicBezTo>
                  <a:cubicBezTo>
                    <a:pt x="174" y="1282"/>
                    <a:pt x="141" y="1326"/>
                    <a:pt x="123" y="1406"/>
                  </a:cubicBezTo>
                  <a:cubicBezTo>
                    <a:pt x="123" y="1406"/>
                    <a:pt x="123" y="1406"/>
                    <a:pt x="123" y="1406"/>
                  </a:cubicBezTo>
                  <a:cubicBezTo>
                    <a:pt x="86" y="1483"/>
                    <a:pt x="47" y="1577"/>
                    <a:pt x="47" y="1578"/>
                  </a:cubicBezTo>
                  <a:cubicBezTo>
                    <a:pt x="25" y="1596"/>
                    <a:pt x="10" y="1604"/>
                    <a:pt x="5" y="1627"/>
                  </a:cubicBezTo>
                  <a:cubicBezTo>
                    <a:pt x="4" y="1630"/>
                    <a:pt x="4" y="1631"/>
                    <a:pt x="4" y="1633"/>
                  </a:cubicBezTo>
                  <a:cubicBezTo>
                    <a:pt x="0" y="1665"/>
                    <a:pt x="0" y="1665"/>
                    <a:pt x="0" y="1665"/>
                  </a:cubicBezTo>
                  <a:cubicBezTo>
                    <a:pt x="0" y="1665"/>
                    <a:pt x="44" y="1698"/>
                    <a:pt x="56" y="1688"/>
                  </a:cubicBezTo>
                  <a:cubicBezTo>
                    <a:pt x="64" y="1682"/>
                    <a:pt x="74" y="1683"/>
                    <a:pt x="85" y="1692"/>
                  </a:cubicBezTo>
                  <a:cubicBezTo>
                    <a:pt x="91" y="1698"/>
                    <a:pt x="97" y="1705"/>
                    <a:pt x="104" y="1714"/>
                  </a:cubicBezTo>
                  <a:cubicBezTo>
                    <a:pt x="105" y="1715"/>
                    <a:pt x="105" y="1716"/>
                    <a:pt x="106" y="1717"/>
                  </a:cubicBezTo>
                  <a:cubicBezTo>
                    <a:pt x="111" y="1724"/>
                    <a:pt x="116" y="1731"/>
                    <a:pt x="122" y="1741"/>
                  </a:cubicBezTo>
                  <a:cubicBezTo>
                    <a:pt x="122" y="1741"/>
                    <a:pt x="153" y="1781"/>
                    <a:pt x="193" y="1765"/>
                  </a:cubicBezTo>
                  <a:cubicBezTo>
                    <a:pt x="193" y="1765"/>
                    <a:pt x="208" y="1732"/>
                    <a:pt x="174" y="1703"/>
                  </a:cubicBezTo>
                  <a:cubicBezTo>
                    <a:pt x="147" y="1680"/>
                    <a:pt x="145" y="1650"/>
                    <a:pt x="148" y="1630"/>
                  </a:cubicBezTo>
                  <a:cubicBezTo>
                    <a:pt x="161" y="1636"/>
                    <a:pt x="161" y="1636"/>
                    <a:pt x="161" y="1636"/>
                  </a:cubicBezTo>
                  <a:cubicBezTo>
                    <a:pt x="161" y="1636"/>
                    <a:pt x="161" y="1636"/>
                    <a:pt x="170" y="1587"/>
                  </a:cubicBezTo>
                  <a:cubicBezTo>
                    <a:pt x="179" y="1539"/>
                    <a:pt x="301" y="1314"/>
                    <a:pt x="323" y="1294"/>
                  </a:cubicBezTo>
                  <a:cubicBezTo>
                    <a:pt x="336" y="1282"/>
                    <a:pt x="352" y="1230"/>
                    <a:pt x="365" y="1185"/>
                  </a:cubicBezTo>
                  <a:cubicBezTo>
                    <a:pt x="372" y="1176"/>
                    <a:pt x="379" y="1165"/>
                    <a:pt x="385" y="1152"/>
                  </a:cubicBezTo>
                  <a:cubicBezTo>
                    <a:pt x="404" y="1111"/>
                    <a:pt x="437" y="960"/>
                    <a:pt x="437" y="960"/>
                  </a:cubicBezTo>
                  <a:cubicBezTo>
                    <a:pt x="437" y="960"/>
                    <a:pt x="470" y="949"/>
                    <a:pt x="481" y="943"/>
                  </a:cubicBezTo>
                  <a:cubicBezTo>
                    <a:pt x="492" y="938"/>
                    <a:pt x="508" y="937"/>
                    <a:pt x="573" y="923"/>
                  </a:cubicBezTo>
                  <a:cubicBezTo>
                    <a:pt x="637" y="908"/>
                    <a:pt x="699" y="879"/>
                    <a:pt x="699" y="879"/>
                  </a:cubicBezTo>
                  <a:cubicBezTo>
                    <a:pt x="699" y="879"/>
                    <a:pt x="679" y="928"/>
                    <a:pt x="681" y="965"/>
                  </a:cubicBezTo>
                  <a:cubicBezTo>
                    <a:pt x="681" y="969"/>
                    <a:pt x="682" y="972"/>
                    <a:pt x="682" y="976"/>
                  </a:cubicBezTo>
                  <a:cubicBezTo>
                    <a:pt x="673" y="1023"/>
                    <a:pt x="663" y="1072"/>
                    <a:pt x="657" y="1085"/>
                  </a:cubicBezTo>
                  <a:cubicBezTo>
                    <a:pt x="645" y="1110"/>
                    <a:pt x="632" y="1141"/>
                    <a:pt x="632" y="1141"/>
                  </a:cubicBezTo>
                  <a:cubicBezTo>
                    <a:pt x="632" y="1141"/>
                    <a:pt x="639" y="1142"/>
                    <a:pt x="649" y="1143"/>
                  </a:cubicBezTo>
                  <a:cubicBezTo>
                    <a:pt x="633" y="1177"/>
                    <a:pt x="615" y="1211"/>
                    <a:pt x="618" y="1225"/>
                  </a:cubicBezTo>
                  <a:cubicBezTo>
                    <a:pt x="614" y="1247"/>
                    <a:pt x="614" y="1247"/>
                    <a:pt x="614" y="1247"/>
                  </a:cubicBezTo>
                  <a:cubicBezTo>
                    <a:pt x="670" y="1269"/>
                    <a:pt x="670" y="1269"/>
                    <a:pt x="670" y="1269"/>
                  </a:cubicBezTo>
                  <a:cubicBezTo>
                    <a:pt x="670" y="1269"/>
                    <a:pt x="694" y="1263"/>
                    <a:pt x="728" y="1274"/>
                  </a:cubicBezTo>
                  <a:cubicBezTo>
                    <a:pt x="752" y="1285"/>
                    <a:pt x="777" y="1293"/>
                    <a:pt x="795" y="1285"/>
                  </a:cubicBezTo>
                  <a:cubicBezTo>
                    <a:pt x="825" y="1273"/>
                    <a:pt x="867" y="1244"/>
                    <a:pt x="867" y="1226"/>
                  </a:cubicBezTo>
                  <a:cubicBezTo>
                    <a:pt x="867" y="1208"/>
                    <a:pt x="855" y="1215"/>
                    <a:pt x="830" y="1219"/>
                  </a:cubicBezTo>
                  <a:cubicBezTo>
                    <a:pt x="806" y="1223"/>
                    <a:pt x="766" y="1195"/>
                    <a:pt x="753" y="1179"/>
                  </a:cubicBezTo>
                  <a:cubicBezTo>
                    <a:pt x="750" y="1176"/>
                    <a:pt x="748" y="1171"/>
                    <a:pt x="746" y="1165"/>
                  </a:cubicBezTo>
                  <a:cubicBezTo>
                    <a:pt x="753" y="1179"/>
                    <a:pt x="766" y="1180"/>
                    <a:pt x="766" y="1180"/>
                  </a:cubicBezTo>
                  <a:cubicBezTo>
                    <a:pt x="766" y="1180"/>
                    <a:pt x="817" y="952"/>
                    <a:pt x="840" y="864"/>
                  </a:cubicBezTo>
                  <a:cubicBezTo>
                    <a:pt x="840" y="864"/>
                    <a:pt x="840" y="864"/>
                    <a:pt x="840" y="864"/>
                  </a:cubicBezTo>
                  <a:cubicBezTo>
                    <a:pt x="856" y="847"/>
                    <a:pt x="886" y="780"/>
                    <a:pt x="831" y="762"/>
                  </a:cubicBezTo>
                  <a:cubicBezTo>
                    <a:pt x="777" y="744"/>
                    <a:pt x="577" y="746"/>
                    <a:pt x="521" y="760"/>
                  </a:cubicBezTo>
                  <a:cubicBezTo>
                    <a:pt x="514" y="762"/>
                    <a:pt x="510" y="761"/>
                    <a:pt x="507" y="757"/>
                  </a:cubicBezTo>
                  <a:cubicBezTo>
                    <a:pt x="508" y="757"/>
                    <a:pt x="508" y="757"/>
                    <a:pt x="508" y="757"/>
                  </a:cubicBezTo>
                  <a:cubicBezTo>
                    <a:pt x="508" y="758"/>
                    <a:pt x="508" y="758"/>
                    <a:pt x="508" y="758"/>
                  </a:cubicBezTo>
                  <a:cubicBezTo>
                    <a:pt x="536" y="738"/>
                    <a:pt x="536" y="738"/>
                    <a:pt x="536" y="738"/>
                  </a:cubicBezTo>
                  <a:cubicBezTo>
                    <a:pt x="536" y="738"/>
                    <a:pt x="543" y="691"/>
                    <a:pt x="560" y="658"/>
                  </a:cubicBezTo>
                  <a:cubicBezTo>
                    <a:pt x="576" y="625"/>
                    <a:pt x="599" y="520"/>
                    <a:pt x="607" y="511"/>
                  </a:cubicBezTo>
                  <a:cubicBezTo>
                    <a:pt x="607" y="511"/>
                    <a:pt x="607" y="511"/>
                    <a:pt x="607" y="511"/>
                  </a:cubicBezTo>
                  <a:cubicBezTo>
                    <a:pt x="611" y="506"/>
                    <a:pt x="615" y="500"/>
                    <a:pt x="620" y="491"/>
                  </a:cubicBezTo>
                  <a:cubicBezTo>
                    <a:pt x="634" y="465"/>
                    <a:pt x="643" y="449"/>
                    <a:pt x="643" y="449"/>
                  </a:cubicBezTo>
                  <a:cubicBezTo>
                    <a:pt x="643" y="449"/>
                    <a:pt x="695" y="520"/>
                    <a:pt x="715" y="529"/>
                  </a:cubicBezTo>
                  <a:cubicBezTo>
                    <a:pt x="734" y="537"/>
                    <a:pt x="767" y="599"/>
                    <a:pt x="784" y="596"/>
                  </a:cubicBezTo>
                  <a:cubicBezTo>
                    <a:pt x="795" y="594"/>
                    <a:pt x="812" y="585"/>
                    <a:pt x="836" y="566"/>
                  </a:cubicBezTo>
                  <a:cubicBezTo>
                    <a:pt x="836" y="566"/>
                    <a:pt x="836" y="566"/>
                    <a:pt x="836" y="566"/>
                  </a:cubicBezTo>
                  <a:cubicBezTo>
                    <a:pt x="872" y="554"/>
                    <a:pt x="1000" y="429"/>
                    <a:pt x="1013" y="425"/>
                  </a:cubicBezTo>
                  <a:cubicBezTo>
                    <a:pt x="1019" y="423"/>
                    <a:pt x="1010" y="412"/>
                    <a:pt x="999" y="402"/>
                  </a:cubicBezTo>
                  <a:cubicBezTo>
                    <a:pt x="1000" y="401"/>
                    <a:pt x="1000" y="401"/>
                    <a:pt x="1001" y="401"/>
                  </a:cubicBezTo>
                  <a:cubicBezTo>
                    <a:pt x="1016" y="396"/>
                    <a:pt x="1030" y="394"/>
                    <a:pt x="1042" y="374"/>
                  </a:cubicBezTo>
                  <a:cubicBezTo>
                    <a:pt x="1054" y="355"/>
                    <a:pt x="1077" y="306"/>
                    <a:pt x="1072" y="296"/>
                  </a:cubicBezTo>
                  <a:cubicBezTo>
                    <a:pt x="1067" y="287"/>
                    <a:pt x="1047" y="274"/>
                    <a:pt x="1033" y="280"/>
                  </a:cubicBezTo>
                  <a:close/>
                </a:path>
              </a:pathLst>
            </a:custGeom>
            <a:solidFill>
              <a:srgbClr val="005DA2"/>
            </a:solidFill>
            <a:ln>
              <a:noFill/>
            </a:ln>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51" b="0" i="0" u="none" strike="noStrike" kern="0" cap="none" spc="0" normalizeH="0" baseline="0" noProof="0">
                <a:ln>
                  <a:noFill/>
                </a:ln>
                <a:solidFill>
                  <a:prstClr val="black"/>
                </a:solidFill>
                <a:effectLst/>
                <a:uLnTx/>
                <a:uFillTx/>
                <a:latin typeface="Calibri" panose="020F0502020204030204"/>
              </a:endParaRPr>
            </a:p>
          </p:txBody>
        </p:sp>
      </p:grpSp>
      <p:cxnSp>
        <p:nvCxnSpPr>
          <p:cNvPr id="124" name="Elbow Connector 42"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0F8F0A7B-7F3A-4142-A8D9-91AF29726E51}"/>
              </a:ext>
            </a:extLst>
          </p:cNvPr>
          <p:cNvCxnSpPr>
            <a:cxnSpLocks/>
          </p:cNvCxnSpPr>
          <p:nvPr/>
        </p:nvCxnSpPr>
        <p:spPr>
          <a:xfrm rot="10800000">
            <a:off x="3508880" y="2458693"/>
            <a:ext cx="2067673" cy="357367"/>
          </a:xfrm>
          <a:prstGeom prst="bentConnector3">
            <a:avLst>
              <a:gd name="adj1" fmla="val 171"/>
            </a:avLst>
          </a:prstGeom>
          <a:noFill/>
          <a:ln w="12700" cap="flat" cmpd="sng" algn="ctr">
            <a:solidFill>
              <a:srgbClr val="07233A"/>
            </a:solidFill>
            <a:prstDash val="sysDot"/>
            <a:miter lim="800000"/>
            <a:headEnd type="oval"/>
            <a:tailEnd type="triangle"/>
          </a:ln>
          <a:effectLst/>
        </p:spPr>
      </p:cxnSp>
      <p:cxnSp>
        <p:nvCxnSpPr>
          <p:cNvPr id="125" name="Elbow Connector 45"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0171023A-9F02-4FF1-81D0-885BBB86BFD5}"/>
              </a:ext>
            </a:extLst>
          </p:cNvPr>
          <p:cNvCxnSpPr/>
          <p:nvPr/>
        </p:nvCxnSpPr>
        <p:spPr>
          <a:xfrm rot="5400000">
            <a:off x="4273115" y="3888663"/>
            <a:ext cx="615058" cy="2143533"/>
          </a:xfrm>
          <a:prstGeom prst="bentConnector2">
            <a:avLst/>
          </a:prstGeom>
          <a:noFill/>
          <a:ln w="12700" cap="flat" cmpd="sng" algn="ctr">
            <a:solidFill>
              <a:srgbClr val="07233A"/>
            </a:solidFill>
            <a:prstDash val="sysDot"/>
            <a:miter lim="800000"/>
            <a:headEnd type="oval"/>
            <a:tailEnd type="triangle"/>
          </a:ln>
          <a:effectLst/>
        </p:spPr>
      </p:cxnSp>
      <p:cxnSp>
        <p:nvCxnSpPr>
          <p:cNvPr id="126" name="Elbow Connector 4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E31CAAA7-03F2-4922-AB2D-2D0BBA95A398}"/>
              </a:ext>
            </a:extLst>
          </p:cNvPr>
          <p:cNvCxnSpPr>
            <a:cxnSpLocks/>
          </p:cNvCxnSpPr>
          <p:nvPr/>
        </p:nvCxnSpPr>
        <p:spPr>
          <a:xfrm flipV="1">
            <a:off x="6997707" y="2653048"/>
            <a:ext cx="2094778" cy="640831"/>
          </a:xfrm>
          <a:prstGeom prst="bentConnector3">
            <a:avLst>
              <a:gd name="adj1" fmla="val 200"/>
            </a:avLst>
          </a:prstGeom>
          <a:noFill/>
          <a:ln w="12700" cap="flat" cmpd="sng" algn="ctr">
            <a:solidFill>
              <a:srgbClr val="07233A"/>
            </a:solidFill>
            <a:prstDash val="sysDot"/>
            <a:miter lim="800000"/>
            <a:headEnd type="oval"/>
            <a:tailEnd type="triangle"/>
          </a:ln>
          <a:effectLst/>
        </p:spPr>
      </p:cxnSp>
      <p:cxnSp>
        <p:nvCxnSpPr>
          <p:cNvPr id="127" name="Elbow Connector 52"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FBE0F698-2647-49CC-971A-1CFFD1F63F77}"/>
              </a:ext>
            </a:extLst>
          </p:cNvPr>
          <p:cNvCxnSpPr/>
          <p:nvPr/>
        </p:nvCxnSpPr>
        <p:spPr>
          <a:xfrm rot="16200000" flipH="1">
            <a:off x="7596131" y="3887549"/>
            <a:ext cx="615058" cy="2143533"/>
          </a:xfrm>
          <a:prstGeom prst="bentConnector2">
            <a:avLst/>
          </a:prstGeom>
          <a:noFill/>
          <a:ln w="12700" cap="flat" cmpd="sng" algn="ctr">
            <a:solidFill>
              <a:srgbClr val="07233A"/>
            </a:solidFill>
            <a:prstDash val="sysDot"/>
            <a:miter lim="800000"/>
            <a:headEnd type="oval"/>
            <a:tailEnd type="triangle"/>
          </a:ln>
          <a:effectLst/>
        </p:spPr>
      </p:cxnSp>
      <p:grpSp>
        <p:nvGrpSpPr>
          <p:cNvPr id="128" name="组合 127"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9763D785-D18A-461D-AC93-5E3258E92B40}"/>
              </a:ext>
            </a:extLst>
          </p:cNvPr>
          <p:cNvGrpSpPr/>
          <p:nvPr/>
        </p:nvGrpSpPr>
        <p:grpSpPr>
          <a:xfrm>
            <a:off x="983969" y="1935979"/>
            <a:ext cx="2466407" cy="948714"/>
            <a:chOff x="6022726" y="2578722"/>
            <a:chExt cx="2466407" cy="948714"/>
          </a:xfrm>
        </p:grpSpPr>
        <p:sp>
          <p:nvSpPr>
            <p:cNvPr id="129" name="文本框 128">
              <a:extLst>
                <a:ext uri="{FF2B5EF4-FFF2-40B4-BE49-F238E27FC236}">
                  <a16:creationId xmlns:a16="http://schemas.microsoft.com/office/drawing/2014/main" id="{4E03A2D4-2D52-4D56-A52E-B810B406E27A}"/>
                </a:ext>
              </a:extLst>
            </p:cNvPr>
            <p:cNvSpPr txBox="1"/>
            <p:nvPr/>
          </p:nvSpPr>
          <p:spPr>
            <a:xfrm>
              <a:off x="6022726" y="2949363"/>
              <a:ext cx="2466407"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algn="r">
                <a:lnSpc>
                  <a:spcPct val="120000"/>
                </a:lnSpc>
                <a:spcBef>
                  <a:spcPct val="0"/>
                </a:spcBef>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endParaRPr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30" name="文本框 129">
              <a:extLst>
                <a:ext uri="{FF2B5EF4-FFF2-40B4-BE49-F238E27FC236}">
                  <a16:creationId xmlns:a16="http://schemas.microsoft.com/office/drawing/2014/main" id="{57D6FFCA-945B-41AD-82E2-8A5F0ED4DD18}"/>
                </a:ext>
              </a:extLst>
            </p:cNvPr>
            <p:cNvSpPr txBox="1"/>
            <p:nvPr/>
          </p:nvSpPr>
          <p:spPr>
            <a:xfrm>
              <a:off x="6669403" y="2578722"/>
              <a:ext cx="1819730" cy="420243"/>
            </a:xfrm>
            <a:prstGeom prst="rect">
              <a:avLst/>
            </a:prstGeom>
            <a:noFill/>
          </p:spPr>
          <p:txBody>
            <a:bodyPr wrap="none" rtlCol="0">
              <a:spAutoFit/>
            </a:bodyPr>
            <a:lstStyle/>
            <a:p>
              <a:pPr algn="r"/>
              <a:r>
                <a:rPr lang="zh-CN" altLang="en-US" sz="2131" b="1" dirty="0">
                  <a:solidFill>
                    <a:srgbClr val="202A36"/>
                  </a:solidFill>
                  <a:latin typeface="微软雅黑" panose="020B0503020204020204" pitchFamily="34" charset="-122"/>
                  <a:ea typeface="微软雅黑" panose="020B0503020204020204" pitchFamily="34" charset="-122"/>
                </a:rPr>
                <a:t>标题文本预设</a:t>
              </a:r>
            </a:p>
          </p:txBody>
        </p:sp>
      </p:grpSp>
      <p:grpSp>
        <p:nvGrpSpPr>
          <p:cNvPr id="131" name="组合 130"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78B55E93-3C3A-4876-B397-237E1BD72308}"/>
              </a:ext>
            </a:extLst>
          </p:cNvPr>
          <p:cNvGrpSpPr/>
          <p:nvPr/>
        </p:nvGrpSpPr>
        <p:grpSpPr>
          <a:xfrm>
            <a:off x="985655" y="4739621"/>
            <a:ext cx="2466407" cy="948714"/>
            <a:chOff x="6022726" y="2578722"/>
            <a:chExt cx="2466407" cy="948714"/>
          </a:xfrm>
        </p:grpSpPr>
        <p:sp>
          <p:nvSpPr>
            <p:cNvPr id="132" name="文本框 131">
              <a:extLst>
                <a:ext uri="{FF2B5EF4-FFF2-40B4-BE49-F238E27FC236}">
                  <a16:creationId xmlns:a16="http://schemas.microsoft.com/office/drawing/2014/main" id="{04B27DFD-ED5E-4AEA-A7DC-584156E1D68D}"/>
                </a:ext>
              </a:extLst>
            </p:cNvPr>
            <p:cNvSpPr txBox="1"/>
            <p:nvPr/>
          </p:nvSpPr>
          <p:spPr>
            <a:xfrm>
              <a:off x="6022726" y="2949363"/>
              <a:ext cx="2466407"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algn="r">
                <a:lnSpc>
                  <a:spcPct val="120000"/>
                </a:lnSpc>
                <a:spcBef>
                  <a:spcPct val="0"/>
                </a:spcBef>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endParaRPr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33" name="文本框 132">
              <a:extLst>
                <a:ext uri="{FF2B5EF4-FFF2-40B4-BE49-F238E27FC236}">
                  <a16:creationId xmlns:a16="http://schemas.microsoft.com/office/drawing/2014/main" id="{748CBA3A-6097-4287-89E2-443B9086E7D0}"/>
                </a:ext>
              </a:extLst>
            </p:cNvPr>
            <p:cNvSpPr txBox="1"/>
            <p:nvPr/>
          </p:nvSpPr>
          <p:spPr>
            <a:xfrm>
              <a:off x="6669403" y="2578722"/>
              <a:ext cx="1819730" cy="420243"/>
            </a:xfrm>
            <a:prstGeom prst="rect">
              <a:avLst/>
            </a:prstGeom>
            <a:noFill/>
          </p:spPr>
          <p:txBody>
            <a:bodyPr wrap="none" rtlCol="0">
              <a:spAutoFit/>
            </a:bodyPr>
            <a:lstStyle/>
            <a:p>
              <a:pPr algn="r"/>
              <a:r>
                <a:rPr lang="zh-CN" altLang="en-US" sz="2131" b="1" dirty="0">
                  <a:solidFill>
                    <a:srgbClr val="202A36"/>
                  </a:solidFill>
                  <a:latin typeface="微软雅黑" panose="020B0503020204020204" pitchFamily="34" charset="-122"/>
                  <a:ea typeface="微软雅黑" panose="020B0503020204020204" pitchFamily="34" charset="-122"/>
                </a:rPr>
                <a:t>标题文本预设</a:t>
              </a:r>
            </a:p>
          </p:txBody>
        </p:sp>
      </p:grpSp>
      <p:grpSp>
        <p:nvGrpSpPr>
          <p:cNvPr id="134" name="组合 133"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D46DB109-1897-40B8-830C-12D676A79220}"/>
              </a:ext>
            </a:extLst>
          </p:cNvPr>
          <p:cNvGrpSpPr/>
          <p:nvPr/>
        </p:nvGrpSpPr>
        <p:grpSpPr>
          <a:xfrm>
            <a:off x="9023944" y="1935979"/>
            <a:ext cx="2466407" cy="948714"/>
            <a:chOff x="6022726" y="2578722"/>
            <a:chExt cx="2466407" cy="948714"/>
          </a:xfrm>
        </p:grpSpPr>
        <p:sp>
          <p:nvSpPr>
            <p:cNvPr id="135" name="文本框 134">
              <a:extLst>
                <a:ext uri="{FF2B5EF4-FFF2-40B4-BE49-F238E27FC236}">
                  <a16:creationId xmlns:a16="http://schemas.microsoft.com/office/drawing/2014/main" id="{F66D120C-72D1-4DF4-86CB-C9225C8F218F}"/>
                </a:ext>
              </a:extLst>
            </p:cNvPr>
            <p:cNvSpPr txBox="1"/>
            <p:nvPr/>
          </p:nvSpPr>
          <p:spPr>
            <a:xfrm>
              <a:off x="6022726" y="2949363"/>
              <a:ext cx="2466407"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a:lnSpc>
                  <a:spcPct val="120000"/>
                </a:lnSpc>
                <a:spcBef>
                  <a:spcPct val="0"/>
                </a:spcBef>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endParaRPr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36" name="文本框 135">
              <a:extLst>
                <a:ext uri="{FF2B5EF4-FFF2-40B4-BE49-F238E27FC236}">
                  <a16:creationId xmlns:a16="http://schemas.microsoft.com/office/drawing/2014/main" id="{FC1BB2AD-363A-4E5B-ACF5-55F53F80688B}"/>
                </a:ext>
              </a:extLst>
            </p:cNvPr>
            <p:cNvSpPr txBox="1"/>
            <p:nvPr/>
          </p:nvSpPr>
          <p:spPr>
            <a:xfrm>
              <a:off x="6022726" y="2578722"/>
              <a:ext cx="1819729" cy="420243"/>
            </a:xfrm>
            <a:prstGeom prst="rect">
              <a:avLst/>
            </a:prstGeom>
            <a:noFill/>
          </p:spPr>
          <p:txBody>
            <a:bodyPr wrap="none" rtlCol="0">
              <a:spAutoFit/>
            </a:bodyPr>
            <a:lstStyle/>
            <a:p>
              <a:r>
                <a:rPr lang="zh-CN" altLang="en-US" sz="2131" b="1" dirty="0">
                  <a:solidFill>
                    <a:srgbClr val="202A36"/>
                  </a:solidFill>
                  <a:latin typeface="微软雅黑" panose="020B0503020204020204" pitchFamily="34" charset="-122"/>
                  <a:ea typeface="微软雅黑" panose="020B0503020204020204" pitchFamily="34" charset="-122"/>
                </a:rPr>
                <a:t>标题文本预设</a:t>
              </a:r>
            </a:p>
          </p:txBody>
        </p:sp>
      </p:grpSp>
      <p:grpSp>
        <p:nvGrpSpPr>
          <p:cNvPr id="137" name="组合 136"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8430B903-E698-4CE6-9815-97170B695A7F}"/>
              </a:ext>
            </a:extLst>
          </p:cNvPr>
          <p:cNvGrpSpPr/>
          <p:nvPr/>
        </p:nvGrpSpPr>
        <p:grpSpPr>
          <a:xfrm>
            <a:off x="9007916" y="4739621"/>
            <a:ext cx="2466407" cy="948714"/>
            <a:chOff x="6022726" y="2578722"/>
            <a:chExt cx="2466407" cy="948714"/>
          </a:xfrm>
        </p:grpSpPr>
        <p:sp>
          <p:nvSpPr>
            <p:cNvPr id="138" name="文本框 137">
              <a:extLst>
                <a:ext uri="{FF2B5EF4-FFF2-40B4-BE49-F238E27FC236}">
                  <a16:creationId xmlns:a16="http://schemas.microsoft.com/office/drawing/2014/main" id="{F2DE9D0A-B30B-43F2-9417-6BEF829D38D3}"/>
                </a:ext>
              </a:extLst>
            </p:cNvPr>
            <p:cNvSpPr txBox="1"/>
            <p:nvPr/>
          </p:nvSpPr>
          <p:spPr>
            <a:xfrm>
              <a:off x="6022726" y="2949363"/>
              <a:ext cx="2466407"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a:lnSpc>
                  <a:spcPct val="120000"/>
                </a:lnSpc>
                <a:spcBef>
                  <a:spcPct val="0"/>
                </a:spcBef>
              </a:pPr>
              <a:r>
                <a:rPr lang="zh-CN"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endParaRPr altLang="en-US" sz="1400" dirty="0">
                <a:solidFill>
                  <a:schemeClr val="tx1">
                    <a:lumMod val="50000"/>
                    <a:lumOff val="50000"/>
                  </a:schemeClr>
                </a:solidFill>
                <a:latin typeface="微软雅黑" panose="020B0503020204020204" pitchFamily="34" charset="-122"/>
                <a:ea typeface="微软雅黑" panose="020B0503020204020204" pitchFamily="34" charset="-122"/>
                <a:sym typeface="微软雅黑" pitchFamily="34" charset="-122"/>
              </a:endParaRPr>
            </a:p>
          </p:txBody>
        </p:sp>
        <p:sp>
          <p:nvSpPr>
            <p:cNvPr id="139" name="文本框 138">
              <a:extLst>
                <a:ext uri="{FF2B5EF4-FFF2-40B4-BE49-F238E27FC236}">
                  <a16:creationId xmlns:a16="http://schemas.microsoft.com/office/drawing/2014/main" id="{5D9B9A7E-914D-447E-BA09-B40735FE9344}"/>
                </a:ext>
              </a:extLst>
            </p:cNvPr>
            <p:cNvSpPr txBox="1"/>
            <p:nvPr/>
          </p:nvSpPr>
          <p:spPr>
            <a:xfrm>
              <a:off x="6022726" y="2578722"/>
              <a:ext cx="1819729" cy="420243"/>
            </a:xfrm>
            <a:prstGeom prst="rect">
              <a:avLst/>
            </a:prstGeom>
            <a:noFill/>
          </p:spPr>
          <p:txBody>
            <a:bodyPr wrap="none" rtlCol="0">
              <a:spAutoFit/>
            </a:bodyPr>
            <a:lstStyle/>
            <a:p>
              <a:r>
                <a:rPr lang="zh-CN" altLang="en-US" sz="2131" b="1" dirty="0">
                  <a:solidFill>
                    <a:srgbClr val="202A36"/>
                  </a:solidFill>
                  <a:latin typeface="微软雅黑" panose="020B0503020204020204" pitchFamily="34" charset="-122"/>
                  <a:ea typeface="微软雅黑" panose="020B0503020204020204" pitchFamily="34" charset="-122"/>
                </a:rPr>
                <a:t>标题文本预设</a:t>
              </a:r>
            </a:p>
          </p:txBody>
        </p:sp>
      </p:grpSp>
    </p:spTree>
    <p:extLst>
      <p:ext uri="{BB962C8B-B14F-4D97-AF65-F5344CB8AC3E}">
        <p14:creationId xmlns:p14="http://schemas.microsoft.com/office/powerpoint/2010/main" val="3607758356"/>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randombar(horizontal)">
                                      <p:cBhvr>
                                        <p:cTn id="7" dur="500"/>
                                        <p:tgtEl>
                                          <p:spTgt spid="10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24"/>
                                        </p:tgtEl>
                                        <p:attrNameLst>
                                          <p:attrName>style.visibility</p:attrName>
                                        </p:attrNameLst>
                                      </p:cBhvr>
                                      <p:to>
                                        <p:strVal val="visible"/>
                                      </p:to>
                                    </p:set>
                                    <p:animEffect transition="in" filter="fade">
                                      <p:cBhvr>
                                        <p:cTn id="11" dur="500"/>
                                        <p:tgtEl>
                                          <p:spTgt spid="124"/>
                                        </p:tgtEl>
                                      </p:cBhvr>
                                    </p:animEffect>
                                  </p:childTnLst>
                                </p:cTn>
                              </p:par>
                            </p:childTnLst>
                          </p:cTn>
                        </p:par>
                        <p:par>
                          <p:cTn id="12" fill="hold">
                            <p:stCondLst>
                              <p:cond delay="1000"/>
                            </p:stCondLst>
                            <p:childTnLst>
                              <p:par>
                                <p:cTn id="13" presetID="42" presetClass="entr" presetSubtype="0" fill="hold" nodeType="afterEffect">
                                  <p:stCondLst>
                                    <p:cond delay="0"/>
                                  </p:stCondLst>
                                  <p:childTnLst>
                                    <p:set>
                                      <p:cBhvr>
                                        <p:cTn id="14" dur="1" fill="hold">
                                          <p:stCondLst>
                                            <p:cond delay="0"/>
                                          </p:stCondLst>
                                        </p:cTn>
                                        <p:tgtEl>
                                          <p:spTgt spid="128"/>
                                        </p:tgtEl>
                                        <p:attrNameLst>
                                          <p:attrName>style.visibility</p:attrName>
                                        </p:attrNameLst>
                                      </p:cBhvr>
                                      <p:to>
                                        <p:strVal val="visible"/>
                                      </p:to>
                                    </p:set>
                                    <p:animEffect transition="in" filter="fade">
                                      <p:cBhvr>
                                        <p:cTn id="15" dur="1000"/>
                                        <p:tgtEl>
                                          <p:spTgt spid="128"/>
                                        </p:tgtEl>
                                      </p:cBhvr>
                                    </p:animEffect>
                                    <p:anim calcmode="lin" valueType="num">
                                      <p:cBhvr>
                                        <p:cTn id="16" dur="1000" fill="hold"/>
                                        <p:tgtEl>
                                          <p:spTgt spid="128"/>
                                        </p:tgtEl>
                                        <p:attrNameLst>
                                          <p:attrName>ppt_x</p:attrName>
                                        </p:attrNameLst>
                                      </p:cBhvr>
                                      <p:tavLst>
                                        <p:tav tm="0">
                                          <p:val>
                                            <p:strVal val="#ppt_x"/>
                                          </p:val>
                                        </p:tav>
                                        <p:tav tm="100000">
                                          <p:val>
                                            <p:strVal val="#ppt_x"/>
                                          </p:val>
                                        </p:tav>
                                      </p:tavLst>
                                    </p:anim>
                                    <p:anim calcmode="lin" valueType="num">
                                      <p:cBhvr>
                                        <p:cTn id="17" dur="1000" fill="hold"/>
                                        <p:tgtEl>
                                          <p:spTgt spid="128"/>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10" presetClass="entr" presetSubtype="0" fill="hold" nodeType="afterEffect">
                                  <p:stCondLst>
                                    <p:cond delay="0"/>
                                  </p:stCondLst>
                                  <p:childTnLst>
                                    <p:set>
                                      <p:cBhvr>
                                        <p:cTn id="20" dur="1" fill="hold">
                                          <p:stCondLst>
                                            <p:cond delay="0"/>
                                          </p:stCondLst>
                                        </p:cTn>
                                        <p:tgtEl>
                                          <p:spTgt spid="126"/>
                                        </p:tgtEl>
                                        <p:attrNameLst>
                                          <p:attrName>style.visibility</p:attrName>
                                        </p:attrNameLst>
                                      </p:cBhvr>
                                      <p:to>
                                        <p:strVal val="visible"/>
                                      </p:to>
                                    </p:set>
                                    <p:animEffect transition="in" filter="fade">
                                      <p:cBhvr>
                                        <p:cTn id="21" dur="500"/>
                                        <p:tgtEl>
                                          <p:spTgt spid="126"/>
                                        </p:tgtEl>
                                      </p:cBhvr>
                                    </p:animEffect>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134"/>
                                        </p:tgtEl>
                                        <p:attrNameLst>
                                          <p:attrName>style.visibility</p:attrName>
                                        </p:attrNameLst>
                                      </p:cBhvr>
                                      <p:to>
                                        <p:strVal val="visible"/>
                                      </p:to>
                                    </p:set>
                                    <p:animEffect transition="in" filter="fade">
                                      <p:cBhvr>
                                        <p:cTn id="25" dur="1000"/>
                                        <p:tgtEl>
                                          <p:spTgt spid="134"/>
                                        </p:tgtEl>
                                      </p:cBhvr>
                                    </p:animEffect>
                                    <p:anim calcmode="lin" valueType="num">
                                      <p:cBhvr>
                                        <p:cTn id="26" dur="1000" fill="hold"/>
                                        <p:tgtEl>
                                          <p:spTgt spid="134"/>
                                        </p:tgtEl>
                                        <p:attrNameLst>
                                          <p:attrName>ppt_x</p:attrName>
                                        </p:attrNameLst>
                                      </p:cBhvr>
                                      <p:tavLst>
                                        <p:tav tm="0">
                                          <p:val>
                                            <p:strVal val="#ppt_x"/>
                                          </p:val>
                                        </p:tav>
                                        <p:tav tm="100000">
                                          <p:val>
                                            <p:strVal val="#ppt_x"/>
                                          </p:val>
                                        </p:tav>
                                      </p:tavLst>
                                    </p:anim>
                                    <p:anim calcmode="lin" valueType="num">
                                      <p:cBhvr>
                                        <p:cTn id="27" dur="1000" fill="hold"/>
                                        <p:tgtEl>
                                          <p:spTgt spid="134"/>
                                        </p:tgtEl>
                                        <p:attrNameLst>
                                          <p:attrName>ppt_y</p:attrName>
                                        </p:attrNameLst>
                                      </p:cBhvr>
                                      <p:tavLst>
                                        <p:tav tm="0">
                                          <p:val>
                                            <p:strVal val="#ppt_y+.1"/>
                                          </p:val>
                                        </p:tav>
                                        <p:tav tm="100000">
                                          <p:val>
                                            <p:strVal val="#ppt_y"/>
                                          </p:val>
                                        </p:tav>
                                      </p:tavLst>
                                    </p:anim>
                                  </p:childTnLst>
                                </p:cTn>
                              </p:par>
                            </p:childTnLst>
                          </p:cTn>
                        </p:par>
                        <p:par>
                          <p:cTn id="28" fill="hold">
                            <p:stCondLst>
                              <p:cond delay="3500"/>
                            </p:stCondLst>
                            <p:childTnLst>
                              <p:par>
                                <p:cTn id="29" presetID="10" presetClass="entr" presetSubtype="0" fill="hold" nodeType="afterEffect">
                                  <p:stCondLst>
                                    <p:cond delay="0"/>
                                  </p:stCondLst>
                                  <p:childTnLst>
                                    <p:set>
                                      <p:cBhvr>
                                        <p:cTn id="30" dur="1" fill="hold">
                                          <p:stCondLst>
                                            <p:cond delay="0"/>
                                          </p:stCondLst>
                                        </p:cTn>
                                        <p:tgtEl>
                                          <p:spTgt spid="125"/>
                                        </p:tgtEl>
                                        <p:attrNameLst>
                                          <p:attrName>style.visibility</p:attrName>
                                        </p:attrNameLst>
                                      </p:cBhvr>
                                      <p:to>
                                        <p:strVal val="visible"/>
                                      </p:to>
                                    </p:set>
                                    <p:animEffect transition="in" filter="fade">
                                      <p:cBhvr>
                                        <p:cTn id="31" dur="500"/>
                                        <p:tgtEl>
                                          <p:spTgt spid="125"/>
                                        </p:tgtEl>
                                      </p:cBhvr>
                                    </p:animEffect>
                                  </p:childTnLst>
                                </p:cTn>
                              </p:par>
                            </p:childTnLst>
                          </p:cTn>
                        </p:par>
                        <p:par>
                          <p:cTn id="32" fill="hold">
                            <p:stCondLst>
                              <p:cond delay="4000"/>
                            </p:stCondLst>
                            <p:childTnLst>
                              <p:par>
                                <p:cTn id="33" presetID="42" presetClass="entr" presetSubtype="0" fill="hold" nodeType="afterEffect">
                                  <p:stCondLst>
                                    <p:cond delay="0"/>
                                  </p:stCondLst>
                                  <p:childTnLst>
                                    <p:set>
                                      <p:cBhvr>
                                        <p:cTn id="34" dur="1" fill="hold">
                                          <p:stCondLst>
                                            <p:cond delay="0"/>
                                          </p:stCondLst>
                                        </p:cTn>
                                        <p:tgtEl>
                                          <p:spTgt spid="131"/>
                                        </p:tgtEl>
                                        <p:attrNameLst>
                                          <p:attrName>style.visibility</p:attrName>
                                        </p:attrNameLst>
                                      </p:cBhvr>
                                      <p:to>
                                        <p:strVal val="visible"/>
                                      </p:to>
                                    </p:set>
                                    <p:animEffect transition="in" filter="fade">
                                      <p:cBhvr>
                                        <p:cTn id="35" dur="1000"/>
                                        <p:tgtEl>
                                          <p:spTgt spid="131"/>
                                        </p:tgtEl>
                                      </p:cBhvr>
                                    </p:animEffect>
                                    <p:anim calcmode="lin" valueType="num">
                                      <p:cBhvr>
                                        <p:cTn id="36" dur="1000" fill="hold"/>
                                        <p:tgtEl>
                                          <p:spTgt spid="131"/>
                                        </p:tgtEl>
                                        <p:attrNameLst>
                                          <p:attrName>ppt_x</p:attrName>
                                        </p:attrNameLst>
                                      </p:cBhvr>
                                      <p:tavLst>
                                        <p:tav tm="0">
                                          <p:val>
                                            <p:strVal val="#ppt_x"/>
                                          </p:val>
                                        </p:tav>
                                        <p:tav tm="100000">
                                          <p:val>
                                            <p:strVal val="#ppt_x"/>
                                          </p:val>
                                        </p:tav>
                                      </p:tavLst>
                                    </p:anim>
                                    <p:anim calcmode="lin" valueType="num">
                                      <p:cBhvr>
                                        <p:cTn id="37" dur="1000" fill="hold"/>
                                        <p:tgtEl>
                                          <p:spTgt spid="131"/>
                                        </p:tgtEl>
                                        <p:attrNameLst>
                                          <p:attrName>ppt_y</p:attrName>
                                        </p:attrNameLst>
                                      </p:cBhvr>
                                      <p:tavLst>
                                        <p:tav tm="0">
                                          <p:val>
                                            <p:strVal val="#ppt_y+.1"/>
                                          </p:val>
                                        </p:tav>
                                        <p:tav tm="100000">
                                          <p:val>
                                            <p:strVal val="#ppt_y"/>
                                          </p:val>
                                        </p:tav>
                                      </p:tavLst>
                                    </p:anim>
                                  </p:childTnLst>
                                </p:cTn>
                              </p:par>
                            </p:childTnLst>
                          </p:cTn>
                        </p:par>
                        <p:par>
                          <p:cTn id="38" fill="hold">
                            <p:stCondLst>
                              <p:cond delay="5000"/>
                            </p:stCondLst>
                            <p:childTnLst>
                              <p:par>
                                <p:cTn id="39" presetID="10" presetClass="entr" presetSubtype="0" fill="hold" nodeType="afterEffect">
                                  <p:stCondLst>
                                    <p:cond delay="0"/>
                                  </p:stCondLst>
                                  <p:childTnLst>
                                    <p:set>
                                      <p:cBhvr>
                                        <p:cTn id="40" dur="1" fill="hold">
                                          <p:stCondLst>
                                            <p:cond delay="0"/>
                                          </p:stCondLst>
                                        </p:cTn>
                                        <p:tgtEl>
                                          <p:spTgt spid="127"/>
                                        </p:tgtEl>
                                        <p:attrNameLst>
                                          <p:attrName>style.visibility</p:attrName>
                                        </p:attrNameLst>
                                      </p:cBhvr>
                                      <p:to>
                                        <p:strVal val="visible"/>
                                      </p:to>
                                    </p:set>
                                    <p:animEffect transition="in" filter="fade">
                                      <p:cBhvr>
                                        <p:cTn id="41" dur="500"/>
                                        <p:tgtEl>
                                          <p:spTgt spid="127"/>
                                        </p:tgtEl>
                                      </p:cBhvr>
                                    </p:animEffect>
                                  </p:childTnLst>
                                </p:cTn>
                              </p:par>
                            </p:childTnLst>
                          </p:cTn>
                        </p:par>
                        <p:par>
                          <p:cTn id="42" fill="hold">
                            <p:stCondLst>
                              <p:cond delay="5500"/>
                            </p:stCondLst>
                            <p:childTnLst>
                              <p:par>
                                <p:cTn id="43" presetID="42" presetClass="entr" presetSubtype="0" fill="hold" nodeType="afterEffect">
                                  <p:stCondLst>
                                    <p:cond delay="0"/>
                                  </p:stCondLst>
                                  <p:childTnLst>
                                    <p:set>
                                      <p:cBhvr>
                                        <p:cTn id="44" dur="1" fill="hold">
                                          <p:stCondLst>
                                            <p:cond delay="0"/>
                                          </p:stCondLst>
                                        </p:cTn>
                                        <p:tgtEl>
                                          <p:spTgt spid="137"/>
                                        </p:tgtEl>
                                        <p:attrNameLst>
                                          <p:attrName>style.visibility</p:attrName>
                                        </p:attrNameLst>
                                      </p:cBhvr>
                                      <p:to>
                                        <p:strVal val="visible"/>
                                      </p:to>
                                    </p:set>
                                    <p:animEffect transition="in" filter="fade">
                                      <p:cBhvr>
                                        <p:cTn id="45" dur="1000"/>
                                        <p:tgtEl>
                                          <p:spTgt spid="137"/>
                                        </p:tgtEl>
                                      </p:cBhvr>
                                    </p:animEffect>
                                    <p:anim calcmode="lin" valueType="num">
                                      <p:cBhvr>
                                        <p:cTn id="46" dur="1000" fill="hold"/>
                                        <p:tgtEl>
                                          <p:spTgt spid="137"/>
                                        </p:tgtEl>
                                        <p:attrNameLst>
                                          <p:attrName>ppt_x</p:attrName>
                                        </p:attrNameLst>
                                      </p:cBhvr>
                                      <p:tavLst>
                                        <p:tav tm="0">
                                          <p:val>
                                            <p:strVal val="#ppt_x"/>
                                          </p:val>
                                        </p:tav>
                                        <p:tav tm="100000">
                                          <p:val>
                                            <p:strVal val="#ppt_x"/>
                                          </p:val>
                                        </p:tav>
                                      </p:tavLst>
                                    </p:anim>
                                    <p:anim calcmode="lin" valueType="num">
                                      <p:cBhvr>
                                        <p:cTn id="47" dur="1000" fill="hold"/>
                                        <p:tgtEl>
                                          <p:spTgt spid="1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研究方案</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03</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3" name="矩形 10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FD33CB8-2FB8-478C-8284-407BCEDFC405}"/>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104" name="矩形 10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06293D0A-D74B-4072-B146-C8FC832CF414}"/>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105" name="矩形 10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4844CA8-853F-4931-8526-64C8BC0F7BBB}"/>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106" name="矩形 10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F91A349-E941-47D6-8C84-7CAA33524DEB}"/>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107" name="矩形 10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A8EE55E-AC7D-4534-BB53-29536D6CF11F}"/>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8" name="矩形 10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863EE6E-DCE4-417D-81F2-EA41AA71D1EF}"/>
              </a:ext>
            </a:extLst>
          </p:cNvPr>
          <p:cNvSpPr/>
          <p:nvPr/>
        </p:nvSpPr>
        <p:spPr>
          <a:xfrm>
            <a:off x="525342" y="3099823"/>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64" name="Oval 6">
            <a:extLst>
              <a:ext uri="{FF2B5EF4-FFF2-40B4-BE49-F238E27FC236}">
                <a16:creationId xmlns:a16="http://schemas.microsoft.com/office/drawing/2014/main" id="{7E11818E-7873-490D-A32F-EDDE6C6C217E}"/>
              </a:ext>
            </a:extLst>
          </p:cNvPr>
          <p:cNvSpPr>
            <a:spLocks noChangeArrowheads="1"/>
          </p:cNvSpPr>
          <p:nvPr/>
        </p:nvSpPr>
        <p:spPr bwMode="auto">
          <a:xfrm>
            <a:off x="4577961" y="2249496"/>
            <a:ext cx="1470380" cy="1461274"/>
          </a:xfrm>
          <a:prstGeom prst="ellipse">
            <a:avLst/>
          </a:prstGeom>
          <a:gradFill flip="none" rotWithShape="1">
            <a:gsLst>
              <a:gs pos="0">
                <a:sysClr val="window" lastClr="FFFFFF">
                  <a:lumMod val="85000"/>
                </a:sysClr>
              </a:gs>
              <a:gs pos="100000">
                <a:sysClr val="window" lastClr="FFFFFF">
                  <a:lumMod val="95000"/>
                </a:sysClr>
              </a:gs>
            </a:gsLst>
            <a:lin ang="16200000" scaled="1"/>
            <a:tileRect/>
          </a:gradFill>
          <a:ln w="19050" cap="flat" cmpd="sng" algn="ctr">
            <a:solidFill>
              <a:srgbClr val="0070C0"/>
            </a:solidFill>
            <a:prstDash val="solid"/>
            <a:miter lim="800000"/>
          </a:ln>
          <a:effectLst/>
          <a:extLst/>
        </p:spPr>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lang="zh-CN" altLang="en-US" sz="4399" b="0" i="0" u="none" strike="noStrike" kern="0" cap="none" spc="0" normalizeH="0" baseline="0" noProof="0" dirty="0">
              <a:ln>
                <a:noFill/>
              </a:ln>
              <a:solidFill>
                <a:prstClr val="black">
                  <a:lumMod val="50000"/>
                  <a:lumOff val="50000"/>
                </a:prstClr>
              </a:solidFill>
              <a:effectLst/>
              <a:uLnTx/>
              <a:uFillTx/>
              <a:latin typeface="Avant GardeBook" pitchFamily="50" charset="0"/>
              <a:ea typeface="微软雅黑" pitchFamily="34" charset="-122"/>
              <a:cs typeface="+mn-cs"/>
            </a:endParaRPr>
          </a:p>
        </p:txBody>
      </p:sp>
      <p:sp>
        <p:nvSpPr>
          <p:cNvPr id="65" name="Freeform 7">
            <a:extLst>
              <a:ext uri="{FF2B5EF4-FFF2-40B4-BE49-F238E27FC236}">
                <a16:creationId xmlns:a16="http://schemas.microsoft.com/office/drawing/2014/main" id="{C4C64A86-6186-4D98-AA43-B35EC0E6742A}"/>
              </a:ext>
            </a:extLst>
          </p:cNvPr>
          <p:cNvSpPr>
            <a:spLocks/>
          </p:cNvSpPr>
          <p:nvPr/>
        </p:nvSpPr>
        <p:spPr bwMode="auto">
          <a:xfrm>
            <a:off x="5064966" y="2727222"/>
            <a:ext cx="983375" cy="983550"/>
          </a:xfrm>
          <a:custGeom>
            <a:avLst/>
            <a:gdLst>
              <a:gd name="T0" fmla="*/ 45 w 89"/>
              <a:gd name="T1" fmla="*/ 0 h 89"/>
              <a:gd name="T2" fmla="*/ 89 w 89"/>
              <a:gd name="T3" fmla="*/ 44 h 89"/>
              <a:gd name="T4" fmla="*/ 89 w 89"/>
              <a:gd name="T5" fmla="*/ 44 h 89"/>
              <a:gd name="T6" fmla="*/ 89 w 89"/>
              <a:gd name="T7" fmla="*/ 45 h 89"/>
              <a:gd name="T8" fmla="*/ 89 w 89"/>
              <a:gd name="T9" fmla="*/ 89 h 89"/>
              <a:gd name="T10" fmla="*/ 45 w 89"/>
              <a:gd name="T11" fmla="*/ 89 h 89"/>
              <a:gd name="T12" fmla="*/ 45 w 89"/>
              <a:gd name="T13" fmla="*/ 89 h 89"/>
              <a:gd name="T14" fmla="*/ 45 w 89"/>
              <a:gd name="T15" fmla="*/ 89 h 89"/>
              <a:gd name="T16" fmla="*/ 0 w 89"/>
              <a:gd name="T17" fmla="*/ 45 h 89"/>
              <a:gd name="T18" fmla="*/ 45 w 89"/>
              <a:gd name="T19" fmla="*/ 0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 h="89">
                <a:moveTo>
                  <a:pt x="45" y="0"/>
                </a:moveTo>
                <a:cubicBezTo>
                  <a:pt x="69" y="0"/>
                  <a:pt x="89" y="20"/>
                  <a:pt x="89" y="44"/>
                </a:cubicBezTo>
                <a:cubicBezTo>
                  <a:pt x="89" y="44"/>
                  <a:pt x="89" y="44"/>
                  <a:pt x="89" y="44"/>
                </a:cubicBezTo>
                <a:cubicBezTo>
                  <a:pt x="89" y="45"/>
                  <a:pt x="89" y="45"/>
                  <a:pt x="89" y="45"/>
                </a:cubicBezTo>
                <a:cubicBezTo>
                  <a:pt x="89" y="89"/>
                  <a:pt x="89" y="89"/>
                  <a:pt x="89" y="89"/>
                </a:cubicBezTo>
                <a:cubicBezTo>
                  <a:pt x="45" y="89"/>
                  <a:pt x="45" y="89"/>
                  <a:pt x="45" y="89"/>
                </a:cubicBezTo>
                <a:cubicBezTo>
                  <a:pt x="45" y="89"/>
                  <a:pt x="45" y="89"/>
                  <a:pt x="45" y="89"/>
                </a:cubicBezTo>
                <a:cubicBezTo>
                  <a:pt x="45" y="89"/>
                  <a:pt x="45" y="89"/>
                  <a:pt x="45" y="89"/>
                </a:cubicBezTo>
                <a:cubicBezTo>
                  <a:pt x="20" y="89"/>
                  <a:pt x="0" y="69"/>
                  <a:pt x="0" y="45"/>
                </a:cubicBezTo>
                <a:cubicBezTo>
                  <a:pt x="0" y="20"/>
                  <a:pt x="20" y="0"/>
                  <a:pt x="45" y="0"/>
                </a:cubicBezTo>
                <a:close/>
              </a:path>
            </a:pathLst>
          </a:custGeom>
          <a:solidFill>
            <a:srgbClr val="0070C0"/>
          </a:solidFill>
          <a:ln w="19050" cap="flat" cmpd="sng" algn="ctr">
            <a:solidFill>
              <a:srgbClr val="0070C0"/>
            </a:solidFill>
            <a:prstDash val="solid"/>
            <a:miter lim="800000"/>
          </a:ln>
          <a:effectLst/>
        </p:spPr>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altLang="zh-CN" sz="2398"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rPr>
              <a:t>30%</a:t>
            </a:r>
            <a:endParaRPr kumimoji="0" lang="zh-CN" altLang="en-US" sz="2398"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endParaRPr>
          </a:p>
        </p:txBody>
      </p:sp>
      <p:sp>
        <p:nvSpPr>
          <p:cNvPr id="66" name="Freeform 8">
            <a:extLst>
              <a:ext uri="{FF2B5EF4-FFF2-40B4-BE49-F238E27FC236}">
                <a16:creationId xmlns:a16="http://schemas.microsoft.com/office/drawing/2014/main" id="{C1CC4AD0-04C9-459E-BDA2-CA6B4A2A5B29}"/>
              </a:ext>
            </a:extLst>
          </p:cNvPr>
          <p:cNvSpPr>
            <a:spLocks/>
          </p:cNvSpPr>
          <p:nvPr/>
        </p:nvSpPr>
        <p:spPr bwMode="auto">
          <a:xfrm>
            <a:off x="6151360" y="2249496"/>
            <a:ext cx="1456335" cy="1461274"/>
          </a:xfrm>
          <a:custGeom>
            <a:avLst/>
            <a:gdLst>
              <a:gd name="T0" fmla="*/ 66 w 132"/>
              <a:gd name="T1" fmla="*/ 0 h 132"/>
              <a:gd name="T2" fmla="*/ 0 w 132"/>
              <a:gd name="T3" fmla="*/ 66 h 132"/>
              <a:gd name="T4" fmla="*/ 0 w 132"/>
              <a:gd name="T5" fmla="*/ 66 h 132"/>
              <a:gd name="T6" fmla="*/ 0 w 132"/>
              <a:gd name="T7" fmla="*/ 66 h 132"/>
              <a:gd name="T8" fmla="*/ 0 w 132"/>
              <a:gd name="T9" fmla="*/ 132 h 132"/>
              <a:gd name="T10" fmla="*/ 65 w 132"/>
              <a:gd name="T11" fmla="*/ 132 h 132"/>
              <a:gd name="T12" fmla="*/ 65 w 132"/>
              <a:gd name="T13" fmla="*/ 132 h 132"/>
              <a:gd name="T14" fmla="*/ 66 w 132"/>
              <a:gd name="T15" fmla="*/ 132 h 132"/>
              <a:gd name="T16" fmla="*/ 132 w 132"/>
              <a:gd name="T17" fmla="*/ 66 h 132"/>
              <a:gd name="T18" fmla="*/ 66 w 132"/>
              <a:gd name="T19" fmla="*/ 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2" h="132">
                <a:moveTo>
                  <a:pt x="66" y="0"/>
                </a:moveTo>
                <a:cubicBezTo>
                  <a:pt x="30" y="0"/>
                  <a:pt x="0" y="29"/>
                  <a:pt x="0" y="66"/>
                </a:cubicBezTo>
                <a:cubicBezTo>
                  <a:pt x="0" y="66"/>
                  <a:pt x="0" y="66"/>
                  <a:pt x="0" y="66"/>
                </a:cubicBezTo>
                <a:cubicBezTo>
                  <a:pt x="0" y="66"/>
                  <a:pt x="0" y="66"/>
                  <a:pt x="0" y="66"/>
                </a:cubicBezTo>
                <a:cubicBezTo>
                  <a:pt x="0" y="132"/>
                  <a:pt x="0" y="132"/>
                  <a:pt x="0" y="132"/>
                </a:cubicBezTo>
                <a:cubicBezTo>
                  <a:pt x="65" y="132"/>
                  <a:pt x="65" y="132"/>
                  <a:pt x="65" y="132"/>
                </a:cubicBezTo>
                <a:cubicBezTo>
                  <a:pt x="65" y="132"/>
                  <a:pt x="65" y="132"/>
                  <a:pt x="65" y="132"/>
                </a:cubicBezTo>
                <a:cubicBezTo>
                  <a:pt x="65" y="132"/>
                  <a:pt x="66" y="132"/>
                  <a:pt x="66" y="132"/>
                </a:cubicBezTo>
                <a:cubicBezTo>
                  <a:pt x="103" y="132"/>
                  <a:pt x="132" y="103"/>
                  <a:pt x="132" y="66"/>
                </a:cubicBezTo>
                <a:cubicBezTo>
                  <a:pt x="132" y="30"/>
                  <a:pt x="103" y="0"/>
                  <a:pt x="66" y="0"/>
                </a:cubicBezTo>
                <a:close/>
              </a:path>
            </a:pathLst>
          </a:custGeom>
          <a:solidFill>
            <a:srgbClr val="005DA2"/>
          </a:solidFill>
          <a:ln w="19050" cap="flat" cmpd="sng" algn="ctr">
            <a:noFill/>
            <a:prstDash val="solid"/>
            <a:miter lim="800000"/>
          </a:ln>
          <a:effectLst/>
        </p:spPr>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altLang="zh-CN" sz="2664"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rPr>
              <a:t>50%</a:t>
            </a:r>
            <a:endParaRPr kumimoji="0" lang="zh-CN" altLang="en-US" sz="2664"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endParaRPr>
          </a:p>
        </p:txBody>
      </p:sp>
      <p:sp>
        <p:nvSpPr>
          <p:cNvPr id="67" name="Freeform 9">
            <a:extLst>
              <a:ext uri="{FF2B5EF4-FFF2-40B4-BE49-F238E27FC236}">
                <a16:creationId xmlns:a16="http://schemas.microsoft.com/office/drawing/2014/main" id="{478DD89C-E551-4D7D-B99A-E434B7D76498}"/>
              </a:ext>
            </a:extLst>
          </p:cNvPr>
          <p:cNvSpPr>
            <a:spLocks/>
          </p:cNvSpPr>
          <p:nvPr/>
        </p:nvSpPr>
        <p:spPr bwMode="auto">
          <a:xfrm>
            <a:off x="6160725" y="3823178"/>
            <a:ext cx="861625" cy="861775"/>
          </a:xfrm>
          <a:custGeom>
            <a:avLst/>
            <a:gdLst>
              <a:gd name="T0" fmla="*/ 39 w 78"/>
              <a:gd name="T1" fmla="*/ 78 h 78"/>
              <a:gd name="T2" fmla="*/ 0 w 78"/>
              <a:gd name="T3" fmla="*/ 39 h 78"/>
              <a:gd name="T4" fmla="*/ 0 w 78"/>
              <a:gd name="T5" fmla="*/ 39 h 78"/>
              <a:gd name="T6" fmla="*/ 0 w 78"/>
              <a:gd name="T7" fmla="*/ 39 h 78"/>
              <a:gd name="T8" fmla="*/ 0 w 78"/>
              <a:gd name="T9" fmla="*/ 0 h 78"/>
              <a:gd name="T10" fmla="*/ 38 w 78"/>
              <a:gd name="T11" fmla="*/ 0 h 78"/>
              <a:gd name="T12" fmla="*/ 38 w 78"/>
              <a:gd name="T13" fmla="*/ 0 h 78"/>
              <a:gd name="T14" fmla="*/ 39 w 78"/>
              <a:gd name="T15" fmla="*/ 0 h 78"/>
              <a:gd name="T16" fmla="*/ 78 w 78"/>
              <a:gd name="T17" fmla="*/ 39 h 78"/>
              <a:gd name="T18" fmla="*/ 39 w 78"/>
              <a:gd name="T19"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8" h="78">
                <a:moveTo>
                  <a:pt x="39" y="78"/>
                </a:moveTo>
                <a:cubicBezTo>
                  <a:pt x="18" y="78"/>
                  <a:pt x="0" y="60"/>
                  <a:pt x="0" y="39"/>
                </a:cubicBezTo>
                <a:cubicBezTo>
                  <a:pt x="0" y="39"/>
                  <a:pt x="0" y="39"/>
                  <a:pt x="0" y="39"/>
                </a:cubicBezTo>
                <a:cubicBezTo>
                  <a:pt x="0" y="39"/>
                  <a:pt x="0" y="39"/>
                  <a:pt x="0" y="39"/>
                </a:cubicBezTo>
                <a:cubicBezTo>
                  <a:pt x="0" y="0"/>
                  <a:pt x="0" y="0"/>
                  <a:pt x="0" y="0"/>
                </a:cubicBezTo>
                <a:cubicBezTo>
                  <a:pt x="38" y="0"/>
                  <a:pt x="38" y="0"/>
                  <a:pt x="38" y="0"/>
                </a:cubicBezTo>
                <a:cubicBezTo>
                  <a:pt x="38" y="0"/>
                  <a:pt x="38" y="0"/>
                  <a:pt x="38" y="0"/>
                </a:cubicBezTo>
                <a:cubicBezTo>
                  <a:pt x="39" y="0"/>
                  <a:pt x="39" y="0"/>
                  <a:pt x="39" y="0"/>
                </a:cubicBezTo>
                <a:cubicBezTo>
                  <a:pt x="61" y="0"/>
                  <a:pt x="78" y="17"/>
                  <a:pt x="78" y="39"/>
                </a:cubicBezTo>
                <a:cubicBezTo>
                  <a:pt x="78" y="60"/>
                  <a:pt x="61" y="78"/>
                  <a:pt x="39" y="78"/>
                </a:cubicBezTo>
                <a:close/>
              </a:path>
            </a:pathLst>
          </a:custGeom>
          <a:solidFill>
            <a:srgbClr val="0070C0"/>
          </a:solidFill>
          <a:ln w="19050" cap="flat" cmpd="sng" algn="ctr">
            <a:solidFill>
              <a:srgbClr val="0070C0"/>
            </a:solidFill>
            <a:prstDash val="solid"/>
            <a:miter lim="800000"/>
          </a:ln>
          <a:effectLst/>
        </p:spPr>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altLang="zh-CN" sz="1866"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rPr>
              <a:t>25%</a:t>
            </a:r>
            <a:endParaRPr kumimoji="0" lang="zh-CN" altLang="en-US" sz="1866"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endParaRPr>
          </a:p>
        </p:txBody>
      </p:sp>
      <p:sp>
        <p:nvSpPr>
          <p:cNvPr id="68" name="Freeform 10">
            <a:extLst>
              <a:ext uri="{FF2B5EF4-FFF2-40B4-BE49-F238E27FC236}">
                <a16:creationId xmlns:a16="http://schemas.microsoft.com/office/drawing/2014/main" id="{FD481802-D28E-41AC-B99F-6C02FD9877CB}"/>
              </a:ext>
            </a:extLst>
          </p:cNvPr>
          <p:cNvSpPr>
            <a:spLocks/>
          </p:cNvSpPr>
          <p:nvPr/>
        </p:nvSpPr>
        <p:spPr bwMode="auto">
          <a:xfrm>
            <a:off x="4512323" y="3823176"/>
            <a:ext cx="1559435" cy="1549779"/>
          </a:xfrm>
          <a:custGeom>
            <a:avLst/>
            <a:gdLst>
              <a:gd name="T0" fmla="*/ 66 w 133"/>
              <a:gd name="T1" fmla="*/ 132 h 132"/>
              <a:gd name="T2" fmla="*/ 132 w 133"/>
              <a:gd name="T3" fmla="*/ 66 h 132"/>
              <a:gd name="T4" fmla="*/ 133 w 133"/>
              <a:gd name="T5" fmla="*/ 66 h 132"/>
              <a:gd name="T6" fmla="*/ 133 w 133"/>
              <a:gd name="T7" fmla="*/ 66 h 132"/>
              <a:gd name="T8" fmla="*/ 133 w 133"/>
              <a:gd name="T9" fmla="*/ 0 h 132"/>
              <a:gd name="T10" fmla="*/ 68 w 133"/>
              <a:gd name="T11" fmla="*/ 0 h 132"/>
              <a:gd name="T12" fmla="*/ 68 w 133"/>
              <a:gd name="T13" fmla="*/ 0 h 132"/>
              <a:gd name="T14" fmla="*/ 66 w 133"/>
              <a:gd name="T15" fmla="*/ 0 h 132"/>
              <a:gd name="T16" fmla="*/ 0 w 133"/>
              <a:gd name="T17" fmla="*/ 66 h 132"/>
              <a:gd name="T18" fmla="*/ 66 w 133"/>
              <a:gd name="T19" fmla="*/ 132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 h="132">
                <a:moveTo>
                  <a:pt x="66" y="132"/>
                </a:moveTo>
                <a:cubicBezTo>
                  <a:pt x="103" y="132"/>
                  <a:pt x="132" y="103"/>
                  <a:pt x="132" y="66"/>
                </a:cubicBezTo>
                <a:cubicBezTo>
                  <a:pt x="133" y="66"/>
                  <a:pt x="133" y="66"/>
                  <a:pt x="133" y="66"/>
                </a:cubicBezTo>
                <a:cubicBezTo>
                  <a:pt x="133" y="66"/>
                  <a:pt x="133" y="66"/>
                  <a:pt x="133" y="66"/>
                </a:cubicBezTo>
                <a:cubicBezTo>
                  <a:pt x="133" y="0"/>
                  <a:pt x="133" y="0"/>
                  <a:pt x="133" y="0"/>
                </a:cubicBezTo>
                <a:cubicBezTo>
                  <a:pt x="68" y="0"/>
                  <a:pt x="68" y="0"/>
                  <a:pt x="68" y="0"/>
                </a:cubicBezTo>
                <a:cubicBezTo>
                  <a:pt x="68" y="0"/>
                  <a:pt x="68" y="0"/>
                  <a:pt x="68" y="0"/>
                </a:cubicBezTo>
                <a:cubicBezTo>
                  <a:pt x="67" y="0"/>
                  <a:pt x="67" y="0"/>
                  <a:pt x="66" y="0"/>
                </a:cubicBezTo>
                <a:cubicBezTo>
                  <a:pt x="30" y="0"/>
                  <a:pt x="0" y="29"/>
                  <a:pt x="0" y="66"/>
                </a:cubicBezTo>
                <a:cubicBezTo>
                  <a:pt x="0" y="103"/>
                  <a:pt x="30" y="132"/>
                  <a:pt x="66" y="132"/>
                </a:cubicBezTo>
                <a:close/>
              </a:path>
            </a:pathLst>
          </a:custGeom>
          <a:solidFill>
            <a:srgbClr val="005DA2"/>
          </a:solidFill>
          <a:ln w="19050" cap="flat" cmpd="sng" algn="ctr">
            <a:noFill/>
            <a:prstDash val="solid"/>
            <a:miter lim="800000"/>
          </a:ln>
          <a:effectLst/>
        </p:spPr>
        <p:txBody>
          <a:bodyPr rot="0" spcFirstLastPara="0" vertOverflow="overflow" horzOverflow="overflow" vert="horz" wrap="square" lIns="91412" tIns="45706" rIns="91412" bIns="45706" numCol="1" spcCol="0" rtlCol="0" fromWordArt="0" anchor="ctr" anchorCtr="0" forceAA="0" compatLnSpc="1">
            <a:prstTxWarp prst="textNoShape">
              <a:avLst/>
            </a:prstTxWarp>
            <a:noAutofit/>
          </a:bodyP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en-US" altLang="zh-CN" sz="3198"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rPr>
              <a:t>60%</a:t>
            </a:r>
            <a:endParaRPr kumimoji="0" lang="zh-CN" altLang="en-US" sz="3198" b="0" i="0" u="none" strike="noStrike" kern="0" cap="none" spc="0" normalizeH="0" baseline="0" noProof="0" dirty="0">
              <a:ln>
                <a:noFill/>
              </a:ln>
              <a:solidFill>
                <a:prstClr val="white"/>
              </a:solidFill>
              <a:effectLst/>
              <a:uLnTx/>
              <a:uFillTx/>
              <a:latin typeface="Avant GardeBook" pitchFamily="50" charset="0"/>
              <a:ea typeface="微软雅黑" pitchFamily="34" charset="-122"/>
              <a:cs typeface="+mn-cs"/>
            </a:endParaRPr>
          </a:p>
        </p:txBody>
      </p:sp>
      <p:sp>
        <p:nvSpPr>
          <p:cNvPr id="69" name="TextBox 7">
            <a:extLst>
              <a:ext uri="{FF2B5EF4-FFF2-40B4-BE49-F238E27FC236}">
                <a16:creationId xmlns:a16="http://schemas.microsoft.com/office/drawing/2014/main" id="{6E3C8723-47EB-4C2F-BCE9-03DE7EE8B23F}"/>
              </a:ext>
            </a:extLst>
          </p:cNvPr>
          <p:cNvSpPr txBox="1"/>
          <p:nvPr/>
        </p:nvSpPr>
        <p:spPr>
          <a:xfrm>
            <a:off x="7319754" y="3833528"/>
            <a:ext cx="2960138" cy="325667"/>
          </a:xfrm>
          <a:prstGeom prst="rect">
            <a:avLst/>
          </a:prstGeom>
          <a:noFill/>
        </p:spPr>
        <p:txBody>
          <a:bodyPr wrap="square" lIns="91412" tIns="0" rIns="91412" bIns="0" rtlCol="0" anchor="t">
            <a:spAutoFit/>
          </a:bodyPr>
          <a:lstStyle/>
          <a:p>
            <a:pPr defTabSz="1218804" fontAlgn="base">
              <a:lnSpc>
                <a:spcPct val="150000"/>
              </a:lnSpc>
              <a:spcBef>
                <a:spcPct val="0"/>
              </a:spcBef>
              <a:spcAft>
                <a:spcPct val="0"/>
              </a:spcAft>
            </a:pPr>
            <a:r>
              <a:rPr lang="zh-CN" altLang="en-US" sz="1599" dirty="0">
                <a:solidFill>
                  <a:prstClr val="black">
                    <a:lumMod val="75000"/>
                    <a:lumOff val="25000"/>
                  </a:prstClr>
                </a:solidFill>
                <a:latin typeface="微软雅黑" pitchFamily="34" charset="-122"/>
                <a:ea typeface="微软雅黑" pitchFamily="34" charset="-122"/>
                <a:cs typeface="华文黑体" pitchFamily="2" charset="-122"/>
              </a:rPr>
              <a:t>点击添加标题</a:t>
            </a:r>
          </a:p>
        </p:txBody>
      </p:sp>
      <p:sp>
        <p:nvSpPr>
          <p:cNvPr id="70" name="TextBox 8">
            <a:extLst>
              <a:ext uri="{FF2B5EF4-FFF2-40B4-BE49-F238E27FC236}">
                <a16:creationId xmlns:a16="http://schemas.microsoft.com/office/drawing/2014/main" id="{DF9372D0-78AD-4B99-B8F5-F9D7DBAB7F04}"/>
              </a:ext>
            </a:extLst>
          </p:cNvPr>
          <p:cNvSpPr txBox="1"/>
          <p:nvPr/>
        </p:nvSpPr>
        <p:spPr>
          <a:xfrm>
            <a:off x="7319752" y="4128921"/>
            <a:ext cx="3311329" cy="497929"/>
          </a:xfrm>
          <a:prstGeom prst="rect">
            <a:avLst/>
          </a:prstGeom>
          <a:noFill/>
        </p:spPr>
        <p:txBody>
          <a:bodyPr wrap="square" lIns="91412" tIns="45706" rIns="91412" bIns="45706" rtlCol="0">
            <a:spAutoFit/>
          </a:bodyPr>
          <a:lstStyle/>
          <a:p>
            <a:pPr defTabSz="1218804" fontAlgn="base">
              <a:lnSpc>
                <a:spcPct val="130000"/>
              </a:lnSpc>
              <a:spcBef>
                <a:spcPct val="0"/>
              </a:spcBef>
              <a:spcAft>
                <a:spcPct val="0"/>
              </a:spcAft>
            </a:pPr>
            <a:r>
              <a:rPr lang="zh-CN" altLang="en-US" sz="1066" dirty="0">
                <a:solidFill>
                  <a:prstClr val="black">
                    <a:lumMod val="50000"/>
                    <a:lumOff val="50000"/>
                  </a:prstClr>
                </a:solidFill>
                <a:latin typeface="微软雅黑" pitchFamily="34" charset="-122"/>
                <a:ea typeface="微软雅黑" pitchFamily="34" charset="-122"/>
              </a:rPr>
              <a:t>此部分内容作为文字排版占位显示（建议使用主题字体）您的内容打在这里，或者通过通过复制您的文本。</a:t>
            </a:r>
          </a:p>
        </p:txBody>
      </p:sp>
      <p:sp>
        <p:nvSpPr>
          <p:cNvPr id="71" name="TextBox 9">
            <a:extLst>
              <a:ext uri="{FF2B5EF4-FFF2-40B4-BE49-F238E27FC236}">
                <a16:creationId xmlns:a16="http://schemas.microsoft.com/office/drawing/2014/main" id="{B2E669C5-6060-4B6C-9715-07E4F68FC098}"/>
              </a:ext>
            </a:extLst>
          </p:cNvPr>
          <p:cNvSpPr txBox="1"/>
          <p:nvPr/>
        </p:nvSpPr>
        <p:spPr>
          <a:xfrm>
            <a:off x="1408213" y="2629111"/>
            <a:ext cx="2960138" cy="325667"/>
          </a:xfrm>
          <a:prstGeom prst="rect">
            <a:avLst/>
          </a:prstGeom>
          <a:noFill/>
        </p:spPr>
        <p:txBody>
          <a:bodyPr wrap="square" lIns="91412" tIns="0" rIns="91412" bIns="0" rtlCol="0" anchor="t">
            <a:spAutoFit/>
          </a:bodyPr>
          <a:lstStyle/>
          <a:p>
            <a:pPr algn="r" defTabSz="1218804" fontAlgn="base">
              <a:lnSpc>
                <a:spcPct val="150000"/>
              </a:lnSpc>
              <a:spcBef>
                <a:spcPct val="0"/>
              </a:spcBef>
              <a:spcAft>
                <a:spcPct val="0"/>
              </a:spcAft>
            </a:pPr>
            <a:r>
              <a:rPr lang="zh-CN" altLang="en-US" sz="1599" dirty="0">
                <a:solidFill>
                  <a:prstClr val="black">
                    <a:lumMod val="75000"/>
                    <a:lumOff val="25000"/>
                  </a:prstClr>
                </a:solidFill>
                <a:latin typeface="微软雅黑" pitchFamily="34" charset="-122"/>
                <a:ea typeface="微软雅黑" pitchFamily="34" charset="-122"/>
                <a:cs typeface="华文黑体" pitchFamily="2" charset="-122"/>
              </a:rPr>
              <a:t>点击添加标题</a:t>
            </a:r>
          </a:p>
        </p:txBody>
      </p:sp>
      <p:sp>
        <p:nvSpPr>
          <p:cNvPr id="72" name="TextBox 10">
            <a:extLst>
              <a:ext uri="{FF2B5EF4-FFF2-40B4-BE49-F238E27FC236}">
                <a16:creationId xmlns:a16="http://schemas.microsoft.com/office/drawing/2014/main" id="{9EB386FB-D158-4CDA-A0EE-BD7BA8489755}"/>
              </a:ext>
            </a:extLst>
          </p:cNvPr>
          <p:cNvSpPr txBox="1"/>
          <p:nvPr/>
        </p:nvSpPr>
        <p:spPr>
          <a:xfrm>
            <a:off x="1264240" y="2924505"/>
            <a:ext cx="3104109" cy="711128"/>
          </a:xfrm>
          <a:prstGeom prst="rect">
            <a:avLst/>
          </a:prstGeom>
          <a:noFill/>
        </p:spPr>
        <p:txBody>
          <a:bodyPr wrap="square" lIns="91412" tIns="45706" rIns="91412" bIns="45706" rtlCol="0">
            <a:spAutoFit/>
          </a:bodyPr>
          <a:lstStyle/>
          <a:p>
            <a:pPr algn="r" defTabSz="1218804" fontAlgn="base">
              <a:lnSpc>
                <a:spcPct val="130000"/>
              </a:lnSpc>
              <a:spcBef>
                <a:spcPct val="0"/>
              </a:spcBef>
              <a:spcAft>
                <a:spcPct val="0"/>
              </a:spcAft>
            </a:pPr>
            <a:r>
              <a:rPr lang="zh-CN" altLang="en-US" sz="1066" dirty="0">
                <a:solidFill>
                  <a:prstClr val="black">
                    <a:lumMod val="50000"/>
                    <a:lumOff val="50000"/>
                  </a:prstClr>
                </a:solidFill>
                <a:latin typeface="微软雅黑" pitchFamily="34" charset="-122"/>
                <a:ea typeface="微软雅黑" pitchFamily="34" charset="-122"/>
              </a:rPr>
              <a:t>此部分内容作为文字排版占位显示（建议使用主题字体）您的内容打在这里，或者通过通过复制您的文本。</a:t>
            </a:r>
          </a:p>
        </p:txBody>
      </p:sp>
      <p:sp>
        <p:nvSpPr>
          <p:cNvPr id="73" name="TextBox 11">
            <a:extLst>
              <a:ext uri="{FF2B5EF4-FFF2-40B4-BE49-F238E27FC236}">
                <a16:creationId xmlns:a16="http://schemas.microsoft.com/office/drawing/2014/main" id="{9FB35741-BC11-4B8C-93A2-854ED669781B}"/>
              </a:ext>
            </a:extLst>
          </p:cNvPr>
          <p:cNvSpPr txBox="1"/>
          <p:nvPr/>
        </p:nvSpPr>
        <p:spPr>
          <a:xfrm>
            <a:off x="7895637" y="2442181"/>
            <a:ext cx="2960138" cy="325667"/>
          </a:xfrm>
          <a:prstGeom prst="rect">
            <a:avLst/>
          </a:prstGeom>
          <a:noFill/>
        </p:spPr>
        <p:txBody>
          <a:bodyPr wrap="square" lIns="91412" tIns="0" rIns="91412" bIns="0" rtlCol="0" anchor="t">
            <a:spAutoFit/>
          </a:bodyPr>
          <a:lstStyle/>
          <a:p>
            <a:pPr defTabSz="1218804" fontAlgn="base">
              <a:lnSpc>
                <a:spcPct val="150000"/>
              </a:lnSpc>
              <a:spcBef>
                <a:spcPct val="0"/>
              </a:spcBef>
              <a:spcAft>
                <a:spcPct val="0"/>
              </a:spcAft>
            </a:pPr>
            <a:r>
              <a:rPr lang="zh-CN" altLang="en-US" sz="1599" dirty="0">
                <a:solidFill>
                  <a:prstClr val="black">
                    <a:lumMod val="75000"/>
                    <a:lumOff val="25000"/>
                  </a:prstClr>
                </a:solidFill>
                <a:latin typeface="微软雅黑" pitchFamily="34" charset="-122"/>
                <a:ea typeface="微软雅黑" pitchFamily="34" charset="-122"/>
                <a:cs typeface="华文黑体" pitchFamily="2" charset="-122"/>
              </a:rPr>
              <a:t>点击添加标题</a:t>
            </a:r>
          </a:p>
        </p:txBody>
      </p:sp>
      <p:sp>
        <p:nvSpPr>
          <p:cNvPr id="74" name="TextBox 12">
            <a:extLst>
              <a:ext uri="{FF2B5EF4-FFF2-40B4-BE49-F238E27FC236}">
                <a16:creationId xmlns:a16="http://schemas.microsoft.com/office/drawing/2014/main" id="{EE5CB679-C735-4C7B-A74E-2F6359BA1950}"/>
              </a:ext>
            </a:extLst>
          </p:cNvPr>
          <p:cNvSpPr txBox="1"/>
          <p:nvPr/>
        </p:nvSpPr>
        <p:spPr>
          <a:xfrm>
            <a:off x="7895637" y="2737575"/>
            <a:ext cx="3311329" cy="497929"/>
          </a:xfrm>
          <a:prstGeom prst="rect">
            <a:avLst/>
          </a:prstGeom>
          <a:noFill/>
        </p:spPr>
        <p:txBody>
          <a:bodyPr wrap="square" lIns="91412" tIns="45706" rIns="91412" bIns="45706" rtlCol="0">
            <a:spAutoFit/>
          </a:bodyPr>
          <a:lstStyle/>
          <a:p>
            <a:pPr defTabSz="1218804" fontAlgn="base">
              <a:lnSpc>
                <a:spcPct val="130000"/>
              </a:lnSpc>
              <a:spcBef>
                <a:spcPct val="0"/>
              </a:spcBef>
              <a:spcAft>
                <a:spcPct val="0"/>
              </a:spcAft>
            </a:pPr>
            <a:r>
              <a:rPr lang="zh-CN" altLang="en-US" sz="1066" dirty="0">
                <a:solidFill>
                  <a:prstClr val="black">
                    <a:lumMod val="50000"/>
                    <a:lumOff val="50000"/>
                  </a:prstClr>
                </a:solidFill>
                <a:latin typeface="微软雅黑" pitchFamily="34" charset="-122"/>
                <a:ea typeface="微软雅黑" pitchFamily="34" charset="-122"/>
              </a:rPr>
              <a:t>此部分内容作为文字排版占位显示（建议使用主题字体）您的内容打在这里，或者通过通过复制您的文本。</a:t>
            </a:r>
          </a:p>
        </p:txBody>
      </p:sp>
      <p:sp>
        <p:nvSpPr>
          <p:cNvPr id="75" name="TextBox 13">
            <a:extLst>
              <a:ext uri="{FF2B5EF4-FFF2-40B4-BE49-F238E27FC236}">
                <a16:creationId xmlns:a16="http://schemas.microsoft.com/office/drawing/2014/main" id="{B895DFE3-471D-4459-8E4D-9AE4ADB27EE9}"/>
              </a:ext>
            </a:extLst>
          </p:cNvPr>
          <p:cNvSpPr txBox="1"/>
          <p:nvPr/>
        </p:nvSpPr>
        <p:spPr>
          <a:xfrm>
            <a:off x="1408213" y="4147356"/>
            <a:ext cx="2960138" cy="325667"/>
          </a:xfrm>
          <a:prstGeom prst="rect">
            <a:avLst/>
          </a:prstGeom>
          <a:noFill/>
        </p:spPr>
        <p:txBody>
          <a:bodyPr wrap="square" lIns="91412" tIns="0" rIns="91412" bIns="0" rtlCol="0" anchor="t">
            <a:spAutoFit/>
          </a:bodyPr>
          <a:lstStyle/>
          <a:p>
            <a:pPr algn="r" defTabSz="1218804" fontAlgn="base">
              <a:lnSpc>
                <a:spcPct val="150000"/>
              </a:lnSpc>
              <a:spcBef>
                <a:spcPct val="0"/>
              </a:spcBef>
              <a:spcAft>
                <a:spcPct val="0"/>
              </a:spcAft>
            </a:pPr>
            <a:r>
              <a:rPr lang="zh-CN" altLang="en-US" sz="1599" dirty="0">
                <a:solidFill>
                  <a:prstClr val="black">
                    <a:lumMod val="75000"/>
                    <a:lumOff val="25000"/>
                  </a:prstClr>
                </a:solidFill>
                <a:latin typeface="微软雅黑" pitchFamily="34" charset="-122"/>
                <a:ea typeface="微软雅黑" pitchFamily="34" charset="-122"/>
                <a:cs typeface="华文黑体" pitchFamily="2" charset="-122"/>
              </a:rPr>
              <a:t>点击添加标题</a:t>
            </a:r>
          </a:p>
        </p:txBody>
      </p:sp>
      <p:sp>
        <p:nvSpPr>
          <p:cNvPr id="76" name="TextBox 14">
            <a:extLst>
              <a:ext uri="{FF2B5EF4-FFF2-40B4-BE49-F238E27FC236}">
                <a16:creationId xmlns:a16="http://schemas.microsoft.com/office/drawing/2014/main" id="{CA2B1CE2-DF29-4413-B06D-B5C148C5F1EF}"/>
              </a:ext>
            </a:extLst>
          </p:cNvPr>
          <p:cNvSpPr txBox="1"/>
          <p:nvPr/>
        </p:nvSpPr>
        <p:spPr>
          <a:xfrm>
            <a:off x="1264240" y="4442749"/>
            <a:ext cx="3104109" cy="711128"/>
          </a:xfrm>
          <a:prstGeom prst="rect">
            <a:avLst/>
          </a:prstGeom>
          <a:noFill/>
        </p:spPr>
        <p:txBody>
          <a:bodyPr wrap="square" lIns="91412" tIns="45706" rIns="91412" bIns="45706" rtlCol="0">
            <a:spAutoFit/>
          </a:bodyPr>
          <a:lstStyle/>
          <a:p>
            <a:pPr algn="r" defTabSz="1218804" fontAlgn="base">
              <a:lnSpc>
                <a:spcPct val="130000"/>
              </a:lnSpc>
              <a:spcBef>
                <a:spcPct val="0"/>
              </a:spcBef>
              <a:spcAft>
                <a:spcPct val="0"/>
              </a:spcAft>
            </a:pPr>
            <a:r>
              <a:rPr lang="zh-CN" altLang="en-US" sz="1066" dirty="0">
                <a:solidFill>
                  <a:prstClr val="black">
                    <a:lumMod val="50000"/>
                    <a:lumOff val="50000"/>
                  </a:prstClr>
                </a:solidFill>
                <a:latin typeface="微软雅黑" pitchFamily="34" charset="-122"/>
                <a:ea typeface="微软雅黑" pitchFamily="34" charset="-122"/>
              </a:rPr>
              <a:t>此部分内容作为文字排版占位显示（建议使用主题字体）您的内容打在这里，或者通过通过复制您的文本。</a:t>
            </a:r>
          </a:p>
        </p:txBody>
      </p:sp>
      <p:sp>
        <p:nvSpPr>
          <p:cNvPr id="77" name="Freeform 16">
            <a:extLst>
              <a:ext uri="{FF2B5EF4-FFF2-40B4-BE49-F238E27FC236}">
                <a16:creationId xmlns:a16="http://schemas.microsoft.com/office/drawing/2014/main" id="{20E99416-912A-421A-9FF1-56A7A72A3B9A}"/>
              </a:ext>
            </a:extLst>
          </p:cNvPr>
          <p:cNvSpPr>
            <a:spLocks/>
          </p:cNvSpPr>
          <p:nvPr/>
        </p:nvSpPr>
        <p:spPr bwMode="auto">
          <a:xfrm>
            <a:off x="5215809" y="1888949"/>
            <a:ext cx="1168133" cy="371063"/>
          </a:xfrm>
          <a:custGeom>
            <a:avLst/>
            <a:gdLst>
              <a:gd name="T0" fmla="*/ 0 w 1942"/>
              <a:gd name="T1" fmla="*/ 326 h 326"/>
              <a:gd name="T2" fmla="*/ 322 w 1942"/>
              <a:gd name="T3" fmla="*/ 0 h 326"/>
              <a:gd name="T4" fmla="*/ 1942 w 1942"/>
              <a:gd name="T5" fmla="*/ 0 h 326"/>
            </a:gdLst>
            <a:ahLst/>
            <a:cxnLst>
              <a:cxn ang="0">
                <a:pos x="T0" y="T1"/>
              </a:cxn>
              <a:cxn ang="0">
                <a:pos x="T2" y="T3"/>
              </a:cxn>
              <a:cxn ang="0">
                <a:pos x="T4" y="T5"/>
              </a:cxn>
            </a:cxnLst>
            <a:rect l="0" t="0" r="r" b="b"/>
            <a:pathLst>
              <a:path w="1942" h="326">
                <a:moveTo>
                  <a:pt x="0" y="326"/>
                </a:moveTo>
                <a:lnTo>
                  <a:pt x="322" y="0"/>
                </a:lnTo>
                <a:lnTo>
                  <a:pt x="1942" y="0"/>
                </a:lnTo>
              </a:path>
            </a:pathLst>
          </a:custGeom>
          <a:noFill/>
          <a:ln w="12700" cap="flat">
            <a:solidFill>
              <a:sysClr val="window" lastClr="FFFFFF">
                <a:lumMod val="50000"/>
              </a:sysClr>
            </a:solidFill>
            <a:prstDash val="solid"/>
            <a:miter lim="800000"/>
            <a:headEnd type="none" w="med" len="med"/>
            <a:tailEnd type="none" w="med" len="med"/>
          </a:ln>
          <a:extLst>
            <a:ext uri="{909E8E84-426E-40DD-AFC4-6F175D3DCCD1}">
              <a14:hiddenFill xmlns:a14="http://schemas.microsoft.com/office/drawing/2010/main">
                <a:solidFill>
                  <a:srgbClr val="FFFFFF"/>
                </a:solidFill>
              </a14:hiddenFill>
            </a:ext>
          </a:extLst>
        </p:spPr>
        <p:txBody>
          <a:bodyPr vert="horz" wrap="square" lIns="91412" tIns="45706" rIns="91412" bIns="45706" numCol="1" anchor="t" anchorCtr="0" compatLnSpc="1">
            <a:prstTxWarp prst="textNoShape">
              <a:avLst/>
            </a:prstTxWarp>
          </a:bodyPr>
          <a:lstStyle/>
          <a:p>
            <a:pPr marL="0" marR="0" lvl="0" indent="0" defTabSz="1218804" eaLnBrk="1" fontAlgn="base" latinLnBrk="0" hangingPunct="1">
              <a:lnSpc>
                <a:spcPct val="100000"/>
              </a:lnSpc>
              <a:spcBef>
                <a:spcPct val="0"/>
              </a:spcBef>
              <a:spcAft>
                <a:spcPct val="0"/>
              </a:spcAft>
              <a:buClrTx/>
              <a:buSzTx/>
              <a:buFontTx/>
              <a:buNone/>
              <a:tabLst/>
              <a:defRPr/>
            </a:pPr>
            <a:endParaRPr kumimoji="0" lang="zh-CN" altLang="en-US" sz="2398" b="0" i="0" u="none" strike="noStrike" kern="0" cap="none" spc="0" normalizeH="0" baseline="0" noProof="0" dirty="0">
              <a:ln>
                <a:noFill/>
              </a:ln>
              <a:solidFill>
                <a:prstClr val="black"/>
              </a:solidFill>
              <a:effectLst/>
              <a:uLnTx/>
              <a:uFillTx/>
              <a:latin typeface="Avant GardeBook" pitchFamily="50" charset="0"/>
              <a:ea typeface="宋体" panose="02010600030101010101" pitchFamily="2" charset="-122"/>
            </a:endParaRPr>
          </a:p>
        </p:txBody>
      </p:sp>
      <p:sp>
        <p:nvSpPr>
          <p:cNvPr id="78" name="TextBox 16">
            <a:extLst>
              <a:ext uri="{FF2B5EF4-FFF2-40B4-BE49-F238E27FC236}">
                <a16:creationId xmlns:a16="http://schemas.microsoft.com/office/drawing/2014/main" id="{64C5DEA0-3DAE-41C2-8602-6F91500E5DF4}"/>
              </a:ext>
            </a:extLst>
          </p:cNvPr>
          <p:cNvSpPr txBox="1"/>
          <p:nvPr/>
        </p:nvSpPr>
        <p:spPr>
          <a:xfrm>
            <a:off x="6442929" y="1582102"/>
            <a:ext cx="2676065" cy="549033"/>
          </a:xfrm>
          <a:prstGeom prst="rect">
            <a:avLst/>
          </a:prstGeom>
          <a:noFill/>
        </p:spPr>
        <p:txBody>
          <a:bodyPr wrap="square" lIns="91412" tIns="45706" rIns="91412" bIns="45706" rtlCol="0">
            <a:spAutoFit/>
          </a:bodyPr>
          <a:lstStyle/>
          <a:p>
            <a:pPr defTabSz="1218804" fontAlgn="base">
              <a:lnSpc>
                <a:spcPct val="130000"/>
              </a:lnSpc>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在此添加说明文字在此添加说明文字</a:t>
            </a:r>
            <a:endParaRPr lang="en-US" altLang="zh-CN" sz="1200" dirty="0">
              <a:solidFill>
                <a:prstClr val="black">
                  <a:lumMod val="50000"/>
                  <a:lumOff val="50000"/>
                </a:prstClr>
              </a:solidFill>
              <a:latin typeface="微软雅黑" pitchFamily="34" charset="-122"/>
              <a:ea typeface="微软雅黑" pitchFamily="34" charset="-122"/>
            </a:endParaRPr>
          </a:p>
          <a:p>
            <a:pPr defTabSz="1218804" fontAlgn="base">
              <a:lnSpc>
                <a:spcPct val="130000"/>
              </a:lnSpc>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在此添加说明文字</a:t>
            </a:r>
          </a:p>
        </p:txBody>
      </p:sp>
    </p:spTree>
    <p:extLst>
      <p:ext uri="{BB962C8B-B14F-4D97-AF65-F5344CB8AC3E}">
        <p14:creationId xmlns:p14="http://schemas.microsoft.com/office/powerpoint/2010/main" val="1708404295"/>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decel="100000" fill="hold" grpId="0" nodeType="afterEffect">
                                  <p:stCondLst>
                                    <p:cond delay="0"/>
                                  </p:stCondLst>
                                  <p:childTnLst>
                                    <p:set>
                                      <p:cBhvr>
                                        <p:cTn id="6" dur="1" fill="hold">
                                          <p:stCondLst>
                                            <p:cond delay="0"/>
                                          </p:stCondLst>
                                        </p:cTn>
                                        <p:tgtEl>
                                          <p:spTgt spid="67"/>
                                        </p:tgtEl>
                                        <p:attrNameLst>
                                          <p:attrName>style.visibility</p:attrName>
                                        </p:attrNameLst>
                                      </p:cBhvr>
                                      <p:to>
                                        <p:strVal val="visible"/>
                                      </p:to>
                                    </p:set>
                                    <p:anim calcmode="lin" valueType="num">
                                      <p:cBhvr additive="base">
                                        <p:cTn id="7" dur="500" fill="hold"/>
                                        <p:tgtEl>
                                          <p:spTgt spid="67"/>
                                        </p:tgtEl>
                                        <p:attrNameLst>
                                          <p:attrName>ppt_x</p:attrName>
                                        </p:attrNameLst>
                                      </p:cBhvr>
                                      <p:tavLst>
                                        <p:tav tm="0">
                                          <p:val>
                                            <p:strVal val="1+#ppt_w/2"/>
                                          </p:val>
                                        </p:tav>
                                        <p:tav tm="100000">
                                          <p:val>
                                            <p:strVal val="#ppt_x"/>
                                          </p:val>
                                        </p:tav>
                                      </p:tavLst>
                                    </p:anim>
                                    <p:anim calcmode="lin" valueType="num">
                                      <p:cBhvr additive="base">
                                        <p:cTn id="8" dur="500" fill="hold"/>
                                        <p:tgtEl>
                                          <p:spTgt spid="67"/>
                                        </p:tgtEl>
                                        <p:attrNameLst>
                                          <p:attrName>ppt_y</p:attrName>
                                        </p:attrNameLst>
                                      </p:cBhvr>
                                      <p:tavLst>
                                        <p:tav tm="0">
                                          <p:val>
                                            <p:strVal val="1+#ppt_h/2"/>
                                          </p:val>
                                        </p:tav>
                                        <p:tav tm="100000">
                                          <p:val>
                                            <p:strVal val="#ppt_y"/>
                                          </p:val>
                                        </p:tav>
                                      </p:tavLst>
                                    </p:anim>
                                  </p:childTnLst>
                                </p:cTn>
                              </p:par>
                              <p:par>
                                <p:cTn id="9" presetID="2" presetClass="entr" presetSubtype="9" decel="100000" fill="hold" grpId="0" nodeType="withEffect">
                                  <p:stCondLst>
                                    <p:cond delay="200"/>
                                  </p:stCondLst>
                                  <p:childTnLst>
                                    <p:set>
                                      <p:cBhvr>
                                        <p:cTn id="10" dur="1" fill="hold">
                                          <p:stCondLst>
                                            <p:cond delay="0"/>
                                          </p:stCondLst>
                                        </p:cTn>
                                        <p:tgtEl>
                                          <p:spTgt spid="65"/>
                                        </p:tgtEl>
                                        <p:attrNameLst>
                                          <p:attrName>style.visibility</p:attrName>
                                        </p:attrNameLst>
                                      </p:cBhvr>
                                      <p:to>
                                        <p:strVal val="visible"/>
                                      </p:to>
                                    </p:set>
                                    <p:anim calcmode="lin" valueType="num">
                                      <p:cBhvr additive="base">
                                        <p:cTn id="11" dur="500" fill="hold"/>
                                        <p:tgtEl>
                                          <p:spTgt spid="65"/>
                                        </p:tgtEl>
                                        <p:attrNameLst>
                                          <p:attrName>ppt_x</p:attrName>
                                        </p:attrNameLst>
                                      </p:cBhvr>
                                      <p:tavLst>
                                        <p:tav tm="0">
                                          <p:val>
                                            <p:strVal val="0-#ppt_w/2"/>
                                          </p:val>
                                        </p:tav>
                                        <p:tav tm="100000">
                                          <p:val>
                                            <p:strVal val="#ppt_x"/>
                                          </p:val>
                                        </p:tav>
                                      </p:tavLst>
                                    </p:anim>
                                    <p:anim calcmode="lin" valueType="num">
                                      <p:cBhvr additive="base">
                                        <p:cTn id="12" dur="500" fill="hold"/>
                                        <p:tgtEl>
                                          <p:spTgt spid="65"/>
                                        </p:tgtEl>
                                        <p:attrNameLst>
                                          <p:attrName>ppt_y</p:attrName>
                                        </p:attrNameLst>
                                      </p:cBhvr>
                                      <p:tavLst>
                                        <p:tav tm="0">
                                          <p:val>
                                            <p:strVal val="0-#ppt_h/2"/>
                                          </p:val>
                                        </p:tav>
                                        <p:tav tm="100000">
                                          <p:val>
                                            <p:strVal val="#ppt_y"/>
                                          </p:val>
                                        </p:tav>
                                      </p:tavLst>
                                    </p:anim>
                                  </p:childTnLst>
                                </p:cTn>
                              </p:par>
                              <p:par>
                                <p:cTn id="13" presetID="2" presetClass="entr" presetSubtype="3" decel="100000" fill="hold" grpId="0" nodeType="withEffect">
                                  <p:stCondLst>
                                    <p:cond delay="400"/>
                                  </p:stCondLst>
                                  <p:childTnLst>
                                    <p:set>
                                      <p:cBhvr>
                                        <p:cTn id="14" dur="1" fill="hold">
                                          <p:stCondLst>
                                            <p:cond delay="0"/>
                                          </p:stCondLst>
                                        </p:cTn>
                                        <p:tgtEl>
                                          <p:spTgt spid="66"/>
                                        </p:tgtEl>
                                        <p:attrNameLst>
                                          <p:attrName>style.visibility</p:attrName>
                                        </p:attrNameLst>
                                      </p:cBhvr>
                                      <p:to>
                                        <p:strVal val="visible"/>
                                      </p:to>
                                    </p:set>
                                    <p:anim calcmode="lin" valueType="num">
                                      <p:cBhvr additive="base">
                                        <p:cTn id="15" dur="500" fill="hold"/>
                                        <p:tgtEl>
                                          <p:spTgt spid="66"/>
                                        </p:tgtEl>
                                        <p:attrNameLst>
                                          <p:attrName>ppt_x</p:attrName>
                                        </p:attrNameLst>
                                      </p:cBhvr>
                                      <p:tavLst>
                                        <p:tav tm="0">
                                          <p:val>
                                            <p:strVal val="1+#ppt_w/2"/>
                                          </p:val>
                                        </p:tav>
                                        <p:tav tm="100000">
                                          <p:val>
                                            <p:strVal val="#ppt_x"/>
                                          </p:val>
                                        </p:tav>
                                      </p:tavLst>
                                    </p:anim>
                                    <p:anim calcmode="lin" valueType="num">
                                      <p:cBhvr additive="base">
                                        <p:cTn id="16" dur="500" fill="hold"/>
                                        <p:tgtEl>
                                          <p:spTgt spid="66"/>
                                        </p:tgtEl>
                                        <p:attrNameLst>
                                          <p:attrName>ppt_y</p:attrName>
                                        </p:attrNameLst>
                                      </p:cBhvr>
                                      <p:tavLst>
                                        <p:tav tm="0">
                                          <p:val>
                                            <p:strVal val="0-#ppt_h/2"/>
                                          </p:val>
                                        </p:tav>
                                        <p:tav tm="100000">
                                          <p:val>
                                            <p:strVal val="#ppt_y"/>
                                          </p:val>
                                        </p:tav>
                                      </p:tavLst>
                                    </p:anim>
                                  </p:childTnLst>
                                </p:cTn>
                              </p:par>
                              <p:par>
                                <p:cTn id="17" presetID="2" presetClass="entr" presetSubtype="12" decel="100000" fill="hold" grpId="0" nodeType="withEffect">
                                  <p:stCondLst>
                                    <p:cond delay="600"/>
                                  </p:stCondLst>
                                  <p:childTnLst>
                                    <p:set>
                                      <p:cBhvr>
                                        <p:cTn id="18" dur="1" fill="hold">
                                          <p:stCondLst>
                                            <p:cond delay="0"/>
                                          </p:stCondLst>
                                        </p:cTn>
                                        <p:tgtEl>
                                          <p:spTgt spid="68"/>
                                        </p:tgtEl>
                                        <p:attrNameLst>
                                          <p:attrName>style.visibility</p:attrName>
                                        </p:attrNameLst>
                                      </p:cBhvr>
                                      <p:to>
                                        <p:strVal val="visible"/>
                                      </p:to>
                                    </p:set>
                                    <p:anim calcmode="lin" valueType="num">
                                      <p:cBhvr additive="base">
                                        <p:cTn id="19" dur="500" fill="hold"/>
                                        <p:tgtEl>
                                          <p:spTgt spid="68"/>
                                        </p:tgtEl>
                                        <p:attrNameLst>
                                          <p:attrName>ppt_x</p:attrName>
                                        </p:attrNameLst>
                                      </p:cBhvr>
                                      <p:tavLst>
                                        <p:tav tm="0">
                                          <p:val>
                                            <p:strVal val="0-#ppt_w/2"/>
                                          </p:val>
                                        </p:tav>
                                        <p:tav tm="100000">
                                          <p:val>
                                            <p:strVal val="#ppt_x"/>
                                          </p:val>
                                        </p:tav>
                                      </p:tavLst>
                                    </p:anim>
                                    <p:anim calcmode="lin" valueType="num">
                                      <p:cBhvr additive="base">
                                        <p:cTn id="20" dur="500" fill="hold"/>
                                        <p:tgtEl>
                                          <p:spTgt spid="68"/>
                                        </p:tgtEl>
                                        <p:attrNameLst>
                                          <p:attrName>ppt_y</p:attrName>
                                        </p:attrNameLst>
                                      </p:cBhvr>
                                      <p:tavLst>
                                        <p:tav tm="0">
                                          <p:val>
                                            <p:strVal val="1+#ppt_h/2"/>
                                          </p:val>
                                        </p:tav>
                                        <p:tav tm="100000">
                                          <p:val>
                                            <p:strVal val="#ppt_y"/>
                                          </p:val>
                                        </p:tav>
                                      </p:tavLst>
                                    </p:anim>
                                  </p:childTnLst>
                                </p:cTn>
                              </p:par>
                            </p:childTnLst>
                          </p:cTn>
                        </p:par>
                        <p:par>
                          <p:cTn id="21" fill="hold">
                            <p:stCondLst>
                              <p:cond delay="1100"/>
                            </p:stCondLst>
                            <p:childTnLst>
                              <p:par>
                                <p:cTn id="22" presetID="22" presetClass="entr" presetSubtype="8" fill="hold" grpId="0" nodeType="afterEffect">
                                  <p:stCondLst>
                                    <p:cond delay="0"/>
                                  </p:stCondLst>
                                  <p:childTnLst>
                                    <p:set>
                                      <p:cBhvr>
                                        <p:cTn id="23" dur="1" fill="hold">
                                          <p:stCondLst>
                                            <p:cond delay="0"/>
                                          </p:stCondLst>
                                        </p:cTn>
                                        <p:tgtEl>
                                          <p:spTgt spid="69"/>
                                        </p:tgtEl>
                                        <p:attrNameLst>
                                          <p:attrName>style.visibility</p:attrName>
                                        </p:attrNameLst>
                                      </p:cBhvr>
                                      <p:to>
                                        <p:strVal val="visible"/>
                                      </p:to>
                                    </p:set>
                                    <p:animEffect transition="in" filter="wipe(left)">
                                      <p:cBhvr>
                                        <p:cTn id="24" dur="500"/>
                                        <p:tgtEl>
                                          <p:spTgt spid="69"/>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wipe(left)">
                                      <p:cBhvr>
                                        <p:cTn id="27" dur="500"/>
                                        <p:tgtEl>
                                          <p:spTgt spid="70"/>
                                        </p:tgtEl>
                                      </p:cBhvr>
                                    </p:animEffect>
                                  </p:childTnLst>
                                </p:cTn>
                              </p:par>
                            </p:childTnLst>
                          </p:cTn>
                        </p:par>
                        <p:par>
                          <p:cTn id="28" fill="hold">
                            <p:stCondLst>
                              <p:cond delay="1600"/>
                            </p:stCondLst>
                            <p:childTnLst>
                              <p:par>
                                <p:cTn id="29" presetID="22" presetClass="entr" presetSubtype="2" fill="hold" grpId="0" nodeType="afterEffect">
                                  <p:stCondLst>
                                    <p:cond delay="0"/>
                                  </p:stCondLst>
                                  <p:childTnLst>
                                    <p:set>
                                      <p:cBhvr>
                                        <p:cTn id="30" dur="1" fill="hold">
                                          <p:stCondLst>
                                            <p:cond delay="0"/>
                                          </p:stCondLst>
                                        </p:cTn>
                                        <p:tgtEl>
                                          <p:spTgt spid="71"/>
                                        </p:tgtEl>
                                        <p:attrNameLst>
                                          <p:attrName>style.visibility</p:attrName>
                                        </p:attrNameLst>
                                      </p:cBhvr>
                                      <p:to>
                                        <p:strVal val="visible"/>
                                      </p:to>
                                    </p:set>
                                    <p:animEffect transition="in" filter="wipe(right)">
                                      <p:cBhvr>
                                        <p:cTn id="31" dur="500"/>
                                        <p:tgtEl>
                                          <p:spTgt spid="71"/>
                                        </p:tgtEl>
                                      </p:cBhvr>
                                    </p:animEffect>
                                  </p:childTnLst>
                                </p:cTn>
                              </p:par>
                              <p:par>
                                <p:cTn id="32" presetID="22" presetClass="entr" presetSubtype="2" fill="hold" grpId="0" nodeType="with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wipe(right)">
                                      <p:cBhvr>
                                        <p:cTn id="34" dur="500"/>
                                        <p:tgtEl>
                                          <p:spTgt spid="72"/>
                                        </p:tgtEl>
                                      </p:cBhvr>
                                    </p:animEffect>
                                  </p:childTnLst>
                                </p:cTn>
                              </p:par>
                            </p:childTnLst>
                          </p:cTn>
                        </p:par>
                        <p:par>
                          <p:cTn id="35" fill="hold">
                            <p:stCondLst>
                              <p:cond delay="2100"/>
                            </p:stCondLst>
                            <p:childTnLst>
                              <p:par>
                                <p:cTn id="36" presetID="22" presetClass="entr" presetSubtype="8" fill="hold" grpId="0" nodeType="afterEffect">
                                  <p:stCondLst>
                                    <p:cond delay="0"/>
                                  </p:stCondLst>
                                  <p:childTnLst>
                                    <p:set>
                                      <p:cBhvr>
                                        <p:cTn id="37" dur="1" fill="hold">
                                          <p:stCondLst>
                                            <p:cond delay="0"/>
                                          </p:stCondLst>
                                        </p:cTn>
                                        <p:tgtEl>
                                          <p:spTgt spid="73"/>
                                        </p:tgtEl>
                                        <p:attrNameLst>
                                          <p:attrName>style.visibility</p:attrName>
                                        </p:attrNameLst>
                                      </p:cBhvr>
                                      <p:to>
                                        <p:strVal val="visible"/>
                                      </p:to>
                                    </p:set>
                                    <p:animEffect transition="in" filter="wipe(left)">
                                      <p:cBhvr>
                                        <p:cTn id="38" dur="500"/>
                                        <p:tgtEl>
                                          <p:spTgt spid="73"/>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animEffect transition="in" filter="wipe(left)">
                                      <p:cBhvr>
                                        <p:cTn id="41" dur="500"/>
                                        <p:tgtEl>
                                          <p:spTgt spid="74"/>
                                        </p:tgtEl>
                                      </p:cBhvr>
                                    </p:animEffect>
                                  </p:childTnLst>
                                </p:cTn>
                              </p:par>
                            </p:childTnLst>
                          </p:cTn>
                        </p:par>
                        <p:par>
                          <p:cTn id="42" fill="hold">
                            <p:stCondLst>
                              <p:cond delay="2600"/>
                            </p:stCondLst>
                            <p:childTnLst>
                              <p:par>
                                <p:cTn id="43" presetID="22" presetClass="entr" presetSubtype="2" fill="hold" grpId="0" nodeType="after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wipe(right)">
                                      <p:cBhvr>
                                        <p:cTn id="45" dur="500"/>
                                        <p:tgtEl>
                                          <p:spTgt spid="75"/>
                                        </p:tgtEl>
                                      </p:cBhvr>
                                    </p:animEffect>
                                  </p:childTnLst>
                                </p:cTn>
                              </p:par>
                              <p:par>
                                <p:cTn id="46" presetID="22" presetClass="entr" presetSubtype="2" fill="hold" grpId="0" nodeType="withEffect">
                                  <p:stCondLst>
                                    <p:cond delay="0"/>
                                  </p:stCondLst>
                                  <p:childTnLst>
                                    <p:set>
                                      <p:cBhvr>
                                        <p:cTn id="47" dur="1" fill="hold">
                                          <p:stCondLst>
                                            <p:cond delay="0"/>
                                          </p:stCondLst>
                                        </p:cTn>
                                        <p:tgtEl>
                                          <p:spTgt spid="76"/>
                                        </p:tgtEl>
                                        <p:attrNameLst>
                                          <p:attrName>style.visibility</p:attrName>
                                        </p:attrNameLst>
                                      </p:cBhvr>
                                      <p:to>
                                        <p:strVal val="visible"/>
                                      </p:to>
                                    </p:set>
                                    <p:animEffect transition="in" filter="wipe(right)">
                                      <p:cBhvr>
                                        <p:cTn id="48" dur="500"/>
                                        <p:tgtEl>
                                          <p:spTgt spid="76"/>
                                        </p:tgtEl>
                                      </p:cBhvr>
                                    </p:animEffect>
                                  </p:childTnLst>
                                </p:cTn>
                              </p:par>
                            </p:childTnLst>
                          </p:cTn>
                        </p:par>
                        <p:par>
                          <p:cTn id="49" fill="hold">
                            <p:stCondLst>
                              <p:cond delay="3100"/>
                            </p:stCondLst>
                            <p:childTnLst>
                              <p:par>
                                <p:cTn id="50" presetID="22" presetClass="entr" presetSubtype="2" fill="hold" grpId="0" nodeType="after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wipe(right)">
                                      <p:cBhvr>
                                        <p:cTn id="52" dur="500"/>
                                        <p:tgtEl>
                                          <p:spTgt spid="64"/>
                                        </p:tgtEl>
                                      </p:cBhvr>
                                    </p:animEffect>
                                  </p:childTnLst>
                                </p:cTn>
                              </p:par>
                            </p:childTnLst>
                          </p:cTn>
                        </p:par>
                        <p:par>
                          <p:cTn id="53" fill="hold">
                            <p:stCondLst>
                              <p:cond delay="3600"/>
                            </p:stCondLst>
                            <p:childTnLst>
                              <p:par>
                                <p:cTn id="54" presetID="22" presetClass="entr" presetSubtype="8" fill="hold" grpId="0" nodeType="afterEffect">
                                  <p:stCondLst>
                                    <p:cond delay="0"/>
                                  </p:stCondLst>
                                  <p:childTnLst>
                                    <p:set>
                                      <p:cBhvr>
                                        <p:cTn id="55" dur="1" fill="hold">
                                          <p:stCondLst>
                                            <p:cond delay="0"/>
                                          </p:stCondLst>
                                        </p:cTn>
                                        <p:tgtEl>
                                          <p:spTgt spid="77"/>
                                        </p:tgtEl>
                                        <p:attrNameLst>
                                          <p:attrName>style.visibility</p:attrName>
                                        </p:attrNameLst>
                                      </p:cBhvr>
                                      <p:to>
                                        <p:strVal val="visible"/>
                                      </p:to>
                                    </p:set>
                                    <p:animEffect transition="in" filter="wipe(left)">
                                      <p:cBhvr>
                                        <p:cTn id="56" dur="500"/>
                                        <p:tgtEl>
                                          <p:spTgt spid="77"/>
                                        </p:tgtEl>
                                      </p:cBhvr>
                                    </p:animEffect>
                                  </p:childTnLst>
                                </p:cTn>
                              </p:par>
                            </p:childTnLst>
                          </p:cTn>
                        </p:par>
                        <p:par>
                          <p:cTn id="57" fill="hold">
                            <p:stCondLst>
                              <p:cond delay="4100"/>
                            </p:stCondLst>
                            <p:childTnLst>
                              <p:par>
                                <p:cTn id="58" presetID="10" presetClass="entr" presetSubtype="0" fill="hold" grpId="0" nodeType="afterEffect">
                                  <p:stCondLst>
                                    <p:cond delay="0"/>
                                  </p:stCondLst>
                                  <p:childTnLst>
                                    <p:set>
                                      <p:cBhvr>
                                        <p:cTn id="59" dur="1" fill="hold">
                                          <p:stCondLst>
                                            <p:cond delay="0"/>
                                          </p:stCondLst>
                                        </p:cTn>
                                        <p:tgtEl>
                                          <p:spTgt spid="78"/>
                                        </p:tgtEl>
                                        <p:attrNameLst>
                                          <p:attrName>style.visibility</p:attrName>
                                        </p:attrNameLst>
                                      </p:cBhvr>
                                      <p:to>
                                        <p:strVal val="visible"/>
                                      </p:to>
                                    </p:set>
                                    <p:animEffect transition="in" filter="fade">
                                      <p:cBhvr>
                                        <p:cTn id="60"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68" grpId="0" animBg="1"/>
      <p:bldP spid="69" grpId="0"/>
      <p:bldP spid="70" grpId="0"/>
      <p:bldP spid="71" grpId="0"/>
      <p:bldP spid="72" grpId="0"/>
      <p:bldP spid="73" grpId="0"/>
      <p:bldP spid="74" grpId="0"/>
      <p:bldP spid="75" grpId="0"/>
      <p:bldP spid="76" grpId="0"/>
      <p:bldP spid="77" grpId="0" animBg="1"/>
      <p:bldP spid="7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研究方案可行性论证</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03</a:t>
            </a:r>
            <a:endParaRPr kumimoji="0" lang="zh-CN" altLang="en-US" sz="1600" b="1" i="0" u="none" strike="noStrike" kern="1200" cap="none" spc="0" normalizeH="0" baseline="0" noProof="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03" name="矩形 10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EFD33CB8-2FB8-478C-8284-407BCEDFC405}"/>
              </a:ext>
            </a:extLst>
          </p:cNvPr>
          <p:cNvSpPr/>
          <p:nvPr/>
        </p:nvSpPr>
        <p:spPr>
          <a:xfrm rot="5400000">
            <a:off x="39311" y="1167609"/>
            <a:ext cx="492443"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104" name="矩形 10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06293D0A-D74B-4072-B146-C8FC832CF414}"/>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105" name="矩形 10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4844CA8-853F-4931-8526-64C8BC0F7BBB}"/>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5DA2"/>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106" name="矩形 10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F91A349-E941-47D6-8C84-7CAA33524DEB}"/>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107" name="矩形 10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A8EE55E-AC7D-4534-BB53-29536D6CF11F}"/>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108" name="矩形 10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863EE6E-DCE4-417D-81F2-EA41AA71D1EF}"/>
              </a:ext>
            </a:extLst>
          </p:cNvPr>
          <p:cNvSpPr/>
          <p:nvPr/>
        </p:nvSpPr>
        <p:spPr>
          <a:xfrm>
            <a:off x="525342" y="3099823"/>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11" name="矩形标注 6">
            <a:extLst>
              <a:ext uri="{FF2B5EF4-FFF2-40B4-BE49-F238E27FC236}">
                <a16:creationId xmlns:a16="http://schemas.microsoft.com/office/drawing/2014/main" id="{FF821660-1C17-4E62-9283-72D1E51C7D98}"/>
              </a:ext>
            </a:extLst>
          </p:cNvPr>
          <p:cNvSpPr/>
          <p:nvPr/>
        </p:nvSpPr>
        <p:spPr>
          <a:xfrm>
            <a:off x="8696829" y="2411946"/>
            <a:ext cx="2694451" cy="1346230"/>
          </a:xfrm>
          <a:prstGeom prst="wedgeRectCallout">
            <a:avLst>
              <a:gd name="adj1" fmla="val 41393"/>
              <a:gd name="adj2" fmla="val -19934"/>
            </a:avLst>
          </a:prstGeom>
          <a:solidFill>
            <a:srgbClr val="005DA2"/>
          </a:solidFill>
          <a:ln w="12700" cap="flat" cmpd="sng" algn="ctr">
            <a:solidFill>
              <a:sysClr val="window" lastClr="FFFFFF">
                <a:lumMod val="85000"/>
              </a:sysClr>
            </a:solidFill>
            <a:prstDash val="solid"/>
            <a:miter lim="800000"/>
          </a:ln>
          <a:effectLst/>
        </p:spPr>
        <p:txBody>
          <a:bodyPr lIns="91400" tIns="45699" rIns="91400" bIns="45699" rtlCol="0" anchor="ctr"/>
          <a:lstStyle/>
          <a:p>
            <a:pPr marL="0" marR="0" lvl="0" indent="0" defTabSz="1215507" eaLnBrk="1" fontAlgn="base" latinLnBrk="0" hangingPunct="1">
              <a:lnSpc>
                <a:spcPct val="100000"/>
              </a:lnSpc>
              <a:spcBef>
                <a:spcPct val="2000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rPr>
              <a:t>     单击编辑标题</a:t>
            </a:r>
            <a:endParaRPr kumimoji="0" lang="en-US" altLang="zh-CN"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   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   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12" name="矩形标注 7">
            <a:extLst>
              <a:ext uri="{FF2B5EF4-FFF2-40B4-BE49-F238E27FC236}">
                <a16:creationId xmlns:a16="http://schemas.microsoft.com/office/drawing/2014/main" id="{5CA962AF-014F-45B8-B95B-B932D360B340}"/>
              </a:ext>
            </a:extLst>
          </p:cNvPr>
          <p:cNvSpPr/>
          <p:nvPr/>
        </p:nvSpPr>
        <p:spPr>
          <a:xfrm>
            <a:off x="6202385" y="2411946"/>
            <a:ext cx="2494445" cy="1346230"/>
          </a:xfrm>
          <a:prstGeom prst="wedgeRectCallout">
            <a:avLst>
              <a:gd name="adj1" fmla="val 59514"/>
              <a:gd name="adj2" fmla="val -21196"/>
            </a:avLst>
          </a:prstGeom>
          <a:solidFill>
            <a:srgbClr val="0070C0"/>
          </a:solidFill>
          <a:ln w="12700" cap="flat" cmpd="sng" algn="ctr">
            <a:solidFill>
              <a:sysClr val="window" lastClr="FFFFFF">
                <a:lumMod val="85000"/>
              </a:sysClr>
            </a:solidFill>
            <a:prstDash val="solid"/>
            <a:miter lim="800000"/>
          </a:ln>
          <a:effectLst/>
        </p:spPr>
        <p:txBody>
          <a:bodyPr lIns="91400" tIns="45699" rIns="91400" bIns="45699" rtlCol="0" anchor="ctr"/>
          <a:lstStyle/>
          <a:p>
            <a:pPr marL="0" marR="0" lvl="0" indent="0" defTabSz="1215507" eaLnBrk="1" fontAlgn="base" latinLnBrk="0" hangingPunct="1">
              <a:lnSpc>
                <a:spcPct val="100000"/>
              </a:lnSpc>
              <a:spcBef>
                <a:spcPct val="2000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rPr>
              <a:t>     单击编辑标题</a:t>
            </a:r>
            <a:endParaRPr kumimoji="0" lang="en-US" altLang="zh-CN"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13" name="矩形标注 8">
            <a:extLst>
              <a:ext uri="{FF2B5EF4-FFF2-40B4-BE49-F238E27FC236}">
                <a16:creationId xmlns:a16="http://schemas.microsoft.com/office/drawing/2014/main" id="{17231102-15F3-4245-841A-B28976A5C947}"/>
              </a:ext>
            </a:extLst>
          </p:cNvPr>
          <p:cNvSpPr/>
          <p:nvPr/>
        </p:nvSpPr>
        <p:spPr>
          <a:xfrm>
            <a:off x="3707941" y="2411946"/>
            <a:ext cx="2494445" cy="1346230"/>
          </a:xfrm>
          <a:prstGeom prst="wedgeRectCallout">
            <a:avLst>
              <a:gd name="adj1" fmla="val 59514"/>
              <a:gd name="adj2" fmla="val -21196"/>
            </a:avLst>
          </a:prstGeom>
          <a:solidFill>
            <a:srgbClr val="005DA2"/>
          </a:solidFill>
          <a:ln w="12700" cap="flat" cmpd="sng" algn="ctr">
            <a:solidFill>
              <a:sysClr val="window" lastClr="FFFFFF">
                <a:lumMod val="85000"/>
              </a:sysClr>
            </a:solidFill>
            <a:prstDash val="solid"/>
            <a:miter lim="800000"/>
          </a:ln>
          <a:effectLst/>
        </p:spPr>
        <p:txBody>
          <a:bodyPr lIns="91400" tIns="45699" rIns="91400" bIns="45699" rtlCol="0" anchor="ctr"/>
          <a:lstStyle/>
          <a:p>
            <a:pPr marL="0" marR="0" lvl="0" indent="0" defTabSz="1215507" eaLnBrk="1" fontAlgn="base" latinLnBrk="0" hangingPunct="1">
              <a:lnSpc>
                <a:spcPct val="100000"/>
              </a:lnSpc>
              <a:spcBef>
                <a:spcPct val="2000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rPr>
              <a:t>     单击编辑标题</a:t>
            </a:r>
            <a:endParaRPr kumimoji="0" lang="en-US" altLang="zh-CN"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14" name="矩形标注 9">
            <a:extLst>
              <a:ext uri="{FF2B5EF4-FFF2-40B4-BE49-F238E27FC236}">
                <a16:creationId xmlns:a16="http://schemas.microsoft.com/office/drawing/2014/main" id="{248DF88C-A4B9-409A-982D-ACDFEFB3822D}"/>
              </a:ext>
            </a:extLst>
          </p:cNvPr>
          <p:cNvSpPr/>
          <p:nvPr/>
        </p:nvSpPr>
        <p:spPr>
          <a:xfrm>
            <a:off x="1213498" y="2411946"/>
            <a:ext cx="2494445" cy="1346230"/>
          </a:xfrm>
          <a:prstGeom prst="wedgeRectCallout">
            <a:avLst>
              <a:gd name="adj1" fmla="val 59514"/>
              <a:gd name="adj2" fmla="val -21196"/>
            </a:avLst>
          </a:prstGeom>
          <a:solidFill>
            <a:srgbClr val="0070C0"/>
          </a:solidFill>
          <a:ln w="12700" cap="flat" cmpd="sng" algn="ctr">
            <a:solidFill>
              <a:sysClr val="window" lastClr="FFFFFF">
                <a:lumMod val="85000"/>
              </a:sysClr>
            </a:solidFill>
            <a:prstDash val="solid"/>
            <a:miter lim="800000"/>
          </a:ln>
          <a:effectLst/>
        </p:spPr>
        <p:txBody>
          <a:bodyPr lIns="91400" tIns="45699" rIns="91400" bIns="45699" rtlCol="0" anchor="ctr"/>
          <a:lstStyle/>
          <a:p>
            <a:pPr marL="0" marR="0" lvl="0" indent="0" defTabSz="1215507" eaLnBrk="1" fontAlgn="base" latinLnBrk="0" hangingPunct="1">
              <a:lnSpc>
                <a:spcPct val="100000"/>
              </a:lnSpc>
              <a:spcBef>
                <a:spcPct val="2000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rPr>
              <a:t>单击编辑标题</a:t>
            </a:r>
            <a:endParaRPr kumimoji="0" lang="en-US" altLang="zh-CN"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sym typeface="Arial" pitchFamily="34" charset="0"/>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a:p>
            <a:pPr marL="0" marR="0" lvl="0" indent="0" defTabSz="1218804" eaLnBrk="1" fontAlgn="base" latinLnBrk="0" hangingPunct="1">
              <a:lnSpc>
                <a:spcPct val="100000"/>
              </a:lnSpc>
              <a:spcBef>
                <a:spcPct val="0"/>
              </a:spcBef>
              <a:spcAft>
                <a:spcPct val="0"/>
              </a:spcAft>
              <a:buClrTx/>
              <a:buSzTx/>
              <a:buFontTx/>
              <a:buNone/>
              <a:tabLst/>
              <a:defRPr/>
            </a:pPr>
            <a:r>
              <a:rPr kumimoji="0" lang="zh-CN" altLang="en-US"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请在此粘贴或者输入你的文字内容</a:t>
            </a:r>
            <a:endParaRPr kumimoji="0" lang="en-US" altLang="zh-CN" sz="1200"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15" name="文本框 14">
            <a:extLst>
              <a:ext uri="{FF2B5EF4-FFF2-40B4-BE49-F238E27FC236}">
                <a16:creationId xmlns:a16="http://schemas.microsoft.com/office/drawing/2014/main" id="{4ABC0238-4690-4520-8385-E26843E1A13F}"/>
              </a:ext>
            </a:extLst>
          </p:cNvPr>
          <p:cNvSpPr txBox="1"/>
          <p:nvPr/>
        </p:nvSpPr>
        <p:spPr>
          <a:xfrm>
            <a:off x="1123230" y="4748913"/>
            <a:ext cx="10381453" cy="830954"/>
          </a:xfrm>
          <a:prstGeom prst="rect">
            <a:avLst/>
          </a:prstGeom>
          <a:noFill/>
        </p:spPr>
        <p:txBody>
          <a:bodyPr wrap="square" lIns="91400" tIns="45699" rIns="91400" bIns="45699" rtlCol="0">
            <a:spAutoFit/>
          </a:bodyPr>
          <a:lstStyle/>
          <a:p>
            <a:pPr defTabSz="1218804" fontAlgn="base">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请在此粘贴或者输入你的文字内容请在此粘贴或者输入你的文字内容请在此粘贴或者输入你的文字内容请在此粘贴或者输入你的文字内容请在此粘贴或者输入你的文字内容请在此粘贴或者输入你的文字内容</a:t>
            </a:r>
            <a:endParaRPr lang="en-US" altLang="zh-CN" sz="1200" dirty="0">
              <a:solidFill>
                <a:prstClr val="black">
                  <a:lumMod val="50000"/>
                  <a:lumOff val="50000"/>
                </a:prstClr>
              </a:solidFill>
              <a:latin typeface="微软雅黑" pitchFamily="34" charset="-122"/>
              <a:ea typeface="微软雅黑" pitchFamily="34" charset="-122"/>
            </a:endParaRPr>
          </a:p>
          <a:p>
            <a:pPr defTabSz="1218804" fontAlgn="base">
              <a:spcBef>
                <a:spcPct val="0"/>
              </a:spcBef>
              <a:spcAft>
                <a:spcPct val="0"/>
              </a:spcAft>
            </a:pPr>
            <a:endParaRPr lang="en-US" altLang="zh-CN" sz="1200" dirty="0">
              <a:solidFill>
                <a:prstClr val="black">
                  <a:lumMod val="50000"/>
                  <a:lumOff val="50000"/>
                </a:prstClr>
              </a:solidFill>
              <a:latin typeface="微软雅黑" pitchFamily="34" charset="-122"/>
              <a:ea typeface="微软雅黑" pitchFamily="34" charset="-122"/>
            </a:endParaRPr>
          </a:p>
          <a:p>
            <a:pPr defTabSz="1218804" fontAlgn="base">
              <a:spcBef>
                <a:spcPct val="0"/>
              </a:spcBef>
              <a:spcAft>
                <a:spcPct val="0"/>
              </a:spcAft>
            </a:pPr>
            <a:endParaRPr lang="en-US" altLang="zh-CN" sz="1200" dirty="0">
              <a:solidFill>
                <a:prstClr val="black">
                  <a:lumMod val="50000"/>
                  <a:lumOff val="50000"/>
                </a:prstClr>
              </a:solidFill>
              <a:latin typeface="微软雅黑" pitchFamily="34" charset="-122"/>
              <a:ea typeface="微软雅黑" pitchFamily="34" charset="-122"/>
            </a:endParaRPr>
          </a:p>
        </p:txBody>
      </p:sp>
      <p:sp>
        <p:nvSpPr>
          <p:cNvPr id="16" name="文本框 15">
            <a:extLst>
              <a:ext uri="{FF2B5EF4-FFF2-40B4-BE49-F238E27FC236}">
                <a16:creationId xmlns:a16="http://schemas.microsoft.com/office/drawing/2014/main" id="{5A973441-97D3-4656-A067-1BDE98BEDA37}"/>
              </a:ext>
            </a:extLst>
          </p:cNvPr>
          <p:cNvSpPr txBox="1"/>
          <p:nvPr/>
        </p:nvSpPr>
        <p:spPr>
          <a:xfrm>
            <a:off x="1123231" y="4315312"/>
            <a:ext cx="7624110" cy="338384"/>
          </a:xfrm>
          <a:prstGeom prst="rect">
            <a:avLst/>
          </a:prstGeom>
          <a:noFill/>
        </p:spPr>
        <p:txBody>
          <a:bodyPr wrap="square" lIns="91400" tIns="45699" rIns="91400" bIns="45699" rtlCol="0">
            <a:spAutoFit/>
          </a:bodyPr>
          <a:lstStyle/>
          <a:p>
            <a:pPr defTabSz="1215507" fontAlgn="base">
              <a:spcBef>
                <a:spcPct val="20000"/>
              </a:spcBef>
              <a:spcAft>
                <a:spcPct val="0"/>
              </a:spcAft>
            </a:pPr>
            <a:r>
              <a:rPr lang="zh-CN" altLang="en-US" sz="1599" dirty="0">
                <a:solidFill>
                  <a:prstClr val="black">
                    <a:lumMod val="75000"/>
                    <a:lumOff val="25000"/>
                  </a:prstClr>
                </a:solidFill>
                <a:latin typeface="微软雅黑" pitchFamily="34" charset="-122"/>
                <a:ea typeface="微软雅黑" pitchFamily="34" charset="-122"/>
                <a:sym typeface="Arial" pitchFamily="34" charset="0"/>
              </a:rPr>
              <a:t>单击编辑标题</a:t>
            </a:r>
            <a:endParaRPr lang="en-US" altLang="zh-CN" sz="1599" dirty="0">
              <a:solidFill>
                <a:prstClr val="black">
                  <a:lumMod val="75000"/>
                  <a:lumOff val="25000"/>
                </a:prstClr>
              </a:solidFill>
              <a:latin typeface="微软雅黑" pitchFamily="34" charset="-122"/>
              <a:ea typeface="微软雅黑" pitchFamily="34" charset="-122"/>
              <a:sym typeface="Arial" pitchFamily="34" charset="0"/>
            </a:endParaRPr>
          </a:p>
        </p:txBody>
      </p:sp>
    </p:spTree>
    <p:extLst>
      <p:ext uri="{BB962C8B-B14F-4D97-AF65-F5344CB8AC3E}">
        <p14:creationId xmlns:p14="http://schemas.microsoft.com/office/powerpoint/2010/main" val="441232772"/>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par>
                          <p:cTn id="8" fill="hold">
                            <p:stCondLst>
                              <p:cond delay="1000"/>
                            </p:stCondLst>
                            <p:childTnLst>
                              <p:par>
                                <p:cTn id="9" presetID="22" presetClass="entr" presetSubtype="8" fill="hold" grpId="0" nodeType="afterEffect">
                                  <p:stCondLst>
                                    <p:cond delay="500"/>
                                  </p:stCondLst>
                                  <p:childTnLst>
                                    <p:set>
                                      <p:cBhvr>
                                        <p:cTn id="10" dur="1" fill="hold">
                                          <p:stCondLst>
                                            <p:cond delay="0"/>
                                          </p:stCondLst>
                                        </p:cTn>
                                        <p:tgtEl>
                                          <p:spTgt spid="13"/>
                                        </p:tgtEl>
                                        <p:attrNameLst>
                                          <p:attrName>style.visibility</p:attrName>
                                        </p:attrNameLst>
                                      </p:cBhvr>
                                      <p:to>
                                        <p:strVal val="visible"/>
                                      </p:to>
                                    </p:set>
                                    <p:animEffect transition="in" filter="wipe(left)">
                                      <p:cBhvr>
                                        <p:cTn id="11" dur="1000"/>
                                        <p:tgtEl>
                                          <p:spTgt spid="13"/>
                                        </p:tgtEl>
                                      </p:cBhvr>
                                    </p:animEffect>
                                  </p:childTnLst>
                                </p:cTn>
                              </p:par>
                            </p:childTnLst>
                          </p:cTn>
                        </p:par>
                        <p:par>
                          <p:cTn id="12" fill="hold">
                            <p:stCondLst>
                              <p:cond delay="2500"/>
                            </p:stCondLst>
                            <p:childTnLst>
                              <p:par>
                                <p:cTn id="13" presetID="22" presetClass="entr" presetSubtype="8" fill="hold" grpId="0" nodeType="afterEffect">
                                  <p:stCondLst>
                                    <p:cond delay="50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1000"/>
                                        <p:tgtEl>
                                          <p:spTgt spid="11"/>
                                        </p:tgtEl>
                                      </p:cBhvr>
                                    </p:animEffect>
                                  </p:childTnLst>
                                </p:cTn>
                              </p:par>
                            </p:childTnLst>
                          </p:cTn>
                        </p:par>
                        <p:par>
                          <p:cTn id="16" fill="hold">
                            <p:stCondLst>
                              <p:cond delay="4000"/>
                            </p:stCondLst>
                            <p:childTnLst>
                              <p:par>
                                <p:cTn id="17" presetID="10"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Effect transition="in" filter="fade">
                                      <p:cBhvr>
                                        <p:cTn id="19" dur="1000"/>
                                        <p:tgtEl>
                                          <p:spTgt spid="16"/>
                                        </p:tgtEl>
                                      </p:cBhvr>
                                    </p:animEffect>
                                  </p:childTnLst>
                                </p:cTn>
                              </p:par>
                            </p:childTnLst>
                          </p:cTn>
                        </p:par>
                        <p:par>
                          <p:cTn id="20" fill="hold">
                            <p:stCondLst>
                              <p:cond delay="5500"/>
                            </p:stCondLst>
                            <p:childTnLst>
                              <p:par>
                                <p:cTn id="21" presetID="10" presetClass="entr" presetSubtype="0" fill="hold" grpId="0" nodeType="afterEffect">
                                  <p:stCondLst>
                                    <p:cond delay="0"/>
                                  </p:stCondLst>
                                  <p:iterate type="lt">
                                    <p:tmPct val="10000"/>
                                  </p:iterate>
                                  <p:childTnLst>
                                    <p:set>
                                      <p:cBhvr>
                                        <p:cTn id="22" dur="1" fill="hold">
                                          <p:stCondLst>
                                            <p:cond delay="0"/>
                                          </p:stCondLst>
                                        </p:cTn>
                                        <p:tgtEl>
                                          <p:spTgt spid="15"/>
                                        </p:tgtEl>
                                        <p:attrNameLst>
                                          <p:attrName>style.visibility</p:attrName>
                                        </p:attrNameLst>
                                      </p:cBhvr>
                                      <p:to>
                                        <p:strVal val="visible"/>
                                      </p:to>
                                    </p:set>
                                    <p:animEffect transition="in" filter="fade">
                                      <p:cBhvr>
                                        <p:cTn id="23" dur="1000"/>
                                        <p:tgtEl>
                                          <p:spTgt spid="15"/>
                                        </p:tgtEl>
                                      </p:cBhvr>
                                    </p:animEffect>
                                  </p:childTnLst>
                                </p:cTn>
                              </p:par>
                            </p:childTnLst>
                          </p:cTn>
                        </p:par>
                        <p:par>
                          <p:cTn id="24" fill="hold">
                            <p:stCondLst>
                              <p:cond delay="15400"/>
                            </p:stCondLst>
                            <p:childTnLst>
                              <p:par>
                                <p:cTn id="25" presetID="22" presetClass="entr" presetSubtype="8" fill="hold" grpId="0" nodeType="afterEffect">
                                  <p:stCondLst>
                                    <p:cond delay="50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p:bldP spid="1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BE5E0FA-3DFC-4164-8712-8993B5A1BDE7}"/>
              </a:ext>
            </a:extLst>
          </p:cNvPr>
          <p:cNvGrpSpPr/>
          <p:nvPr/>
        </p:nvGrpSpPr>
        <p:grpSpPr>
          <a:xfrm>
            <a:off x="0" y="1395413"/>
            <a:ext cx="12192000" cy="4392612"/>
            <a:chOff x="0" y="1395413"/>
            <a:chExt cx="12192000" cy="4392612"/>
          </a:xfrm>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5DA2"/>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B0A26906-AE60-40D2-8C87-949BF8255D0E}"/>
              </a:ext>
            </a:extLst>
          </p:cNvPr>
          <p:cNvSpPr txBox="1"/>
          <p:nvPr/>
        </p:nvSpPr>
        <p:spPr>
          <a:xfrm>
            <a:off x="1106396" y="1908176"/>
            <a:ext cx="1478290" cy="31547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4</a:t>
            </a:r>
            <a:endParaRPr kumimoji="0" lang="zh-CN" altLang="en-US"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5255F36E-6EFB-43A9-BB90-0BC2840ADB2D}"/>
              </a:ext>
            </a:extLst>
          </p:cNvPr>
          <p:cNvSpPr txBox="1"/>
          <p:nvPr/>
        </p:nvSpPr>
        <p:spPr>
          <a:xfrm>
            <a:off x="2846861" y="3598452"/>
            <a:ext cx="4410383" cy="5025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One needs 3 things to be truly happy living in the </a:t>
            </a:r>
            <a:r>
              <a:rPr kumimoji="0" lang="en-US" altLang="zh-CN" sz="1333" b="0" i="0" u="none" strike="noStrike" kern="1200" cap="none" spc="0" normalizeH="0" baseline="0" noProof="0" dirty="0" err="1">
                <a:ln>
                  <a:noFill/>
                </a:ln>
                <a:solidFill>
                  <a:prstClr val="white"/>
                </a:solidFill>
                <a:effectLst/>
                <a:uLnTx/>
                <a:uFillTx/>
                <a:latin typeface="Calibri Light" panose="020F0302020204030204" pitchFamily="34" charset="0"/>
                <a:ea typeface="等线" panose="02010600030101010101" pitchFamily="2" charset="-122"/>
                <a:cs typeface="+mn-cs"/>
              </a:rPr>
              <a:t>worl</a:t>
            </a: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 needs 3 things to be truly happy</a:t>
            </a:r>
            <a:endParaRPr kumimoji="0" lang="zh-CN" altLang="en-US"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7ADB3DBB-7273-448D-A338-7792C31A338C}"/>
              </a:ext>
            </a:extLst>
          </p:cNvPr>
          <p:cNvSpPr txBox="1"/>
          <p:nvPr/>
        </p:nvSpPr>
        <p:spPr>
          <a:xfrm>
            <a:off x="2846862" y="2668383"/>
            <a:ext cx="2476903" cy="769441"/>
          </a:xfrm>
          <a:prstGeom prst="rect">
            <a:avLst/>
          </a:prstGeom>
          <a:noFill/>
        </p:spPr>
        <p:txBody>
          <a:bodyPr wrap="square" rtlCol="0">
            <a:spAutoFit/>
          </a:bodyPr>
          <a:lstStyle/>
          <a:p>
            <a:pPr lvl="0"/>
            <a:r>
              <a:rPr lang="zh-CN" altLang="en-US" sz="4400" dirty="0">
                <a:solidFill>
                  <a:prstClr val="white"/>
                </a:solidFill>
                <a:latin typeface="华康俪金黑W8" panose="020B0809000000000000" pitchFamily="49" charset="-122"/>
                <a:ea typeface="华康俪金黑W8" panose="020B0809000000000000" pitchFamily="49" charset="-122"/>
              </a:rPr>
              <a:t>研究成果</a:t>
            </a: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13A26355-50C4-4371-8ED6-C726847550A2}"/>
              </a:ext>
            </a:extLst>
          </p:cNvPr>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6C9D0C74-BBBE-423C-945F-1C1159608125}"/>
              </a:ext>
            </a:extLst>
          </p:cNvPr>
          <p:cNvSpPr>
            <a:spLocks/>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55710991"/>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研究目标</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04</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437FEFDA-487D-49CA-8832-B48F069677E2}"/>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1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60F10B-2E66-44B9-8FA3-EA9EAB5CA7DA}"/>
              </a:ext>
            </a:extLst>
          </p:cNvPr>
          <p:cNvSpPr/>
          <p:nvPr/>
        </p:nvSpPr>
        <p:spPr>
          <a:xfrm rot="5400000">
            <a:off x="39310" y="1167609"/>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20" name="矩形 1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601384C-9774-4269-8D68-99030D5467D3}"/>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21" name="矩形 2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33C7BB61-BBEA-472B-9161-A571DC99F4E5}"/>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22" name="矩形 2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7DE6D483-C123-42DC-8C23-372D76075F47}"/>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23" name="矩形 2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FF72F99-5DED-4302-9F0E-D5E49F878A15}"/>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24" name="矩形 2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65A650E-341D-4563-9E6C-C736C1070421}"/>
              </a:ext>
            </a:extLst>
          </p:cNvPr>
          <p:cNvSpPr/>
          <p:nvPr/>
        </p:nvSpPr>
        <p:spPr>
          <a:xfrm>
            <a:off x="525341" y="4116725"/>
            <a:ext cx="45719" cy="65835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26" name="组合 25">
            <a:extLst>
              <a:ext uri="{FF2B5EF4-FFF2-40B4-BE49-F238E27FC236}">
                <a16:creationId xmlns:a16="http://schemas.microsoft.com/office/drawing/2014/main" id="{FEBDD97F-AD7E-460C-B442-D985FA0B067D}"/>
              </a:ext>
            </a:extLst>
          </p:cNvPr>
          <p:cNvGrpSpPr/>
          <p:nvPr/>
        </p:nvGrpSpPr>
        <p:grpSpPr>
          <a:xfrm>
            <a:off x="4355795" y="2156602"/>
            <a:ext cx="3480410" cy="3487599"/>
            <a:chOff x="4355795" y="2304709"/>
            <a:chExt cx="3480410" cy="3487599"/>
          </a:xfrm>
        </p:grpSpPr>
        <p:sp>
          <p:nvSpPr>
            <p:cNvPr id="27" name="椭圆 1">
              <a:extLst>
                <a:ext uri="{FF2B5EF4-FFF2-40B4-BE49-F238E27FC236}">
                  <a16:creationId xmlns:a16="http://schemas.microsoft.com/office/drawing/2014/main" id="{3E14BE8C-E17B-47A3-9E76-96079714062C}"/>
                </a:ext>
              </a:extLst>
            </p:cNvPr>
            <p:cNvSpPr/>
            <p:nvPr/>
          </p:nvSpPr>
          <p:spPr>
            <a:xfrm rot="16200000">
              <a:off x="4530405" y="4048928"/>
              <a:ext cx="1568771" cy="1917989"/>
            </a:xfrm>
            <a:custGeom>
              <a:avLst/>
              <a:gdLst/>
              <a:ahLst/>
              <a:cxnLst/>
              <a:rect l="l" t="t" r="r" b="b"/>
              <a:pathLst>
                <a:path w="3167967" h="3873176">
                  <a:moveTo>
                    <a:pt x="1584176" y="0"/>
                  </a:moveTo>
                  <a:cubicBezTo>
                    <a:pt x="709260" y="0"/>
                    <a:pt x="0" y="709260"/>
                    <a:pt x="0" y="1584176"/>
                  </a:cubicBezTo>
                  <a:cubicBezTo>
                    <a:pt x="0" y="2446365"/>
                    <a:pt x="688775" y="3147682"/>
                    <a:pt x="1546131" y="3166304"/>
                  </a:cubicBezTo>
                  <a:lnTo>
                    <a:pt x="1546131" y="3167968"/>
                  </a:lnTo>
                  <a:lnTo>
                    <a:pt x="2374131" y="3167968"/>
                  </a:lnTo>
                  <a:lnTo>
                    <a:pt x="2374131" y="2376264"/>
                  </a:lnTo>
                  <a:lnTo>
                    <a:pt x="1576556" y="2376264"/>
                  </a:lnTo>
                  <a:lnTo>
                    <a:pt x="1576556" y="2375879"/>
                  </a:lnTo>
                  <a:cubicBezTo>
                    <a:pt x="1142606" y="2372137"/>
                    <a:pt x="792088" y="2019090"/>
                    <a:pt x="792088" y="1584176"/>
                  </a:cubicBezTo>
                  <a:cubicBezTo>
                    <a:pt x="792088" y="1146718"/>
                    <a:pt x="1146718" y="792088"/>
                    <a:pt x="1584176" y="792088"/>
                  </a:cubicBezTo>
                  <a:cubicBezTo>
                    <a:pt x="2019090" y="792088"/>
                    <a:pt x="2372137" y="1142606"/>
                    <a:pt x="2375879" y="1576556"/>
                  </a:cubicBezTo>
                  <a:lnTo>
                    <a:pt x="2376263" y="1576556"/>
                  </a:lnTo>
                  <a:lnTo>
                    <a:pt x="2376263" y="3873176"/>
                  </a:lnTo>
                  <a:lnTo>
                    <a:pt x="3167967" y="3873176"/>
                  </a:lnTo>
                  <a:lnTo>
                    <a:pt x="3167967" y="1576556"/>
                  </a:lnTo>
                  <a:lnTo>
                    <a:pt x="3167967" y="1568728"/>
                  </a:lnTo>
                  <a:lnTo>
                    <a:pt x="3167539" y="1568728"/>
                  </a:lnTo>
                  <a:cubicBezTo>
                    <a:pt x="3159985" y="700924"/>
                    <a:pt x="2453935" y="0"/>
                    <a:pt x="1584176" y="0"/>
                  </a:cubicBezTo>
                  <a:close/>
                </a:path>
              </a:pathLst>
            </a:custGeom>
            <a:solidFill>
              <a:srgbClr val="005DA2"/>
            </a:solidFill>
            <a:ln>
              <a:noFill/>
            </a:ln>
          </p:spPr>
          <p:txBody>
            <a:bodyPr/>
            <a:lstStyle/>
            <a:p>
              <a:pPr marL="0" marR="0" lvl="0" indent="0" algn="ctr" defTabSz="816337"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28" name="矩形 4">
              <a:extLst>
                <a:ext uri="{FF2B5EF4-FFF2-40B4-BE49-F238E27FC236}">
                  <a16:creationId xmlns:a16="http://schemas.microsoft.com/office/drawing/2014/main" id="{8F09C94A-1989-4000-920D-E500E3CB97D5}"/>
                </a:ext>
              </a:extLst>
            </p:cNvPr>
            <p:cNvSpPr/>
            <p:nvPr/>
          </p:nvSpPr>
          <p:spPr>
            <a:xfrm flipH="1" flipV="1">
              <a:off x="6267434" y="3871088"/>
              <a:ext cx="1568771" cy="1921220"/>
            </a:xfrm>
            <a:custGeom>
              <a:avLst/>
              <a:gdLst/>
              <a:ahLst/>
              <a:cxnLst/>
              <a:rect l="l" t="t" r="r" b="b"/>
              <a:pathLst>
                <a:path w="3167967" h="3879700">
                  <a:moveTo>
                    <a:pt x="1584176" y="0"/>
                  </a:moveTo>
                  <a:cubicBezTo>
                    <a:pt x="2456115" y="0"/>
                    <a:pt x="3163523" y="704441"/>
                    <a:pt x="3167896" y="1575252"/>
                  </a:cubicBezTo>
                  <a:lnTo>
                    <a:pt x="3167967" y="1575252"/>
                  </a:lnTo>
                  <a:lnTo>
                    <a:pt x="3167967" y="1576556"/>
                  </a:lnTo>
                  <a:lnTo>
                    <a:pt x="3167967" y="3879700"/>
                  </a:lnTo>
                  <a:lnTo>
                    <a:pt x="2376263" y="3879700"/>
                  </a:lnTo>
                  <a:lnTo>
                    <a:pt x="2376263" y="1576556"/>
                  </a:lnTo>
                  <a:lnTo>
                    <a:pt x="2375879" y="1576556"/>
                  </a:lnTo>
                  <a:cubicBezTo>
                    <a:pt x="2372137" y="1142606"/>
                    <a:pt x="2019090" y="792088"/>
                    <a:pt x="1584176" y="792088"/>
                  </a:cubicBezTo>
                  <a:cubicBezTo>
                    <a:pt x="1146718" y="792088"/>
                    <a:pt x="792088" y="1146718"/>
                    <a:pt x="792088" y="1584176"/>
                  </a:cubicBezTo>
                  <a:cubicBezTo>
                    <a:pt x="792088" y="2019090"/>
                    <a:pt x="1142606" y="2372137"/>
                    <a:pt x="1576556" y="2375879"/>
                  </a:cubicBezTo>
                  <a:lnTo>
                    <a:pt x="1576556" y="2376263"/>
                  </a:lnTo>
                  <a:lnTo>
                    <a:pt x="2369913" y="2376263"/>
                  </a:lnTo>
                  <a:lnTo>
                    <a:pt x="2369913" y="3167967"/>
                  </a:lnTo>
                  <a:lnTo>
                    <a:pt x="1576556" y="3167967"/>
                  </a:lnTo>
                  <a:lnTo>
                    <a:pt x="1541913" y="3167967"/>
                  </a:lnTo>
                  <a:lnTo>
                    <a:pt x="1541913" y="3166073"/>
                  </a:lnTo>
                  <a:cubicBezTo>
                    <a:pt x="686513" y="3145376"/>
                    <a:pt x="0" y="2444948"/>
                    <a:pt x="0" y="1584176"/>
                  </a:cubicBezTo>
                  <a:cubicBezTo>
                    <a:pt x="0" y="709260"/>
                    <a:pt x="709260" y="0"/>
                    <a:pt x="1584176" y="0"/>
                  </a:cubicBezTo>
                  <a:close/>
                </a:path>
              </a:pathLst>
            </a:custGeom>
            <a:solidFill>
              <a:srgbClr val="0070C0"/>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29" name="椭圆 1">
              <a:extLst>
                <a:ext uri="{FF2B5EF4-FFF2-40B4-BE49-F238E27FC236}">
                  <a16:creationId xmlns:a16="http://schemas.microsoft.com/office/drawing/2014/main" id="{E264D0C1-BF49-4999-BB31-8605935666C7}"/>
                </a:ext>
              </a:extLst>
            </p:cNvPr>
            <p:cNvSpPr/>
            <p:nvPr/>
          </p:nvSpPr>
          <p:spPr>
            <a:xfrm rot="16200000" flipH="1" flipV="1">
              <a:off x="6092825" y="2130481"/>
              <a:ext cx="1568771" cy="1917989"/>
            </a:xfrm>
            <a:custGeom>
              <a:avLst/>
              <a:gdLst/>
              <a:ahLst/>
              <a:cxnLst/>
              <a:rect l="l" t="t" r="r" b="b"/>
              <a:pathLst>
                <a:path w="3167967" h="3873176">
                  <a:moveTo>
                    <a:pt x="1584176" y="0"/>
                  </a:moveTo>
                  <a:cubicBezTo>
                    <a:pt x="709260" y="0"/>
                    <a:pt x="0" y="709260"/>
                    <a:pt x="0" y="1584176"/>
                  </a:cubicBezTo>
                  <a:cubicBezTo>
                    <a:pt x="0" y="2446365"/>
                    <a:pt x="688775" y="3147682"/>
                    <a:pt x="1546131" y="3166304"/>
                  </a:cubicBezTo>
                  <a:lnTo>
                    <a:pt x="1546131" y="3167968"/>
                  </a:lnTo>
                  <a:lnTo>
                    <a:pt x="2374131" y="3167968"/>
                  </a:lnTo>
                  <a:lnTo>
                    <a:pt x="2374131" y="2376264"/>
                  </a:lnTo>
                  <a:lnTo>
                    <a:pt x="1576556" y="2376264"/>
                  </a:lnTo>
                  <a:lnTo>
                    <a:pt x="1576556" y="2375879"/>
                  </a:lnTo>
                  <a:cubicBezTo>
                    <a:pt x="1142606" y="2372137"/>
                    <a:pt x="792088" y="2019090"/>
                    <a:pt x="792088" y="1584176"/>
                  </a:cubicBezTo>
                  <a:cubicBezTo>
                    <a:pt x="792088" y="1146718"/>
                    <a:pt x="1146718" y="792088"/>
                    <a:pt x="1584176" y="792088"/>
                  </a:cubicBezTo>
                  <a:cubicBezTo>
                    <a:pt x="2019090" y="792088"/>
                    <a:pt x="2372137" y="1142606"/>
                    <a:pt x="2375879" y="1576556"/>
                  </a:cubicBezTo>
                  <a:lnTo>
                    <a:pt x="2376263" y="1576556"/>
                  </a:lnTo>
                  <a:lnTo>
                    <a:pt x="2376263" y="3873176"/>
                  </a:lnTo>
                  <a:lnTo>
                    <a:pt x="3167967" y="3873176"/>
                  </a:lnTo>
                  <a:lnTo>
                    <a:pt x="3167967" y="1576556"/>
                  </a:lnTo>
                  <a:lnTo>
                    <a:pt x="3167967" y="1568728"/>
                  </a:lnTo>
                  <a:lnTo>
                    <a:pt x="3167539" y="1568728"/>
                  </a:lnTo>
                  <a:cubicBezTo>
                    <a:pt x="3159985" y="700924"/>
                    <a:pt x="2453935" y="0"/>
                    <a:pt x="1584176" y="0"/>
                  </a:cubicBez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uLnTx/>
                <a:uFillTx/>
                <a:latin typeface="微软雅黑" pitchFamily="34" charset="-122"/>
                <a:ea typeface="微软雅黑" pitchFamily="34" charset="-122"/>
                <a:cs typeface="+mn-cs"/>
              </a:endParaRPr>
            </a:p>
          </p:txBody>
        </p:sp>
        <p:sp>
          <p:nvSpPr>
            <p:cNvPr id="30" name="TextBox 5">
              <a:extLst>
                <a:ext uri="{FF2B5EF4-FFF2-40B4-BE49-F238E27FC236}">
                  <a16:creationId xmlns:a16="http://schemas.microsoft.com/office/drawing/2014/main" id="{E96D86F3-525A-4A15-A1D0-822490D18AE3}"/>
                </a:ext>
              </a:extLst>
            </p:cNvPr>
            <p:cNvSpPr txBox="1"/>
            <p:nvPr/>
          </p:nvSpPr>
          <p:spPr>
            <a:xfrm>
              <a:off x="4707760" y="2872989"/>
              <a:ext cx="864096" cy="46166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01</a:t>
              </a:r>
              <a:endParaRPr kumimoji="0" lang="zh-CN" altLang="en-US"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31" name="TextBox 6">
              <a:extLst>
                <a:ext uri="{FF2B5EF4-FFF2-40B4-BE49-F238E27FC236}">
                  <a16:creationId xmlns:a16="http://schemas.microsoft.com/office/drawing/2014/main" id="{2B7068CA-7F72-4622-9D21-F93B961E9CBA}"/>
                </a:ext>
              </a:extLst>
            </p:cNvPr>
            <p:cNvSpPr txBox="1"/>
            <p:nvPr/>
          </p:nvSpPr>
          <p:spPr>
            <a:xfrm>
              <a:off x="6619771" y="2860289"/>
              <a:ext cx="864096" cy="46166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02</a:t>
              </a:r>
              <a:endParaRPr kumimoji="0" lang="zh-CN" altLang="en-US"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32" name="TextBox 7">
              <a:extLst>
                <a:ext uri="{FF2B5EF4-FFF2-40B4-BE49-F238E27FC236}">
                  <a16:creationId xmlns:a16="http://schemas.microsoft.com/office/drawing/2014/main" id="{797AB995-2243-4218-8267-CE83297A0E6D}"/>
                </a:ext>
              </a:extLst>
            </p:cNvPr>
            <p:cNvSpPr txBox="1"/>
            <p:nvPr/>
          </p:nvSpPr>
          <p:spPr>
            <a:xfrm>
              <a:off x="6619771" y="4786356"/>
              <a:ext cx="864096" cy="46166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03</a:t>
              </a:r>
              <a:endParaRPr kumimoji="0" lang="zh-CN" altLang="en-US"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33" name="TextBox 8">
              <a:extLst>
                <a:ext uri="{FF2B5EF4-FFF2-40B4-BE49-F238E27FC236}">
                  <a16:creationId xmlns:a16="http://schemas.microsoft.com/office/drawing/2014/main" id="{47787CAD-95FC-496C-BDAC-0A7AA50F7EA8}"/>
                </a:ext>
              </a:extLst>
            </p:cNvPr>
            <p:cNvSpPr txBox="1"/>
            <p:nvPr/>
          </p:nvSpPr>
          <p:spPr>
            <a:xfrm>
              <a:off x="4707760" y="4786355"/>
              <a:ext cx="864096" cy="461665"/>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defRPr lang="zh-CN"/>
              </a:defPPr>
              <a:lvl1pPr algn="ctr">
                <a:defRPr sz="24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04</a:t>
              </a:r>
              <a:endParaRPr kumimoji="0" lang="zh-CN" altLang="en-US" sz="2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sp>
          <p:nvSpPr>
            <p:cNvPr id="34" name="矩形 4">
              <a:extLst>
                <a:ext uri="{FF2B5EF4-FFF2-40B4-BE49-F238E27FC236}">
                  <a16:creationId xmlns:a16="http://schemas.microsoft.com/office/drawing/2014/main" id="{EBBFEFEB-A754-49E6-A1B6-DAAC544036C2}"/>
                </a:ext>
              </a:extLst>
            </p:cNvPr>
            <p:cNvSpPr/>
            <p:nvPr/>
          </p:nvSpPr>
          <p:spPr>
            <a:xfrm>
              <a:off x="4355795" y="2304709"/>
              <a:ext cx="1568771" cy="1921220"/>
            </a:xfrm>
            <a:custGeom>
              <a:avLst/>
              <a:gdLst/>
              <a:ahLst/>
              <a:cxnLst/>
              <a:rect l="l" t="t" r="r" b="b"/>
              <a:pathLst>
                <a:path w="3167967" h="3879700">
                  <a:moveTo>
                    <a:pt x="1584176" y="0"/>
                  </a:moveTo>
                  <a:cubicBezTo>
                    <a:pt x="2456115" y="0"/>
                    <a:pt x="3163523" y="704441"/>
                    <a:pt x="3167896" y="1575252"/>
                  </a:cubicBezTo>
                  <a:lnTo>
                    <a:pt x="3167967" y="1575252"/>
                  </a:lnTo>
                  <a:lnTo>
                    <a:pt x="3167967" y="1576556"/>
                  </a:lnTo>
                  <a:lnTo>
                    <a:pt x="3167967" y="3879700"/>
                  </a:lnTo>
                  <a:lnTo>
                    <a:pt x="2376263" y="3879700"/>
                  </a:lnTo>
                  <a:lnTo>
                    <a:pt x="2376263" y="1576556"/>
                  </a:lnTo>
                  <a:lnTo>
                    <a:pt x="2375879" y="1576556"/>
                  </a:lnTo>
                  <a:cubicBezTo>
                    <a:pt x="2372137" y="1142606"/>
                    <a:pt x="2019090" y="792088"/>
                    <a:pt x="1584176" y="792088"/>
                  </a:cubicBezTo>
                  <a:cubicBezTo>
                    <a:pt x="1146718" y="792088"/>
                    <a:pt x="792088" y="1146718"/>
                    <a:pt x="792088" y="1584176"/>
                  </a:cubicBezTo>
                  <a:cubicBezTo>
                    <a:pt x="792088" y="2019090"/>
                    <a:pt x="1142606" y="2372137"/>
                    <a:pt x="1576556" y="2375879"/>
                  </a:cubicBezTo>
                  <a:lnTo>
                    <a:pt x="1576556" y="2376263"/>
                  </a:lnTo>
                  <a:lnTo>
                    <a:pt x="2369913" y="2376263"/>
                  </a:lnTo>
                  <a:lnTo>
                    <a:pt x="2369913" y="3167967"/>
                  </a:lnTo>
                  <a:lnTo>
                    <a:pt x="1576556" y="3167967"/>
                  </a:lnTo>
                  <a:lnTo>
                    <a:pt x="1541913" y="3167967"/>
                  </a:lnTo>
                  <a:lnTo>
                    <a:pt x="1541913" y="3166073"/>
                  </a:lnTo>
                  <a:cubicBezTo>
                    <a:pt x="686513" y="3145376"/>
                    <a:pt x="0" y="2444948"/>
                    <a:pt x="0" y="1584176"/>
                  </a:cubicBezTo>
                  <a:cubicBezTo>
                    <a:pt x="0" y="709260"/>
                    <a:pt x="709260" y="0"/>
                    <a:pt x="1584176" y="0"/>
                  </a:cubicBezTo>
                  <a:close/>
                </a:path>
              </a:pathLst>
            </a:custGeom>
            <a:solidFill>
              <a:srgbClr val="0070C0"/>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endParaRPr>
            </a:p>
          </p:txBody>
        </p:sp>
      </p:grpSp>
      <p:grpSp>
        <p:nvGrpSpPr>
          <p:cNvPr id="35" name="组合 34">
            <a:extLst>
              <a:ext uri="{FF2B5EF4-FFF2-40B4-BE49-F238E27FC236}">
                <a16:creationId xmlns:a16="http://schemas.microsoft.com/office/drawing/2014/main" id="{2A5CE30F-6D28-4BDE-B1C3-37D17E5A21DE}"/>
              </a:ext>
            </a:extLst>
          </p:cNvPr>
          <p:cNvGrpSpPr/>
          <p:nvPr/>
        </p:nvGrpSpPr>
        <p:grpSpPr>
          <a:xfrm>
            <a:off x="7989652" y="2230710"/>
            <a:ext cx="3327636" cy="828440"/>
            <a:chOff x="2012850" y="2098043"/>
            <a:chExt cx="3327636" cy="828440"/>
          </a:xfrm>
        </p:grpSpPr>
        <p:sp>
          <p:nvSpPr>
            <p:cNvPr id="36" name="矩形 35">
              <a:extLst>
                <a:ext uri="{FF2B5EF4-FFF2-40B4-BE49-F238E27FC236}">
                  <a16:creationId xmlns:a16="http://schemas.microsoft.com/office/drawing/2014/main" id="{2FE8CEB8-DF46-4D0A-AA38-9425C2920EC3}"/>
                </a:ext>
              </a:extLst>
            </p:cNvPr>
            <p:cNvSpPr/>
            <p:nvPr/>
          </p:nvSpPr>
          <p:spPr>
            <a:xfrm>
              <a:off x="2012850" y="2339014"/>
              <a:ext cx="3327636" cy="587469"/>
            </a:xfrm>
            <a:prstGeom prst="rect">
              <a:avLst/>
            </a:prstGeom>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37" name="矩形 36">
              <a:extLst>
                <a:ext uri="{FF2B5EF4-FFF2-40B4-BE49-F238E27FC236}">
                  <a16:creationId xmlns:a16="http://schemas.microsoft.com/office/drawing/2014/main" id="{2F64F7AB-2E66-4AEA-8942-267198E005EF}"/>
                </a:ext>
              </a:extLst>
            </p:cNvPr>
            <p:cNvSpPr/>
            <p:nvPr/>
          </p:nvSpPr>
          <p:spPr>
            <a:xfrm>
              <a:off x="2078501" y="2098043"/>
              <a:ext cx="2241974"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r>
                <a:rPr lang="zh-CN" altLang="en-US" cap="all" dirty="0">
                  <a:solidFill>
                    <a:schemeClr val="tx1">
                      <a:lumMod val="75000"/>
                      <a:lumOff val="25000"/>
                    </a:schemeClr>
                  </a:solidFill>
                  <a:latin typeface="微软雅黑" panose="020B0503020204020204" pitchFamily="34" charset="-122"/>
                  <a:ea typeface="微软雅黑" panose="020B0503020204020204" pitchFamily="34" charset="-122"/>
                </a:rPr>
                <a:t>单击编辑标题</a:t>
              </a:r>
            </a:p>
          </p:txBody>
        </p:sp>
      </p:grpSp>
      <p:grpSp>
        <p:nvGrpSpPr>
          <p:cNvPr id="38" name="组合 37">
            <a:extLst>
              <a:ext uri="{FF2B5EF4-FFF2-40B4-BE49-F238E27FC236}">
                <a16:creationId xmlns:a16="http://schemas.microsoft.com/office/drawing/2014/main" id="{CD0C093A-D361-4597-8E87-AEB1355C0FDD}"/>
              </a:ext>
            </a:extLst>
          </p:cNvPr>
          <p:cNvGrpSpPr/>
          <p:nvPr/>
        </p:nvGrpSpPr>
        <p:grpSpPr>
          <a:xfrm>
            <a:off x="874712" y="2230710"/>
            <a:ext cx="3327636" cy="865985"/>
            <a:chOff x="2012850" y="2060498"/>
            <a:chExt cx="3327636" cy="865985"/>
          </a:xfrm>
        </p:grpSpPr>
        <p:sp>
          <p:nvSpPr>
            <p:cNvPr id="39" name="矩形 38">
              <a:extLst>
                <a:ext uri="{FF2B5EF4-FFF2-40B4-BE49-F238E27FC236}">
                  <a16:creationId xmlns:a16="http://schemas.microsoft.com/office/drawing/2014/main" id="{2E6F2FD7-9E9C-48FA-9C26-9EB54AFC684C}"/>
                </a:ext>
              </a:extLst>
            </p:cNvPr>
            <p:cNvSpPr/>
            <p:nvPr/>
          </p:nvSpPr>
          <p:spPr>
            <a:xfrm>
              <a:off x="2012850" y="2339014"/>
              <a:ext cx="3327636" cy="587469"/>
            </a:xfrm>
            <a:prstGeom prst="rect">
              <a:avLst/>
            </a:prstGeom>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40" name="矩形 39">
              <a:extLst>
                <a:ext uri="{FF2B5EF4-FFF2-40B4-BE49-F238E27FC236}">
                  <a16:creationId xmlns:a16="http://schemas.microsoft.com/office/drawing/2014/main" id="{D9B76238-DB4C-4EA6-93AA-74749F2D7139}"/>
                </a:ext>
              </a:extLst>
            </p:cNvPr>
            <p:cNvSpPr/>
            <p:nvPr/>
          </p:nvSpPr>
          <p:spPr>
            <a:xfrm>
              <a:off x="3075978" y="2060498"/>
              <a:ext cx="2241974" cy="379656"/>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lgn="r"/>
              <a:r>
                <a:rPr lang="zh-CN" altLang="en-US" cap="all" dirty="0">
                  <a:solidFill>
                    <a:schemeClr val="tx1">
                      <a:lumMod val="75000"/>
                      <a:lumOff val="25000"/>
                    </a:schemeClr>
                  </a:solidFill>
                  <a:latin typeface="微软雅黑" panose="020B0503020204020204" pitchFamily="34" charset="-122"/>
                  <a:ea typeface="微软雅黑" panose="020B0503020204020204" pitchFamily="34" charset="-122"/>
                </a:rPr>
                <a:t>单击编辑标题</a:t>
              </a:r>
            </a:p>
          </p:txBody>
        </p:sp>
      </p:grpSp>
      <p:grpSp>
        <p:nvGrpSpPr>
          <p:cNvPr id="41" name="组合 40">
            <a:extLst>
              <a:ext uri="{FF2B5EF4-FFF2-40B4-BE49-F238E27FC236}">
                <a16:creationId xmlns:a16="http://schemas.microsoft.com/office/drawing/2014/main" id="{4F532BC3-5054-4D28-BB0C-3A8A1F81E9D3}"/>
              </a:ext>
            </a:extLst>
          </p:cNvPr>
          <p:cNvGrpSpPr/>
          <p:nvPr/>
        </p:nvGrpSpPr>
        <p:grpSpPr>
          <a:xfrm>
            <a:off x="7989652" y="4407600"/>
            <a:ext cx="3327636" cy="853671"/>
            <a:chOff x="2012850" y="2072812"/>
            <a:chExt cx="3327636" cy="853671"/>
          </a:xfrm>
        </p:grpSpPr>
        <p:sp>
          <p:nvSpPr>
            <p:cNvPr id="42" name="矩形 41">
              <a:extLst>
                <a:ext uri="{FF2B5EF4-FFF2-40B4-BE49-F238E27FC236}">
                  <a16:creationId xmlns:a16="http://schemas.microsoft.com/office/drawing/2014/main" id="{9A18B4BF-B585-418B-A78C-5AF8EB65F7B7}"/>
                </a:ext>
              </a:extLst>
            </p:cNvPr>
            <p:cNvSpPr/>
            <p:nvPr/>
          </p:nvSpPr>
          <p:spPr>
            <a:xfrm>
              <a:off x="2012850" y="2339014"/>
              <a:ext cx="3327636" cy="587469"/>
            </a:xfrm>
            <a:prstGeom prst="rect">
              <a:avLst/>
            </a:prstGeom>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43" name="矩形 42">
              <a:extLst>
                <a:ext uri="{FF2B5EF4-FFF2-40B4-BE49-F238E27FC236}">
                  <a16:creationId xmlns:a16="http://schemas.microsoft.com/office/drawing/2014/main" id="{4911E89F-337F-4B9B-9877-F5EF1615DDB3}"/>
                </a:ext>
              </a:extLst>
            </p:cNvPr>
            <p:cNvSpPr/>
            <p:nvPr/>
          </p:nvSpPr>
          <p:spPr>
            <a:xfrm>
              <a:off x="2035384" y="2072812"/>
              <a:ext cx="2241974"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r>
                <a:rPr lang="zh-CN" altLang="en-US" cap="all" dirty="0">
                  <a:solidFill>
                    <a:schemeClr val="tx1">
                      <a:lumMod val="75000"/>
                      <a:lumOff val="25000"/>
                    </a:schemeClr>
                  </a:solidFill>
                  <a:latin typeface="微软雅黑" panose="020B0503020204020204" pitchFamily="34" charset="-122"/>
                  <a:ea typeface="微软雅黑" panose="020B0503020204020204" pitchFamily="34" charset="-122"/>
                </a:rPr>
                <a:t>单击编辑标题</a:t>
              </a:r>
            </a:p>
          </p:txBody>
        </p:sp>
      </p:grpSp>
      <p:grpSp>
        <p:nvGrpSpPr>
          <p:cNvPr id="44" name="组合 43">
            <a:extLst>
              <a:ext uri="{FF2B5EF4-FFF2-40B4-BE49-F238E27FC236}">
                <a16:creationId xmlns:a16="http://schemas.microsoft.com/office/drawing/2014/main" id="{D5068E69-747D-4F68-9F98-D8AFBEE31BCE}"/>
              </a:ext>
            </a:extLst>
          </p:cNvPr>
          <p:cNvGrpSpPr/>
          <p:nvPr/>
        </p:nvGrpSpPr>
        <p:grpSpPr>
          <a:xfrm>
            <a:off x="874712" y="4435622"/>
            <a:ext cx="3327636" cy="863194"/>
            <a:chOff x="2012850" y="2063289"/>
            <a:chExt cx="3327636" cy="863194"/>
          </a:xfrm>
        </p:grpSpPr>
        <p:sp>
          <p:nvSpPr>
            <p:cNvPr id="45" name="矩形 44">
              <a:extLst>
                <a:ext uri="{FF2B5EF4-FFF2-40B4-BE49-F238E27FC236}">
                  <a16:creationId xmlns:a16="http://schemas.microsoft.com/office/drawing/2014/main" id="{4B5A85DF-88E2-475D-AF8A-6C4259730631}"/>
                </a:ext>
              </a:extLst>
            </p:cNvPr>
            <p:cNvSpPr/>
            <p:nvPr/>
          </p:nvSpPr>
          <p:spPr>
            <a:xfrm>
              <a:off x="2012850" y="2339014"/>
              <a:ext cx="3327636" cy="587469"/>
            </a:xfrm>
            <a:prstGeom prst="rect">
              <a:avLst/>
            </a:prstGeom>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46" name="矩形 45">
              <a:extLst>
                <a:ext uri="{FF2B5EF4-FFF2-40B4-BE49-F238E27FC236}">
                  <a16:creationId xmlns:a16="http://schemas.microsoft.com/office/drawing/2014/main" id="{42066633-AC95-4EE7-8120-2919850DA6DD}"/>
                </a:ext>
              </a:extLst>
            </p:cNvPr>
            <p:cNvSpPr/>
            <p:nvPr/>
          </p:nvSpPr>
          <p:spPr>
            <a:xfrm>
              <a:off x="3075978" y="2063289"/>
              <a:ext cx="2241974" cy="369332"/>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algn="r"/>
              <a:r>
                <a:rPr lang="zh-CN" altLang="en-US" cap="all" dirty="0">
                  <a:solidFill>
                    <a:schemeClr val="tx1">
                      <a:lumMod val="75000"/>
                      <a:lumOff val="25000"/>
                    </a:schemeClr>
                  </a:solidFill>
                  <a:latin typeface="微软雅黑" panose="020B0503020204020204" pitchFamily="34" charset="-122"/>
                  <a:ea typeface="微软雅黑" panose="020B0503020204020204" pitchFamily="34" charset="-122"/>
                </a:rPr>
                <a:t>单击编辑标题</a:t>
              </a:r>
            </a:p>
          </p:txBody>
        </p:sp>
      </p:grpSp>
    </p:spTree>
    <p:extLst>
      <p:ext uri="{BB962C8B-B14F-4D97-AF65-F5344CB8AC3E}">
        <p14:creationId xmlns:p14="http://schemas.microsoft.com/office/powerpoint/2010/main" val="2846898522"/>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1000" fill="hold"/>
                                            <p:tgtEl>
                                              <p:spTgt spid="26"/>
                                            </p:tgtEl>
                                            <p:attrNameLst>
                                              <p:attrName>ppt_w</p:attrName>
                                            </p:attrNameLst>
                                          </p:cBhvr>
                                          <p:tavLst>
                                            <p:tav tm="0">
                                              <p:val>
                                                <p:fltVal val="0"/>
                                              </p:val>
                                            </p:tav>
                                            <p:tav tm="100000">
                                              <p:val>
                                                <p:strVal val="#ppt_w"/>
                                              </p:val>
                                            </p:tav>
                                          </p:tavLst>
                                        </p:anim>
                                        <p:anim calcmode="lin" valueType="num">
                                          <p:cBhvr>
                                            <p:cTn id="8" dur="1000" fill="hold"/>
                                            <p:tgtEl>
                                              <p:spTgt spid="26"/>
                                            </p:tgtEl>
                                            <p:attrNameLst>
                                              <p:attrName>ppt_h</p:attrName>
                                            </p:attrNameLst>
                                          </p:cBhvr>
                                          <p:tavLst>
                                            <p:tav tm="0">
                                              <p:val>
                                                <p:fltVal val="0"/>
                                              </p:val>
                                            </p:tav>
                                            <p:tav tm="100000">
                                              <p:val>
                                                <p:strVal val="#ppt_h"/>
                                              </p:val>
                                            </p:tav>
                                          </p:tavLst>
                                        </p:anim>
                                        <p:anim calcmode="lin" valueType="num">
                                          <p:cBhvr>
                                            <p:cTn id="9" dur="1000" fill="hold"/>
                                            <p:tgtEl>
                                              <p:spTgt spid="26"/>
                                            </p:tgtEl>
                                            <p:attrNameLst>
                                              <p:attrName>style.rotation</p:attrName>
                                            </p:attrNameLst>
                                          </p:cBhvr>
                                          <p:tavLst>
                                            <p:tav tm="0">
                                              <p:val>
                                                <p:fltVal val="90"/>
                                              </p:val>
                                            </p:tav>
                                            <p:tav tm="100000">
                                              <p:val>
                                                <p:fltVal val="0"/>
                                              </p:val>
                                            </p:tav>
                                          </p:tavLst>
                                        </p:anim>
                                        <p:animEffect transition="in" filter="fade">
                                          <p:cBhvr>
                                            <p:cTn id="10" dur="1000"/>
                                            <p:tgtEl>
                                              <p:spTgt spid="26"/>
                                            </p:tgtEl>
                                          </p:cBhvr>
                                        </p:animEffect>
                                      </p:childTnLst>
                                    </p:cTn>
                                  </p:par>
                                </p:childTnLst>
                              </p:cTn>
                            </p:par>
                            <p:par>
                              <p:cTn id="11" fill="hold">
                                <p:stCondLst>
                                  <p:cond delay="1000"/>
                                </p:stCondLst>
                                <p:childTnLst>
                                  <p:par>
                                    <p:cTn id="12" presetID="2" presetClass="entr" presetSubtype="8" fill="hold" nodeType="afterEffect" p14:presetBounceEnd="51000">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14:bounceEnd="51000">
                                          <p:cBhvr additive="base">
                                            <p:cTn id="14" dur="1000" fill="hold"/>
                                            <p:tgtEl>
                                              <p:spTgt spid="38"/>
                                            </p:tgtEl>
                                            <p:attrNameLst>
                                              <p:attrName>ppt_x</p:attrName>
                                            </p:attrNameLst>
                                          </p:cBhvr>
                                          <p:tavLst>
                                            <p:tav tm="0">
                                              <p:val>
                                                <p:strVal val="0-#ppt_w/2"/>
                                              </p:val>
                                            </p:tav>
                                            <p:tav tm="100000">
                                              <p:val>
                                                <p:strVal val="#ppt_x"/>
                                              </p:val>
                                            </p:tav>
                                          </p:tavLst>
                                        </p:anim>
                                        <p:anim calcmode="lin" valueType="num" p14:bounceEnd="51000">
                                          <p:cBhvr additive="base">
                                            <p:cTn id="15" dur="1000" fill="hold"/>
                                            <p:tgtEl>
                                              <p:spTgt spid="3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14:presetBounceEnd="51000">
                                      <p:stCondLst>
                                        <p:cond delay="250"/>
                                      </p:stCondLst>
                                      <p:childTnLst>
                                        <p:set>
                                          <p:cBhvr>
                                            <p:cTn id="17" dur="1" fill="hold">
                                              <p:stCondLst>
                                                <p:cond delay="0"/>
                                              </p:stCondLst>
                                            </p:cTn>
                                            <p:tgtEl>
                                              <p:spTgt spid="35"/>
                                            </p:tgtEl>
                                            <p:attrNameLst>
                                              <p:attrName>style.visibility</p:attrName>
                                            </p:attrNameLst>
                                          </p:cBhvr>
                                          <p:to>
                                            <p:strVal val="visible"/>
                                          </p:to>
                                        </p:set>
                                        <p:anim calcmode="lin" valueType="num" p14:bounceEnd="51000">
                                          <p:cBhvr additive="base">
                                            <p:cTn id="18" dur="1000" fill="hold"/>
                                            <p:tgtEl>
                                              <p:spTgt spid="35"/>
                                            </p:tgtEl>
                                            <p:attrNameLst>
                                              <p:attrName>ppt_x</p:attrName>
                                            </p:attrNameLst>
                                          </p:cBhvr>
                                          <p:tavLst>
                                            <p:tav tm="0">
                                              <p:val>
                                                <p:strVal val="1+#ppt_w/2"/>
                                              </p:val>
                                            </p:tav>
                                            <p:tav tm="100000">
                                              <p:val>
                                                <p:strVal val="#ppt_x"/>
                                              </p:val>
                                            </p:tav>
                                          </p:tavLst>
                                        </p:anim>
                                        <p:anim calcmode="lin" valueType="num" p14:bounceEnd="51000">
                                          <p:cBhvr additive="base">
                                            <p:cTn id="19" dur="1000" fill="hold"/>
                                            <p:tgtEl>
                                              <p:spTgt spid="3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14:presetBounceEnd="51000">
                                      <p:stCondLst>
                                        <p:cond delay="500"/>
                                      </p:stCondLst>
                                      <p:childTnLst>
                                        <p:set>
                                          <p:cBhvr>
                                            <p:cTn id="21" dur="1" fill="hold">
                                              <p:stCondLst>
                                                <p:cond delay="0"/>
                                              </p:stCondLst>
                                            </p:cTn>
                                            <p:tgtEl>
                                              <p:spTgt spid="44"/>
                                            </p:tgtEl>
                                            <p:attrNameLst>
                                              <p:attrName>style.visibility</p:attrName>
                                            </p:attrNameLst>
                                          </p:cBhvr>
                                          <p:to>
                                            <p:strVal val="visible"/>
                                          </p:to>
                                        </p:set>
                                        <p:anim calcmode="lin" valueType="num" p14:bounceEnd="51000">
                                          <p:cBhvr additive="base">
                                            <p:cTn id="22" dur="1000" fill="hold"/>
                                            <p:tgtEl>
                                              <p:spTgt spid="44"/>
                                            </p:tgtEl>
                                            <p:attrNameLst>
                                              <p:attrName>ppt_x</p:attrName>
                                            </p:attrNameLst>
                                          </p:cBhvr>
                                          <p:tavLst>
                                            <p:tav tm="0">
                                              <p:val>
                                                <p:strVal val="0-#ppt_w/2"/>
                                              </p:val>
                                            </p:tav>
                                            <p:tav tm="100000">
                                              <p:val>
                                                <p:strVal val="#ppt_x"/>
                                              </p:val>
                                            </p:tav>
                                          </p:tavLst>
                                        </p:anim>
                                        <p:anim calcmode="lin" valueType="num" p14:bounceEnd="51000">
                                          <p:cBhvr additive="base">
                                            <p:cTn id="23" dur="1000" fill="hold"/>
                                            <p:tgtEl>
                                              <p:spTgt spid="44"/>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14:presetBounceEnd="51000">
                                      <p:stCondLst>
                                        <p:cond delay="750"/>
                                      </p:stCondLst>
                                      <p:childTnLst>
                                        <p:set>
                                          <p:cBhvr>
                                            <p:cTn id="25" dur="1" fill="hold">
                                              <p:stCondLst>
                                                <p:cond delay="0"/>
                                              </p:stCondLst>
                                            </p:cTn>
                                            <p:tgtEl>
                                              <p:spTgt spid="41"/>
                                            </p:tgtEl>
                                            <p:attrNameLst>
                                              <p:attrName>style.visibility</p:attrName>
                                            </p:attrNameLst>
                                          </p:cBhvr>
                                          <p:to>
                                            <p:strVal val="visible"/>
                                          </p:to>
                                        </p:set>
                                        <p:anim calcmode="lin" valueType="num" p14:bounceEnd="51000">
                                          <p:cBhvr additive="base">
                                            <p:cTn id="26" dur="1000" fill="hold"/>
                                            <p:tgtEl>
                                              <p:spTgt spid="41"/>
                                            </p:tgtEl>
                                            <p:attrNameLst>
                                              <p:attrName>ppt_x</p:attrName>
                                            </p:attrNameLst>
                                          </p:cBhvr>
                                          <p:tavLst>
                                            <p:tav tm="0">
                                              <p:val>
                                                <p:strVal val="1+#ppt_w/2"/>
                                              </p:val>
                                            </p:tav>
                                            <p:tav tm="100000">
                                              <p:val>
                                                <p:strVal val="#ppt_x"/>
                                              </p:val>
                                            </p:tav>
                                          </p:tavLst>
                                        </p:anim>
                                        <p:anim calcmode="lin" valueType="num" p14:bounceEnd="51000">
                                          <p:cBhvr additive="base">
                                            <p:cTn id="27" dur="10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1000" fill="hold"/>
                                            <p:tgtEl>
                                              <p:spTgt spid="26"/>
                                            </p:tgtEl>
                                            <p:attrNameLst>
                                              <p:attrName>ppt_w</p:attrName>
                                            </p:attrNameLst>
                                          </p:cBhvr>
                                          <p:tavLst>
                                            <p:tav tm="0">
                                              <p:val>
                                                <p:fltVal val="0"/>
                                              </p:val>
                                            </p:tav>
                                            <p:tav tm="100000">
                                              <p:val>
                                                <p:strVal val="#ppt_w"/>
                                              </p:val>
                                            </p:tav>
                                          </p:tavLst>
                                        </p:anim>
                                        <p:anim calcmode="lin" valueType="num">
                                          <p:cBhvr>
                                            <p:cTn id="8" dur="1000" fill="hold"/>
                                            <p:tgtEl>
                                              <p:spTgt spid="26"/>
                                            </p:tgtEl>
                                            <p:attrNameLst>
                                              <p:attrName>ppt_h</p:attrName>
                                            </p:attrNameLst>
                                          </p:cBhvr>
                                          <p:tavLst>
                                            <p:tav tm="0">
                                              <p:val>
                                                <p:fltVal val="0"/>
                                              </p:val>
                                            </p:tav>
                                            <p:tav tm="100000">
                                              <p:val>
                                                <p:strVal val="#ppt_h"/>
                                              </p:val>
                                            </p:tav>
                                          </p:tavLst>
                                        </p:anim>
                                        <p:anim calcmode="lin" valueType="num">
                                          <p:cBhvr>
                                            <p:cTn id="9" dur="1000" fill="hold"/>
                                            <p:tgtEl>
                                              <p:spTgt spid="26"/>
                                            </p:tgtEl>
                                            <p:attrNameLst>
                                              <p:attrName>style.rotation</p:attrName>
                                            </p:attrNameLst>
                                          </p:cBhvr>
                                          <p:tavLst>
                                            <p:tav tm="0">
                                              <p:val>
                                                <p:fltVal val="90"/>
                                              </p:val>
                                            </p:tav>
                                            <p:tav tm="100000">
                                              <p:val>
                                                <p:fltVal val="0"/>
                                              </p:val>
                                            </p:tav>
                                          </p:tavLst>
                                        </p:anim>
                                        <p:animEffect transition="in" filter="fade">
                                          <p:cBhvr>
                                            <p:cTn id="10" dur="1000"/>
                                            <p:tgtEl>
                                              <p:spTgt spid="26"/>
                                            </p:tgtEl>
                                          </p:cBhvr>
                                        </p:animEffect>
                                      </p:childTnLst>
                                    </p:cTn>
                                  </p:par>
                                </p:childTnLst>
                              </p:cTn>
                            </p:par>
                            <p:par>
                              <p:cTn id="11" fill="hold">
                                <p:stCondLst>
                                  <p:cond delay="1000"/>
                                </p:stCondLst>
                                <p:childTnLst>
                                  <p:par>
                                    <p:cTn id="12" presetID="2" presetClass="entr" presetSubtype="8" fill="hold" nodeType="after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additive="base">
                                            <p:cTn id="14" dur="1000" fill="hold"/>
                                            <p:tgtEl>
                                              <p:spTgt spid="38"/>
                                            </p:tgtEl>
                                            <p:attrNameLst>
                                              <p:attrName>ppt_x</p:attrName>
                                            </p:attrNameLst>
                                          </p:cBhvr>
                                          <p:tavLst>
                                            <p:tav tm="0">
                                              <p:val>
                                                <p:strVal val="0-#ppt_w/2"/>
                                              </p:val>
                                            </p:tav>
                                            <p:tav tm="100000">
                                              <p:val>
                                                <p:strVal val="#ppt_x"/>
                                              </p:val>
                                            </p:tav>
                                          </p:tavLst>
                                        </p:anim>
                                        <p:anim calcmode="lin" valueType="num">
                                          <p:cBhvr additive="base">
                                            <p:cTn id="15" dur="1000" fill="hold"/>
                                            <p:tgtEl>
                                              <p:spTgt spid="38"/>
                                            </p:tgtEl>
                                            <p:attrNameLst>
                                              <p:attrName>ppt_y</p:attrName>
                                            </p:attrNameLst>
                                          </p:cBhvr>
                                          <p:tavLst>
                                            <p:tav tm="0">
                                              <p:val>
                                                <p:strVal val="#ppt_y"/>
                                              </p:val>
                                            </p:tav>
                                            <p:tav tm="100000">
                                              <p:val>
                                                <p:strVal val="#ppt_y"/>
                                              </p:val>
                                            </p:tav>
                                          </p:tavLst>
                                        </p:anim>
                                      </p:childTnLst>
                                    </p:cTn>
                                  </p:par>
                                  <p:par>
                                    <p:cTn id="16" presetID="2" presetClass="entr" presetSubtype="2" fill="hold" nodeType="withEffect">
                                      <p:stCondLst>
                                        <p:cond delay="250"/>
                                      </p:stCondLst>
                                      <p:childTnLst>
                                        <p:set>
                                          <p:cBhvr>
                                            <p:cTn id="17" dur="1" fill="hold">
                                              <p:stCondLst>
                                                <p:cond delay="0"/>
                                              </p:stCondLst>
                                            </p:cTn>
                                            <p:tgtEl>
                                              <p:spTgt spid="35"/>
                                            </p:tgtEl>
                                            <p:attrNameLst>
                                              <p:attrName>style.visibility</p:attrName>
                                            </p:attrNameLst>
                                          </p:cBhvr>
                                          <p:to>
                                            <p:strVal val="visible"/>
                                          </p:to>
                                        </p:set>
                                        <p:anim calcmode="lin" valueType="num">
                                          <p:cBhvr additive="base">
                                            <p:cTn id="18" dur="1000" fill="hold"/>
                                            <p:tgtEl>
                                              <p:spTgt spid="35"/>
                                            </p:tgtEl>
                                            <p:attrNameLst>
                                              <p:attrName>ppt_x</p:attrName>
                                            </p:attrNameLst>
                                          </p:cBhvr>
                                          <p:tavLst>
                                            <p:tav tm="0">
                                              <p:val>
                                                <p:strVal val="1+#ppt_w/2"/>
                                              </p:val>
                                            </p:tav>
                                            <p:tav tm="100000">
                                              <p:val>
                                                <p:strVal val="#ppt_x"/>
                                              </p:val>
                                            </p:tav>
                                          </p:tavLst>
                                        </p:anim>
                                        <p:anim calcmode="lin" valueType="num">
                                          <p:cBhvr additive="base">
                                            <p:cTn id="19" dur="1000" fill="hold"/>
                                            <p:tgtEl>
                                              <p:spTgt spid="35"/>
                                            </p:tgtEl>
                                            <p:attrNameLst>
                                              <p:attrName>ppt_y</p:attrName>
                                            </p:attrNameLst>
                                          </p:cBhvr>
                                          <p:tavLst>
                                            <p:tav tm="0">
                                              <p:val>
                                                <p:strVal val="#ppt_y"/>
                                              </p:val>
                                            </p:tav>
                                            <p:tav tm="100000">
                                              <p:val>
                                                <p:strVal val="#ppt_y"/>
                                              </p:val>
                                            </p:tav>
                                          </p:tavLst>
                                        </p:anim>
                                      </p:childTnLst>
                                    </p:cTn>
                                  </p:par>
                                  <p:par>
                                    <p:cTn id="20" presetID="2" presetClass="entr" presetSubtype="8" fill="hold" nodeType="withEffect">
                                      <p:stCondLst>
                                        <p:cond delay="500"/>
                                      </p:stCondLst>
                                      <p:childTnLst>
                                        <p:set>
                                          <p:cBhvr>
                                            <p:cTn id="21" dur="1" fill="hold">
                                              <p:stCondLst>
                                                <p:cond delay="0"/>
                                              </p:stCondLst>
                                            </p:cTn>
                                            <p:tgtEl>
                                              <p:spTgt spid="44"/>
                                            </p:tgtEl>
                                            <p:attrNameLst>
                                              <p:attrName>style.visibility</p:attrName>
                                            </p:attrNameLst>
                                          </p:cBhvr>
                                          <p:to>
                                            <p:strVal val="visible"/>
                                          </p:to>
                                        </p:set>
                                        <p:anim calcmode="lin" valueType="num">
                                          <p:cBhvr additive="base">
                                            <p:cTn id="22" dur="1000" fill="hold"/>
                                            <p:tgtEl>
                                              <p:spTgt spid="44"/>
                                            </p:tgtEl>
                                            <p:attrNameLst>
                                              <p:attrName>ppt_x</p:attrName>
                                            </p:attrNameLst>
                                          </p:cBhvr>
                                          <p:tavLst>
                                            <p:tav tm="0">
                                              <p:val>
                                                <p:strVal val="0-#ppt_w/2"/>
                                              </p:val>
                                            </p:tav>
                                            <p:tav tm="100000">
                                              <p:val>
                                                <p:strVal val="#ppt_x"/>
                                              </p:val>
                                            </p:tav>
                                          </p:tavLst>
                                        </p:anim>
                                        <p:anim calcmode="lin" valueType="num">
                                          <p:cBhvr additive="base">
                                            <p:cTn id="23" dur="1000" fill="hold"/>
                                            <p:tgtEl>
                                              <p:spTgt spid="44"/>
                                            </p:tgtEl>
                                            <p:attrNameLst>
                                              <p:attrName>ppt_y</p:attrName>
                                            </p:attrNameLst>
                                          </p:cBhvr>
                                          <p:tavLst>
                                            <p:tav tm="0">
                                              <p:val>
                                                <p:strVal val="#ppt_y"/>
                                              </p:val>
                                            </p:tav>
                                            <p:tav tm="100000">
                                              <p:val>
                                                <p:strVal val="#ppt_y"/>
                                              </p:val>
                                            </p:tav>
                                          </p:tavLst>
                                        </p:anim>
                                      </p:childTnLst>
                                    </p:cTn>
                                  </p:par>
                                  <p:par>
                                    <p:cTn id="24" presetID="2" presetClass="entr" presetSubtype="2" fill="hold" nodeType="withEffect">
                                      <p:stCondLst>
                                        <p:cond delay="750"/>
                                      </p:stCondLst>
                                      <p:childTnLst>
                                        <p:set>
                                          <p:cBhvr>
                                            <p:cTn id="25" dur="1" fill="hold">
                                              <p:stCondLst>
                                                <p:cond delay="0"/>
                                              </p:stCondLst>
                                            </p:cTn>
                                            <p:tgtEl>
                                              <p:spTgt spid="41"/>
                                            </p:tgtEl>
                                            <p:attrNameLst>
                                              <p:attrName>style.visibility</p:attrName>
                                            </p:attrNameLst>
                                          </p:cBhvr>
                                          <p:to>
                                            <p:strVal val="visible"/>
                                          </p:to>
                                        </p:set>
                                        <p:anim calcmode="lin" valueType="num">
                                          <p:cBhvr additive="base">
                                            <p:cTn id="26" dur="1000" fill="hold"/>
                                            <p:tgtEl>
                                              <p:spTgt spid="41"/>
                                            </p:tgtEl>
                                            <p:attrNameLst>
                                              <p:attrName>ppt_x</p:attrName>
                                            </p:attrNameLst>
                                          </p:cBhvr>
                                          <p:tavLst>
                                            <p:tav tm="0">
                                              <p:val>
                                                <p:strVal val="1+#ppt_w/2"/>
                                              </p:val>
                                            </p:tav>
                                            <p:tav tm="100000">
                                              <p:val>
                                                <p:strVal val="#ppt_x"/>
                                              </p:val>
                                            </p:tav>
                                          </p:tavLst>
                                        </p:anim>
                                        <p:anim calcmode="lin" valueType="num">
                                          <p:cBhvr additive="base">
                                            <p:cTn id="27" dur="10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研究成果</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04</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437FEFDA-487D-49CA-8832-B48F069677E2}"/>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1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60F10B-2E66-44B9-8FA3-EA9EAB5CA7DA}"/>
              </a:ext>
            </a:extLst>
          </p:cNvPr>
          <p:cNvSpPr/>
          <p:nvPr/>
        </p:nvSpPr>
        <p:spPr>
          <a:xfrm rot="5400000">
            <a:off x="39310" y="1167609"/>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20" name="矩形 1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601384C-9774-4269-8D68-99030D5467D3}"/>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21" name="矩形 2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33C7BB61-BBEA-472B-9161-A571DC99F4E5}"/>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22" name="矩形 2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7DE6D483-C123-42DC-8C23-372D76075F47}"/>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23" name="矩形 2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FF72F99-5DED-4302-9F0E-D5E49F878A15}"/>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24" name="矩形 2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65A650E-341D-4563-9E6C-C736C1070421}"/>
              </a:ext>
            </a:extLst>
          </p:cNvPr>
          <p:cNvSpPr/>
          <p:nvPr/>
        </p:nvSpPr>
        <p:spPr>
          <a:xfrm>
            <a:off x="525341" y="4116725"/>
            <a:ext cx="45719" cy="65835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12" name="任意多边形 43">
            <a:extLst>
              <a:ext uri="{FF2B5EF4-FFF2-40B4-BE49-F238E27FC236}">
                <a16:creationId xmlns:a16="http://schemas.microsoft.com/office/drawing/2014/main" id="{60FCDEBE-3017-416E-A7E6-C4B063C88956}"/>
              </a:ext>
            </a:extLst>
          </p:cNvPr>
          <p:cNvSpPr/>
          <p:nvPr/>
        </p:nvSpPr>
        <p:spPr>
          <a:xfrm rot="2700000">
            <a:off x="2449680" y="2875280"/>
            <a:ext cx="1780603" cy="1780603"/>
          </a:xfrm>
          <a:custGeom>
            <a:avLst/>
            <a:gdLst>
              <a:gd name="connsiteX0" fmla="*/ 160257 w 1335452"/>
              <a:gd name="connsiteY0" fmla="*/ 160257 h 1335452"/>
              <a:gd name="connsiteX1" fmla="*/ 137885 w 1335452"/>
              <a:gd name="connsiteY1" fmla="*/ 214267 h 1335452"/>
              <a:gd name="connsiteX2" fmla="*/ 137885 w 1335452"/>
              <a:gd name="connsiteY2" fmla="*/ 1121185 h 1335452"/>
              <a:gd name="connsiteX3" fmla="*/ 214267 w 1335452"/>
              <a:gd name="connsiteY3" fmla="*/ 1197567 h 1335452"/>
              <a:gd name="connsiteX4" fmla="*/ 1121185 w 1335452"/>
              <a:gd name="connsiteY4" fmla="*/ 1197567 h 1335452"/>
              <a:gd name="connsiteX5" fmla="*/ 1197567 w 1335452"/>
              <a:gd name="connsiteY5" fmla="*/ 1121185 h 1335452"/>
              <a:gd name="connsiteX6" fmla="*/ 1197567 w 1335452"/>
              <a:gd name="connsiteY6" fmla="*/ 214267 h 1335452"/>
              <a:gd name="connsiteX7" fmla="*/ 1121185 w 1335452"/>
              <a:gd name="connsiteY7" fmla="*/ 137885 h 1335452"/>
              <a:gd name="connsiteX8" fmla="*/ 214267 w 1335452"/>
              <a:gd name="connsiteY8" fmla="*/ 137885 h 1335452"/>
              <a:gd name="connsiteX9" fmla="*/ 160257 w 1335452"/>
              <a:gd name="connsiteY9" fmla="*/ 160257 h 1335452"/>
              <a:gd name="connsiteX10" fmla="*/ 45166 w 1335452"/>
              <a:gd name="connsiteY10" fmla="*/ 45166 h 1335452"/>
              <a:gd name="connsiteX11" fmla="*/ 154205 w 1335452"/>
              <a:gd name="connsiteY11" fmla="*/ 0 h 1335452"/>
              <a:gd name="connsiteX12" fmla="*/ 1181247 w 1335452"/>
              <a:gd name="connsiteY12" fmla="*/ 0 h 1335452"/>
              <a:gd name="connsiteX13" fmla="*/ 1335452 w 1335452"/>
              <a:gd name="connsiteY13" fmla="*/ 154205 h 1335452"/>
              <a:gd name="connsiteX14" fmla="*/ 1335452 w 1335452"/>
              <a:gd name="connsiteY14" fmla="*/ 1181247 h 1335452"/>
              <a:gd name="connsiteX15" fmla="*/ 1181247 w 1335452"/>
              <a:gd name="connsiteY15" fmla="*/ 1335452 h 1335452"/>
              <a:gd name="connsiteX16" fmla="*/ 154205 w 1335452"/>
              <a:gd name="connsiteY16" fmla="*/ 1335452 h 1335452"/>
              <a:gd name="connsiteX17" fmla="*/ 0 w 1335452"/>
              <a:gd name="connsiteY17" fmla="*/ 1181247 h 1335452"/>
              <a:gd name="connsiteX18" fmla="*/ 0 w 1335452"/>
              <a:gd name="connsiteY18" fmla="*/ 154205 h 1335452"/>
              <a:gd name="connsiteX19" fmla="*/ 45166 w 1335452"/>
              <a:gd name="connsiteY19" fmla="*/ 45166 h 13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35452" h="1335452">
                <a:moveTo>
                  <a:pt x="160257" y="160257"/>
                </a:moveTo>
                <a:cubicBezTo>
                  <a:pt x="146434" y="174079"/>
                  <a:pt x="137885" y="193174"/>
                  <a:pt x="137885" y="214267"/>
                </a:cubicBezTo>
                <a:lnTo>
                  <a:pt x="137885" y="1121185"/>
                </a:lnTo>
                <a:cubicBezTo>
                  <a:pt x="137885" y="1163370"/>
                  <a:pt x="172082" y="1197567"/>
                  <a:pt x="214267" y="1197567"/>
                </a:cubicBezTo>
                <a:lnTo>
                  <a:pt x="1121185" y="1197567"/>
                </a:lnTo>
                <a:cubicBezTo>
                  <a:pt x="1163370" y="1197567"/>
                  <a:pt x="1197567" y="1163370"/>
                  <a:pt x="1197567" y="1121185"/>
                </a:cubicBezTo>
                <a:lnTo>
                  <a:pt x="1197567" y="214267"/>
                </a:lnTo>
                <a:cubicBezTo>
                  <a:pt x="1197567" y="172082"/>
                  <a:pt x="1163370" y="137885"/>
                  <a:pt x="1121185" y="137885"/>
                </a:cubicBezTo>
                <a:lnTo>
                  <a:pt x="214267" y="137885"/>
                </a:lnTo>
                <a:cubicBezTo>
                  <a:pt x="193175" y="137885"/>
                  <a:pt x="174079" y="146434"/>
                  <a:pt x="160257" y="160257"/>
                </a:cubicBezTo>
                <a:close/>
                <a:moveTo>
                  <a:pt x="45166" y="45166"/>
                </a:moveTo>
                <a:cubicBezTo>
                  <a:pt x="73071" y="17260"/>
                  <a:pt x="111623" y="0"/>
                  <a:pt x="154205" y="0"/>
                </a:cubicBezTo>
                <a:lnTo>
                  <a:pt x="1181247" y="0"/>
                </a:lnTo>
                <a:cubicBezTo>
                  <a:pt x="1266412" y="0"/>
                  <a:pt x="1335452" y="69040"/>
                  <a:pt x="1335452" y="154205"/>
                </a:cubicBezTo>
                <a:lnTo>
                  <a:pt x="1335452" y="1181247"/>
                </a:lnTo>
                <a:cubicBezTo>
                  <a:pt x="1335452" y="1266412"/>
                  <a:pt x="1266412" y="1335452"/>
                  <a:pt x="1181247" y="1335452"/>
                </a:cubicBezTo>
                <a:lnTo>
                  <a:pt x="154205" y="1335452"/>
                </a:lnTo>
                <a:cubicBezTo>
                  <a:pt x="69040" y="1335452"/>
                  <a:pt x="0" y="1266412"/>
                  <a:pt x="0" y="1181247"/>
                </a:cubicBezTo>
                <a:lnTo>
                  <a:pt x="0" y="154205"/>
                </a:lnTo>
                <a:cubicBezTo>
                  <a:pt x="0" y="111623"/>
                  <a:pt x="17260" y="73071"/>
                  <a:pt x="45166" y="45166"/>
                </a:cubicBezTo>
                <a:close/>
              </a:path>
            </a:pathLst>
          </a:custGeom>
          <a:solidFill>
            <a:srgbClr val="005DA2"/>
          </a:solidFill>
          <a:ln w="25400" cap="flat" cmpd="sng" algn="ctr">
            <a:noFill/>
            <a:prstDash val="solid"/>
          </a:ln>
          <a:effectLst/>
          <a:ex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3" name="任意多边形 44">
            <a:extLst>
              <a:ext uri="{FF2B5EF4-FFF2-40B4-BE49-F238E27FC236}">
                <a16:creationId xmlns:a16="http://schemas.microsoft.com/office/drawing/2014/main" id="{E92D8CD2-9CC3-44D0-B8B0-C3B95FB91368}"/>
              </a:ext>
            </a:extLst>
          </p:cNvPr>
          <p:cNvSpPr/>
          <p:nvPr/>
        </p:nvSpPr>
        <p:spPr>
          <a:xfrm rot="2700000">
            <a:off x="4358184" y="2875278"/>
            <a:ext cx="1780603" cy="1780603"/>
          </a:xfrm>
          <a:custGeom>
            <a:avLst/>
            <a:gdLst>
              <a:gd name="connsiteX0" fmla="*/ 160257 w 1335452"/>
              <a:gd name="connsiteY0" fmla="*/ 160257 h 1335452"/>
              <a:gd name="connsiteX1" fmla="*/ 137885 w 1335452"/>
              <a:gd name="connsiteY1" fmla="*/ 214267 h 1335452"/>
              <a:gd name="connsiteX2" fmla="*/ 137885 w 1335452"/>
              <a:gd name="connsiteY2" fmla="*/ 1121185 h 1335452"/>
              <a:gd name="connsiteX3" fmla="*/ 214267 w 1335452"/>
              <a:gd name="connsiteY3" fmla="*/ 1197567 h 1335452"/>
              <a:gd name="connsiteX4" fmla="*/ 1121185 w 1335452"/>
              <a:gd name="connsiteY4" fmla="*/ 1197567 h 1335452"/>
              <a:gd name="connsiteX5" fmla="*/ 1197567 w 1335452"/>
              <a:gd name="connsiteY5" fmla="*/ 1121185 h 1335452"/>
              <a:gd name="connsiteX6" fmla="*/ 1197567 w 1335452"/>
              <a:gd name="connsiteY6" fmla="*/ 214267 h 1335452"/>
              <a:gd name="connsiteX7" fmla="*/ 1121185 w 1335452"/>
              <a:gd name="connsiteY7" fmla="*/ 137885 h 1335452"/>
              <a:gd name="connsiteX8" fmla="*/ 214267 w 1335452"/>
              <a:gd name="connsiteY8" fmla="*/ 137885 h 1335452"/>
              <a:gd name="connsiteX9" fmla="*/ 160257 w 1335452"/>
              <a:gd name="connsiteY9" fmla="*/ 160257 h 1335452"/>
              <a:gd name="connsiteX10" fmla="*/ 45166 w 1335452"/>
              <a:gd name="connsiteY10" fmla="*/ 45166 h 1335452"/>
              <a:gd name="connsiteX11" fmla="*/ 154205 w 1335452"/>
              <a:gd name="connsiteY11" fmla="*/ 0 h 1335452"/>
              <a:gd name="connsiteX12" fmla="*/ 1181247 w 1335452"/>
              <a:gd name="connsiteY12" fmla="*/ 0 h 1335452"/>
              <a:gd name="connsiteX13" fmla="*/ 1335452 w 1335452"/>
              <a:gd name="connsiteY13" fmla="*/ 154205 h 1335452"/>
              <a:gd name="connsiteX14" fmla="*/ 1335452 w 1335452"/>
              <a:gd name="connsiteY14" fmla="*/ 1181247 h 1335452"/>
              <a:gd name="connsiteX15" fmla="*/ 1181247 w 1335452"/>
              <a:gd name="connsiteY15" fmla="*/ 1335452 h 1335452"/>
              <a:gd name="connsiteX16" fmla="*/ 154205 w 1335452"/>
              <a:gd name="connsiteY16" fmla="*/ 1335452 h 1335452"/>
              <a:gd name="connsiteX17" fmla="*/ 0 w 1335452"/>
              <a:gd name="connsiteY17" fmla="*/ 1181247 h 1335452"/>
              <a:gd name="connsiteX18" fmla="*/ 0 w 1335452"/>
              <a:gd name="connsiteY18" fmla="*/ 154205 h 1335452"/>
              <a:gd name="connsiteX19" fmla="*/ 45166 w 1335452"/>
              <a:gd name="connsiteY19" fmla="*/ 45166 h 13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35452" h="1335452">
                <a:moveTo>
                  <a:pt x="160257" y="160257"/>
                </a:moveTo>
                <a:cubicBezTo>
                  <a:pt x="146434" y="174079"/>
                  <a:pt x="137885" y="193174"/>
                  <a:pt x="137885" y="214267"/>
                </a:cubicBezTo>
                <a:lnTo>
                  <a:pt x="137885" y="1121185"/>
                </a:lnTo>
                <a:cubicBezTo>
                  <a:pt x="137885" y="1163370"/>
                  <a:pt x="172082" y="1197567"/>
                  <a:pt x="214267" y="1197567"/>
                </a:cubicBezTo>
                <a:lnTo>
                  <a:pt x="1121185" y="1197567"/>
                </a:lnTo>
                <a:cubicBezTo>
                  <a:pt x="1163370" y="1197567"/>
                  <a:pt x="1197567" y="1163370"/>
                  <a:pt x="1197567" y="1121185"/>
                </a:cubicBezTo>
                <a:lnTo>
                  <a:pt x="1197567" y="214267"/>
                </a:lnTo>
                <a:cubicBezTo>
                  <a:pt x="1197567" y="172082"/>
                  <a:pt x="1163370" y="137885"/>
                  <a:pt x="1121185" y="137885"/>
                </a:cubicBezTo>
                <a:lnTo>
                  <a:pt x="214267" y="137885"/>
                </a:lnTo>
                <a:cubicBezTo>
                  <a:pt x="193174" y="137885"/>
                  <a:pt x="174079" y="146434"/>
                  <a:pt x="160257" y="160257"/>
                </a:cubicBezTo>
                <a:close/>
                <a:moveTo>
                  <a:pt x="45166" y="45166"/>
                </a:moveTo>
                <a:cubicBezTo>
                  <a:pt x="73071" y="17260"/>
                  <a:pt x="111623" y="0"/>
                  <a:pt x="154205" y="0"/>
                </a:cubicBezTo>
                <a:lnTo>
                  <a:pt x="1181247" y="0"/>
                </a:lnTo>
                <a:cubicBezTo>
                  <a:pt x="1266412" y="0"/>
                  <a:pt x="1335452" y="69040"/>
                  <a:pt x="1335452" y="154205"/>
                </a:cubicBezTo>
                <a:lnTo>
                  <a:pt x="1335452" y="1181247"/>
                </a:lnTo>
                <a:cubicBezTo>
                  <a:pt x="1335452" y="1266412"/>
                  <a:pt x="1266412" y="1335452"/>
                  <a:pt x="1181247" y="1335452"/>
                </a:cubicBezTo>
                <a:lnTo>
                  <a:pt x="154205" y="1335452"/>
                </a:lnTo>
                <a:cubicBezTo>
                  <a:pt x="69040" y="1335452"/>
                  <a:pt x="0" y="1266412"/>
                  <a:pt x="0" y="1181247"/>
                </a:cubicBezTo>
                <a:lnTo>
                  <a:pt x="0" y="154205"/>
                </a:lnTo>
                <a:cubicBezTo>
                  <a:pt x="0" y="111623"/>
                  <a:pt x="17260" y="73071"/>
                  <a:pt x="45166" y="45166"/>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p:txBody>
      </p:sp>
      <p:sp>
        <p:nvSpPr>
          <p:cNvPr id="14" name="任意多边形 51">
            <a:extLst>
              <a:ext uri="{FF2B5EF4-FFF2-40B4-BE49-F238E27FC236}">
                <a16:creationId xmlns:a16="http://schemas.microsoft.com/office/drawing/2014/main" id="{AD3D4F90-D315-430D-8A2D-E07B4945C66B}"/>
              </a:ext>
            </a:extLst>
          </p:cNvPr>
          <p:cNvSpPr/>
          <p:nvPr/>
        </p:nvSpPr>
        <p:spPr>
          <a:xfrm rot="2700000">
            <a:off x="6266688" y="2875278"/>
            <a:ext cx="1780603" cy="1780603"/>
          </a:xfrm>
          <a:custGeom>
            <a:avLst/>
            <a:gdLst>
              <a:gd name="connsiteX0" fmla="*/ 160256 w 1335452"/>
              <a:gd name="connsiteY0" fmla="*/ 160256 h 1335452"/>
              <a:gd name="connsiteX1" fmla="*/ 137885 w 1335452"/>
              <a:gd name="connsiteY1" fmla="*/ 214266 h 1335452"/>
              <a:gd name="connsiteX2" fmla="*/ 137884 w 1335452"/>
              <a:gd name="connsiteY2" fmla="*/ 1121184 h 1335452"/>
              <a:gd name="connsiteX3" fmla="*/ 214266 w 1335452"/>
              <a:gd name="connsiteY3" fmla="*/ 1197566 h 1335452"/>
              <a:gd name="connsiteX4" fmla="*/ 1121184 w 1335452"/>
              <a:gd name="connsiteY4" fmla="*/ 1197566 h 1335452"/>
              <a:gd name="connsiteX5" fmla="*/ 1197566 w 1335452"/>
              <a:gd name="connsiteY5" fmla="*/ 1121184 h 1335452"/>
              <a:gd name="connsiteX6" fmla="*/ 1197566 w 1335452"/>
              <a:gd name="connsiteY6" fmla="*/ 214266 h 1335452"/>
              <a:gd name="connsiteX7" fmla="*/ 1121184 w 1335452"/>
              <a:gd name="connsiteY7" fmla="*/ 137884 h 1335452"/>
              <a:gd name="connsiteX8" fmla="*/ 214266 w 1335452"/>
              <a:gd name="connsiteY8" fmla="*/ 137885 h 1335452"/>
              <a:gd name="connsiteX9" fmla="*/ 160256 w 1335452"/>
              <a:gd name="connsiteY9" fmla="*/ 160256 h 1335452"/>
              <a:gd name="connsiteX10" fmla="*/ 45166 w 1335452"/>
              <a:gd name="connsiteY10" fmla="*/ 45166 h 1335452"/>
              <a:gd name="connsiteX11" fmla="*/ 154205 w 1335452"/>
              <a:gd name="connsiteY11" fmla="*/ 0 h 1335452"/>
              <a:gd name="connsiteX12" fmla="*/ 1181247 w 1335452"/>
              <a:gd name="connsiteY12" fmla="*/ 0 h 1335452"/>
              <a:gd name="connsiteX13" fmla="*/ 1335452 w 1335452"/>
              <a:gd name="connsiteY13" fmla="*/ 154205 h 1335452"/>
              <a:gd name="connsiteX14" fmla="*/ 1335452 w 1335452"/>
              <a:gd name="connsiteY14" fmla="*/ 1181247 h 1335452"/>
              <a:gd name="connsiteX15" fmla="*/ 1181247 w 1335452"/>
              <a:gd name="connsiteY15" fmla="*/ 1335452 h 1335452"/>
              <a:gd name="connsiteX16" fmla="*/ 154205 w 1335452"/>
              <a:gd name="connsiteY16" fmla="*/ 1335452 h 1335452"/>
              <a:gd name="connsiteX17" fmla="*/ 0 w 1335452"/>
              <a:gd name="connsiteY17" fmla="*/ 1181247 h 1335452"/>
              <a:gd name="connsiteX18" fmla="*/ 0 w 1335452"/>
              <a:gd name="connsiteY18" fmla="*/ 154205 h 1335452"/>
              <a:gd name="connsiteX19" fmla="*/ 45166 w 1335452"/>
              <a:gd name="connsiteY19" fmla="*/ 45166 h 13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35452" h="1335452">
                <a:moveTo>
                  <a:pt x="160256" y="160256"/>
                </a:moveTo>
                <a:cubicBezTo>
                  <a:pt x="146434" y="174078"/>
                  <a:pt x="137884" y="193174"/>
                  <a:pt x="137885" y="214266"/>
                </a:cubicBezTo>
                <a:lnTo>
                  <a:pt x="137884" y="1121184"/>
                </a:lnTo>
                <a:cubicBezTo>
                  <a:pt x="137884" y="1163369"/>
                  <a:pt x="172081" y="1197566"/>
                  <a:pt x="214266" y="1197566"/>
                </a:cubicBezTo>
                <a:lnTo>
                  <a:pt x="1121184" y="1197566"/>
                </a:lnTo>
                <a:cubicBezTo>
                  <a:pt x="1163369" y="1197566"/>
                  <a:pt x="1197566" y="1163369"/>
                  <a:pt x="1197566" y="1121184"/>
                </a:cubicBezTo>
                <a:lnTo>
                  <a:pt x="1197566" y="214266"/>
                </a:lnTo>
                <a:cubicBezTo>
                  <a:pt x="1197566" y="172081"/>
                  <a:pt x="1163369" y="137884"/>
                  <a:pt x="1121184" y="137884"/>
                </a:cubicBezTo>
                <a:lnTo>
                  <a:pt x="214266" y="137885"/>
                </a:lnTo>
                <a:cubicBezTo>
                  <a:pt x="193174" y="137884"/>
                  <a:pt x="174079" y="146433"/>
                  <a:pt x="160256" y="160256"/>
                </a:cubicBezTo>
                <a:close/>
                <a:moveTo>
                  <a:pt x="45166" y="45166"/>
                </a:moveTo>
                <a:cubicBezTo>
                  <a:pt x="73071" y="17260"/>
                  <a:pt x="111623" y="0"/>
                  <a:pt x="154205" y="0"/>
                </a:cubicBezTo>
                <a:lnTo>
                  <a:pt x="1181247" y="0"/>
                </a:lnTo>
                <a:cubicBezTo>
                  <a:pt x="1266412" y="0"/>
                  <a:pt x="1335452" y="69040"/>
                  <a:pt x="1335452" y="154205"/>
                </a:cubicBezTo>
                <a:lnTo>
                  <a:pt x="1335452" y="1181247"/>
                </a:lnTo>
                <a:cubicBezTo>
                  <a:pt x="1335452" y="1266412"/>
                  <a:pt x="1266412" y="1335452"/>
                  <a:pt x="1181247" y="1335452"/>
                </a:cubicBezTo>
                <a:lnTo>
                  <a:pt x="154205" y="1335452"/>
                </a:lnTo>
                <a:cubicBezTo>
                  <a:pt x="69040" y="1335452"/>
                  <a:pt x="0" y="1266412"/>
                  <a:pt x="0" y="1181247"/>
                </a:cubicBezTo>
                <a:lnTo>
                  <a:pt x="0" y="154205"/>
                </a:lnTo>
                <a:cubicBezTo>
                  <a:pt x="0" y="111623"/>
                  <a:pt x="17260" y="73071"/>
                  <a:pt x="45166" y="45166"/>
                </a:cubicBezTo>
                <a:close/>
              </a:path>
            </a:pathLst>
          </a:custGeom>
          <a:solidFill>
            <a:srgbClr val="005DA2"/>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5" name="任意多边形 52">
            <a:extLst>
              <a:ext uri="{FF2B5EF4-FFF2-40B4-BE49-F238E27FC236}">
                <a16:creationId xmlns:a16="http://schemas.microsoft.com/office/drawing/2014/main" id="{C307074D-9A81-4882-878F-FF54611FDC2E}"/>
              </a:ext>
            </a:extLst>
          </p:cNvPr>
          <p:cNvSpPr/>
          <p:nvPr/>
        </p:nvSpPr>
        <p:spPr>
          <a:xfrm rot="2700000">
            <a:off x="8175192" y="2875277"/>
            <a:ext cx="1780603" cy="1780603"/>
          </a:xfrm>
          <a:custGeom>
            <a:avLst/>
            <a:gdLst>
              <a:gd name="connsiteX0" fmla="*/ 160257 w 1335452"/>
              <a:gd name="connsiteY0" fmla="*/ 160257 h 1335452"/>
              <a:gd name="connsiteX1" fmla="*/ 137885 w 1335452"/>
              <a:gd name="connsiteY1" fmla="*/ 214267 h 1335452"/>
              <a:gd name="connsiteX2" fmla="*/ 137885 w 1335452"/>
              <a:gd name="connsiteY2" fmla="*/ 1121185 h 1335452"/>
              <a:gd name="connsiteX3" fmla="*/ 214267 w 1335452"/>
              <a:gd name="connsiteY3" fmla="*/ 1197567 h 1335452"/>
              <a:gd name="connsiteX4" fmla="*/ 1121185 w 1335452"/>
              <a:gd name="connsiteY4" fmla="*/ 1197567 h 1335452"/>
              <a:gd name="connsiteX5" fmla="*/ 1197567 w 1335452"/>
              <a:gd name="connsiteY5" fmla="*/ 1121185 h 1335452"/>
              <a:gd name="connsiteX6" fmla="*/ 1197567 w 1335452"/>
              <a:gd name="connsiteY6" fmla="*/ 214267 h 1335452"/>
              <a:gd name="connsiteX7" fmla="*/ 1121185 w 1335452"/>
              <a:gd name="connsiteY7" fmla="*/ 137885 h 1335452"/>
              <a:gd name="connsiteX8" fmla="*/ 214267 w 1335452"/>
              <a:gd name="connsiteY8" fmla="*/ 137885 h 1335452"/>
              <a:gd name="connsiteX9" fmla="*/ 160257 w 1335452"/>
              <a:gd name="connsiteY9" fmla="*/ 160257 h 1335452"/>
              <a:gd name="connsiteX10" fmla="*/ 45166 w 1335452"/>
              <a:gd name="connsiteY10" fmla="*/ 45166 h 1335452"/>
              <a:gd name="connsiteX11" fmla="*/ 154205 w 1335452"/>
              <a:gd name="connsiteY11" fmla="*/ 0 h 1335452"/>
              <a:gd name="connsiteX12" fmla="*/ 1181247 w 1335452"/>
              <a:gd name="connsiteY12" fmla="*/ 0 h 1335452"/>
              <a:gd name="connsiteX13" fmla="*/ 1335452 w 1335452"/>
              <a:gd name="connsiteY13" fmla="*/ 154205 h 1335452"/>
              <a:gd name="connsiteX14" fmla="*/ 1335452 w 1335452"/>
              <a:gd name="connsiteY14" fmla="*/ 1181247 h 1335452"/>
              <a:gd name="connsiteX15" fmla="*/ 1181247 w 1335452"/>
              <a:gd name="connsiteY15" fmla="*/ 1335452 h 1335452"/>
              <a:gd name="connsiteX16" fmla="*/ 154205 w 1335452"/>
              <a:gd name="connsiteY16" fmla="*/ 1335452 h 1335452"/>
              <a:gd name="connsiteX17" fmla="*/ 0 w 1335452"/>
              <a:gd name="connsiteY17" fmla="*/ 1181247 h 1335452"/>
              <a:gd name="connsiteX18" fmla="*/ 0 w 1335452"/>
              <a:gd name="connsiteY18" fmla="*/ 154205 h 1335452"/>
              <a:gd name="connsiteX19" fmla="*/ 45166 w 1335452"/>
              <a:gd name="connsiteY19" fmla="*/ 45166 h 133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35452" h="1335452">
                <a:moveTo>
                  <a:pt x="160257" y="160257"/>
                </a:moveTo>
                <a:cubicBezTo>
                  <a:pt x="146435" y="174079"/>
                  <a:pt x="137885" y="193174"/>
                  <a:pt x="137885" y="214267"/>
                </a:cubicBezTo>
                <a:lnTo>
                  <a:pt x="137885" y="1121185"/>
                </a:lnTo>
                <a:cubicBezTo>
                  <a:pt x="137885" y="1163370"/>
                  <a:pt x="172082" y="1197567"/>
                  <a:pt x="214267" y="1197567"/>
                </a:cubicBezTo>
                <a:lnTo>
                  <a:pt x="1121185" y="1197567"/>
                </a:lnTo>
                <a:cubicBezTo>
                  <a:pt x="1163370" y="1197567"/>
                  <a:pt x="1197567" y="1163370"/>
                  <a:pt x="1197567" y="1121185"/>
                </a:cubicBezTo>
                <a:lnTo>
                  <a:pt x="1197567" y="214267"/>
                </a:lnTo>
                <a:cubicBezTo>
                  <a:pt x="1197567" y="172082"/>
                  <a:pt x="1163370" y="137885"/>
                  <a:pt x="1121185" y="137885"/>
                </a:cubicBezTo>
                <a:lnTo>
                  <a:pt x="214267" y="137885"/>
                </a:lnTo>
                <a:cubicBezTo>
                  <a:pt x="193174" y="137885"/>
                  <a:pt x="174079" y="146434"/>
                  <a:pt x="160257" y="160257"/>
                </a:cubicBezTo>
                <a:close/>
                <a:moveTo>
                  <a:pt x="45166" y="45166"/>
                </a:moveTo>
                <a:cubicBezTo>
                  <a:pt x="73071" y="17260"/>
                  <a:pt x="111623" y="0"/>
                  <a:pt x="154205" y="0"/>
                </a:cubicBezTo>
                <a:lnTo>
                  <a:pt x="1181247" y="0"/>
                </a:lnTo>
                <a:cubicBezTo>
                  <a:pt x="1266412" y="0"/>
                  <a:pt x="1335452" y="69040"/>
                  <a:pt x="1335452" y="154205"/>
                </a:cubicBezTo>
                <a:lnTo>
                  <a:pt x="1335452" y="1181247"/>
                </a:lnTo>
                <a:cubicBezTo>
                  <a:pt x="1335452" y="1266412"/>
                  <a:pt x="1266412" y="1335452"/>
                  <a:pt x="1181247" y="1335452"/>
                </a:cubicBezTo>
                <a:lnTo>
                  <a:pt x="154205" y="1335452"/>
                </a:lnTo>
                <a:cubicBezTo>
                  <a:pt x="69040" y="1335452"/>
                  <a:pt x="0" y="1266412"/>
                  <a:pt x="0" y="1181247"/>
                </a:cubicBezTo>
                <a:lnTo>
                  <a:pt x="0" y="154205"/>
                </a:lnTo>
                <a:cubicBezTo>
                  <a:pt x="0" y="111623"/>
                  <a:pt x="17260" y="73071"/>
                  <a:pt x="45166" y="45166"/>
                </a:cubicBezTo>
                <a:close/>
              </a:path>
            </a:pathLst>
          </a:custGeom>
          <a:solidFill>
            <a:srgbClr val="0070C0"/>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6" name="KSO_Shape">
            <a:extLst>
              <a:ext uri="{FF2B5EF4-FFF2-40B4-BE49-F238E27FC236}">
                <a16:creationId xmlns:a16="http://schemas.microsoft.com/office/drawing/2014/main" id="{593EDADE-FB77-4590-9952-C3C7BC424207}"/>
              </a:ext>
            </a:extLst>
          </p:cNvPr>
          <p:cNvSpPr/>
          <p:nvPr/>
        </p:nvSpPr>
        <p:spPr bwMode="auto">
          <a:xfrm>
            <a:off x="4940705" y="3532178"/>
            <a:ext cx="615560" cy="466803"/>
          </a:xfrm>
          <a:custGeom>
            <a:avLst/>
            <a:gdLst>
              <a:gd name="T0" fmla="*/ 104753 w 3040062"/>
              <a:gd name="T1" fmla="*/ 1241540 h 2303463"/>
              <a:gd name="T2" fmla="*/ 251725 w 3040062"/>
              <a:gd name="T3" fmla="*/ 1260899 h 2303463"/>
              <a:gd name="T4" fmla="*/ 265692 w 3040062"/>
              <a:gd name="T5" fmla="*/ 1110467 h 2303463"/>
              <a:gd name="T6" fmla="*/ 844867 w 3040062"/>
              <a:gd name="T7" fmla="*/ 970596 h 2303463"/>
              <a:gd name="T8" fmla="*/ 870584 w 3040062"/>
              <a:gd name="T9" fmla="*/ 987377 h 2303463"/>
              <a:gd name="T10" fmla="*/ 872172 w 3040062"/>
              <a:gd name="T11" fmla="*/ 1402771 h 2303463"/>
              <a:gd name="T12" fmla="*/ 848359 w 3040062"/>
              <a:gd name="T13" fmla="*/ 1421768 h 2303463"/>
              <a:gd name="T14" fmla="*/ 615315 w 3040062"/>
              <a:gd name="T15" fmla="*/ 1415119 h 2303463"/>
              <a:gd name="T16" fmla="*/ 603250 w 3040062"/>
              <a:gd name="T17" fmla="*/ 1002891 h 2303463"/>
              <a:gd name="T18" fmla="*/ 617855 w 3040062"/>
              <a:gd name="T19" fmla="*/ 975662 h 2303463"/>
              <a:gd name="T20" fmla="*/ 1240437 w 3040062"/>
              <a:gd name="T21" fmla="*/ 749300 h 2303463"/>
              <a:gd name="T22" fmla="*/ 1265867 w 3040062"/>
              <a:gd name="T23" fmla="*/ 766421 h 2303463"/>
              <a:gd name="T24" fmla="*/ 1267138 w 3040062"/>
              <a:gd name="T25" fmla="*/ 1402743 h 2303463"/>
              <a:gd name="T26" fmla="*/ 1243616 w 3040062"/>
              <a:gd name="T27" fmla="*/ 1421766 h 2303463"/>
              <a:gd name="T28" fmla="*/ 1010298 w 3040062"/>
              <a:gd name="T29" fmla="*/ 1415108 h 2303463"/>
              <a:gd name="T30" fmla="*/ 998537 w 3040062"/>
              <a:gd name="T31" fmla="*/ 782273 h 2303463"/>
              <a:gd name="T32" fmla="*/ 1012841 w 3040062"/>
              <a:gd name="T33" fmla="*/ 755007 h 2303463"/>
              <a:gd name="T34" fmla="*/ 2175011 w 3040062"/>
              <a:gd name="T35" fmla="*/ 666432 h 2303463"/>
              <a:gd name="T36" fmla="*/ 2235666 w 3040062"/>
              <a:gd name="T37" fmla="*/ 692135 h 2303463"/>
              <a:gd name="T38" fmla="*/ 2277268 w 3040062"/>
              <a:gd name="T39" fmla="*/ 742271 h 2303463"/>
              <a:gd name="T40" fmla="*/ 2290605 w 3040062"/>
              <a:gd name="T41" fmla="*/ 1286150 h 2303463"/>
              <a:gd name="T42" fmla="*/ 2948603 w 3040062"/>
              <a:gd name="T43" fmla="*/ 1365796 h 2303463"/>
              <a:gd name="T44" fmla="*/ 3005765 w 3040062"/>
              <a:gd name="T45" fmla="*/ 1408316 h 2303463"/>
              <a:gd name="T46" fmla="*/ 3036887 w 3040062"/>
              <a:gd name="T47" fmla="*/ 1473366 h 2303463"/>
              <a:gd name="T48" fmla="*/ 3035616 w 3040062"/>
              <a:gd name="T49" fmla="*/ 2191451 h 2303463"/>
              <a:gd name="T50" fmla="*/ 3001319 w 3040062"/>
              <a:gd name="T51" fmla="*/ 2254597 h 2303463"/>
              <a:gd name="T52" fmla="*/ 2941934 w 3040062"/>
              <a:gd name="T53" fmla="*/ 2294578 h 2303463"/>
              <a:gd name="T54" fmla="*/ 2171200 w 3040062"/>
              <a:gd name="T55" fmla="*/ 2303146 h 2303463"/>
              <a:gd name="T56" fmla="*/ 2113403 w 3040062"/>
              <a:gd name="T57" fmla="*/ 2292040 h 2303463"/>
              <a:gd name="T58" fmla="*/ 1552263 w 3040062"/>
              <a:gd name="T59" fmla="*/ 1741815 h 2303463"/>
              <a:gd name="T60" fmla="*/ 1526223 w 3040062"/>
              <a:gd name="T61" fmla="*/ 1686919 h 2303463"/>
              <a:gd name="T62" fmla="*/ 1529081 w 3040062"/>
              <a:gd name="T63" fmla="*/ 1626946 h 2303463"/>
              <a:gd name="T64" fmla="*/ 1560520 w 3040062"/>
              <a:gd name="T65" fmla="*/ 1574272 h 2303463"/>
              <a:gd name="T66" fmla="*/ 1612919 w 3040062"/>
              <a:gd name="T67" fmla="*/ 1542858 h 2303463"/>
              <a:gd name="T68" fmla="*/ 1673891 w 3040062"/>
              <a:gd name="T69" fmla="*/ 1539685 h 2303463"/>
              <a:gd name="T70" fmla="*/ 1728513 w 3040062"/>
              <a:gd name="T71" fmla="*/ 1565705 h 2303463"/>
              <a:gd name="T72" fmla="*/ 2024167 w 3040062"/>
              <a:gd name="T73" fmla="*/ 760992 h 2303463"/>
              <a:gd name="T74" fmla="*/ 2057829 w 3040062"/>
              <a:gd name="T75" fmla="*/ 704828 h 2303463"/>
              <a:gd name="T76" fmla="*/ 2113721 w 3040062"/>
              <a:gd name="T77" fmla="*/ 670875 h 2303463"/>
              <a:gd name="T78" fmla="*/ 1640947 w 3040062"/>
              <a:gd name="T79" fmla="*/ 485773 h 2303463"/>
              <a:gd name="T80" fmla="*/ 1662436 w 3040062"/>
              <a:gd name="T81" fmla="*/ 507334 h 2303463"/>
              <a:gd name="T82" fmla="*/ 1658328 w 3040062"/>
              <a:gd name="T83" fmla="*/ 1408133 h 2303463"/>
              <a:gd name="T84" fmla="*/ 1631151 w 3040062"/>
              <a:gd name="T85" fmla="*/ 1422401 h 2303463"/>
              <a:gd name="T86" fmla="*/ 1401409 w 3040062"/>
              <a:gd name="T87" fmla="*/ 1410669 h 2303463"/>
              <a:gd name="T88" fmla="*/ 1394457 w 3040062"/>
              <a:gd name="T89" fmla="*/ 510505 h 2303463"/>
              <a:gd name="T90" fmla="*/ 1413734 w 3040062"/>
              <a:gd name="T91" fmla="*/ 486725 h 2303463"/>
              <a:gd name="T92" fmla="*/ 2856582 w 3040062"/>
              <a:gd name="T93" fmla="*/ 2539 h 2303463"/>
              <a:gd name="T94" fmla="*/ 2942924 w 3040062"/>
              <a:gd name="T95" fmla="*/ 45384 h 2303463"/>
              <a:gd name="T96" fmla="*/ 3001649 w 3040062"/>
              <a:gd name="T97" fmla="*/ 130121 h 2303463"/>
              <a:gd name="T98" fmla="*/ 3021012 w 3040062"/>
              <a:gd name="T99" fmla="*/ 1276768 h 2303463"/>
              <a:gd name="T100" fmla="*/ 2944193 w 3040062"/>
              <a:gd name="T101" fmla="*/ 1247252 h 2303463"/>
              <a:gd name="T102" fmla="*/ 374889 w 3040062"/>
              <a:gd name="T103" fmla="*/ 1959424 h 2303463"/>
              <a:gd name="T104" fmla="*/ 127291 w 3040062"/>
              <a:gd name="T105" fmla="*/ 2259336 h 2303463"/>
              <a:gd name="T106" fmla="*/ 50472 w 3040062"/>
              <a:gd name="T107" fmla="*/ 2198402 h 2303463"/>
              <a:gd name="T108" fmla="*/ 6349 w 3040062"/>
              <a:gd name="T109" fmla="*/ 2100970 h 2303463"/>
              <a:gd name="T110" fmla="*/ 3809 w 3040062"/>
              <a:gd name="T111" fmla="*/ 183438 h 2303463"/>
              <a:gd name="T112" fmla="*/ 44441 w 3040062"/>
              <a:gd name="T113" fmla="*/ 83468 h 2303463"/>
              <a:gd name="T114" fmla="*/ 118720 w 3040062"/>
              <a:gd name="T115" fmla="*/ 17773 h 2303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40062" h="2303463">
                <a:moveTo>
                  <a:pt x="124116" y="1098725"/>
                </a:moveTo>
                <a:lnTo>
                  <a:pt x="120307" y="1099042"/>
                </a:lnTo>
                <a:lnTo>
                  <a:pt x="116498" y="1099994"/>
                </a:lnTo>
                <a:lnTo>
                  <a:pt x="113324" y="1101898"/>
                </a:lnTo>
                <a:lnTo>
                  <a:pt x="110467" y="1104120"/>
                </a:lnTo>
                <a:lnTo>
                  <a:pt x="108245" y="1107294"/>
                </a:lnTo>
                <a:lnTo>
                  <a:pt x="106340" y="1110467"/>
                </a:lnTo>
                <a:lnTo>
                  <a:pt x="105071" y="1114276"/>
                </a:lnTo>
                <a:lnTo>
                  <a:pt x="104753" y="1118084"/>
                </a:lnTo>
                <a:lnTo>
                  <a:pt x="104753" y="1241540"/>
                </a:lnTo>
                <a:lnTo>
                  <a:pt x="105071" y="1245348"/>
                </a:lnTo>
                <a:lnTo>
                  <a:pt x="106340" y="1249157"/>
                </a:lnTo>
                <a:lnTo>
                  <a:pt x="108245" y="1252330"/>
                </a:lnTo>
                <a:lnTo>
                  <a:pt x="110467" y="1255187"/>
                </a:lnTo>
                <a:lnTo>
                  <a:pt x="113324" y="1257726"/>
                </a:lnTo>
                <a:lnTo>
                  <a:pt x="116498" y="1259312"/>
                </a:lnTo>
                <a:lnTo>
                  <a:pt x="120307" y="1260899"/>
                </a:lnTo>
                <a:lnTo>
                  <a:pt x="124116" y="1261217"/>
                </a:lnTo>
                <a:lnTo>
                  <a:pt x="247598" y="1261217"/>
                </a:lnTo>
                <a:lnTo>
                  <a:pt x="251725" y="1260899"/>
                </a:lnTo>
                <a:lnTo>
                  <a:pt x="255216" y="1259312"/>
                </a:lnTo>
                <a:lnTo>
                  <a:pt x="258708" y="1257726"/>
                </a:lnTo>
                <a:lnTo>
                  <a:pt x="261565" y="1255187"/>
                </a:lnTo>
                <a:lnTo>
                  <a:pt x="264105" y="1252330"/>
                </a:lnTo>
                <a:lnTo>
                  <a:pt x="265692" y="1249157"/>
                </a:lnTo>
                <a:lnTo>
                  <a:pt x="266644" y="1245348"/>
                </a:lnTo>
                <a:lnTo>
                  <a:pt x="266961" y="1241540"/>
                </a:lnTo>
                <a:lnTo>
                  <a:pt x="266961" y="1118084"/>
                </a:lnTo>
                <a:lnTo>
                  <a:pt x="266644" y="1114276"/>
                </a:lnTo>
                <a:lnTo>
                  <a:pt x="265692" y="1110467"/>
                </a:lnTo>
                <a:lnTo>
                  <a:pt x="264105" y="1107294"/>
                </a:lnTo>
                <a:lnTo>
                  <a:pt x="261565" y="1104120"/>
                </a:lnTo>
                <a:lnTo>
                  <a:pt x="258708" y="1101898"/>
                </a:lnTo>
                <a:lnTo>
                  <a:pt x="255216" y="1099994"/>
                </a:lnTo>
                <a:lnTo>
                  <a:pt x="251725" y="1099042"/>
                </a:lnTo>
                <a:lnTo>
                  <a:pt x="247598" y="1098725"/>
                </a:lnTo>
                <a:lnTo>
                  <a:pt x="124116" y="1098725"/>
                </a:lnTo>
                <a:close/>
                <a:moveTo>
                  <a:pt x="636270" y="969963"/>
                </a:moveTo>
                <a:lnTo>
                  <a:pt x="841692" y="969963"/>
                </a:lnTo>
                <a:lnTo>
                  <a:pt x="844867" y="970596"/>
                </a:lnTo>
                <a:lnTo>
                  <a:pt x="848359" y="970913"/>
                </a:lnTo>
                <a:lnTo>
                  <a:pt x="851534" y="971546"/>
                </a:lnTo>
                <a:lnTo>
                  <a:pt x="854709" y="972813"/>
                </a:lnTo>
                <a:lnTo>
                  <a:pt x="857567" y="974396"/>
                </a:lnTo>
                <a:lnTo>
                  <a:pt x="860107" y="975662"/>
                </a:lnTo>
                <a:lnTo>
                  <a:pt x="862647" y="977878"/>
                </a:lnTo>
                <a:lnTo>
                  <a:pt x="865187" y="979778"/>
                </a:lnTo>
                <a:lnTo>
                  <a:pt x="867092" y="982311"/>
                </a:lnTo>
                <a:lnTo>
                  <a:pt x="868997" y="984844"/>
                </a:lnTo>
                <a:lnTo>
                  <a:pt x="870584" y="987377"/>
                </a:lnTo>
                <a:lnTo>
                  <a:pt x="872172" y="990226"/>
                </a:lnTo>
                <a:lnTo>
                  <a:pt x="873124" y="993076"/>
                </a:lnTo>
                <a:lnTo>
                  <a:pt x="873760" y="996242"/>
                </a:lnTo>
                <a:lnTo>
                  <a:pt x="874712" y="999725"/>
                </a:lnTo>
                <a:lnTo>
                  <a:pt x="874712" y="1002891"/>
                </a:lnTo>
                <a:lnTo>
                  <a:pt x="874712" y="1389790"/>
                </a:lnTo>
                <a:lnTo>
                  <a:pt x="874712" y="1393273"/>
                </a:lnTo>
                <a:lnTo>
                  <a:pt x="873760" y="1396439"/>
                </a:lnTo>
                <a:lnTo>
                  <a:pt x="873124" y="1399605"/>
                </a:lnTo>
                <a:lnTo>
                  <a:pt x="872172" y="1402771"/>
                </a:lnTo>
                <a:lnTo>
                  <a:pt x="870584" y="1405304"/>
                </a:lnTo>
                <a:lnTo>
                  <a:pt x="868997" y="1408154"/>
                </a:lnTo>
                <a:lnTo>
                  <a:pt x="867092" y="1410686"/>
                </a:lnTo>
                <a:lnTo>
                  <a:pt x="865187" y="1413219"/>
                </a:lnTo>
                <a:lnTo>
                  <a:pt x="862647" y="1415119"/>
                </a:lnTo>
                <a:lnTo>
                  <a:pt x="860107" y="1417019"/>
                </a:lnTo>
                <a:lnTo>
                  <a:pt x="857567" y="1418602"/>
                </a:lnTo>
                <a:lnTo>
                  <a:pt x="854709" y="1420185"/>
                </a:lnTo>
                <a:lnTo>
                  <a:pt x="851534" y="1421135"/>
                </a:lnTo>
                <a:lnTo>
                  <a:pt x="848359" y="1421768"/>
                </a:lnTo>
                <a:lnTo>
                  <a:pt x="844867" y="1422401"/>
                </a:lnTo>
                <a:lnTo>
                  <a:pt x="841692" y="1422401"/>
                </a:lnTo>
                <a:lnTo>
                  <a:pt x="636270" y="1422401"/>
                </a:lnTo>
                <a:lnTo>
                  <a:pt x="632777" y="1422401"/>
                </a:lnTo>
                <a:lnTo>
                  <a:pt x="629920" y="1421768"/>
                </a:lnTo>
                <a:lnTo>
                  <a:pt x="626745" y="1421135"/>
                </a:lnTo>
                <a:lnTo>
                  <a:pt x="623570" y="1420185"/>
                </a:lnTo>
                <a:lnTo>
                  <a:pt x="620713" y="1418602"/>
                </a:lnTo>
                <a:lnTo>
                  <a:pt x="617855" y="1417019"/>
                </a:lnTo>
                <a:lnTo>
                  <a:pt x="615315" y="1415119"/>
                </a:lnTo>
                <a:lnTo>
                  <a:pt x="613093" y="1413219"/>
                </a:lnTo>
                <a:lnTo>
                  <a:pt x="610870" y="1410686"/>
                </a:lnTo>
                <a:lnTo>
                  <a:pt x="608965" y="1408154"/>
                </a:lnTo>
                <a:lnTo>
                  <a:pt x="607378" y="1405304"/>
                </a:lnTo>
                <a:lnTo>
                  <a:pt x="606108" y="1402771"/>
                </a:lnTo>
                <a:lnTo>
                  <a:pt x="605155" y="1399605"/>
                </a:lnTo>
                <a:lnTo>
                  <a:pt x="603885" y="1396439"/>
                </a:lnTo>
                <a:lnTo>
                  <a:pt x="603568" y="1393273"/>
                </a:lnTo>
                <a:lnTo>
                  <a:pt x="603250" y="1389790"/>
                </a:lnTo>
                <a:lnTo>
                  <a:pt x="603250" y="1002891"/>
                </a:lnTo>
                <a:lnTo>
                  <a:pt x="603568" y="999725"/>
                </a:lnTo>
                <a:lnTo>
                  <a:pt x="603885" y="996242"/>
                </a:lnTo>
                <a:lnTo>
                  <a:pt x="605155" y="993076"/>
                </a:lnTo>
                <a:lnTo>
                  <a:pt x="606108" y="990226"/>
                </a:lnTo>
                <a:lnTo>
                  <a:pt x="607378" y="987377"/>
                </a:lnTo>
                <a:lnTo>
                  <a:pt x="608965" y="984844"/>
                </a:lnTo>
                <a:lnTo>
                  <a:pt x="610870" y="982311"/>
                </a:lnTo>
                <a:lnTo>
                  <a:pt x="613093" y="979778"/>
                </a:lnTo>
                <a:lnTo>
                  <a:pt x="615315" y="977878"/>
                </a:lnTo>
                <a:lnTo>
                  <a:pt x="617855" y="975662"/>
                </a:lnTo>
                <a:lnTo>
                  <a:pt x="620713" y="974396"/>
                </a:lnTo>
                <a:lnTo>
                  <a:pt x="623570" y="972813"/>
                </a:lnTo>
                <a:lnTo>
                  <a:pt x="626745" y="971546"/>
                </a:lnTo>
                <a:lnTo>
                  <a:pt x="629920" y="970913"/>
                </a:lnTo>
                <a:lnTo>
                  <a:pt x="632777" y="970596"/>
                </a:lnTo>
                <a:lnTo>
                  <a:pt x="636270" y="969963"/>
                </a:lnTo>
                <a:close/>
                <a:moveTo>
                  <a:pt x="1027781" y="749300"/>
                </a:moveTo>
                <a:lnTo>
                  <a:pt x="1031278" y="749300"/>
                </a:lnTo>
                <a:lnTo>
                  <a:pt x="1236940" y="749300"/>
                </a:lnTo>
                <a:lnTo>
                  <a:pt x="1240437" y="749300"/>
                </a:lnTo>
                <a:lnTo>
                  <a:pt x="1243616" y="750251"/>
                </a:lnTo>
                <a:lnTo>
                  <a:pt x="1246476" y="750885"/>
                </a:lnTo>
                <a:lnTo>
                  <a:pt x="1249655" y="751837"/>
                </a:lnTo>
                <a:lnTo>
                  <a:pt x="1252516" y="753105"/>
                </a:lnTo>
                <a:lnTo>
                  <a:pt x="1255377" y="755007"/>
                </a:lnTo>
                <a:lnTo>
                  <a:pt x="1257920" y="756592"/>
                </a:lnTo>
                <a:lnTo>
                  <a:pt x="1260145" y="758812"/>
                </a:lnTo>
                <a:lnTo>
                  <a:pt x="1262370" y="761348"/>
                </a:lnTo>
                <a:lnTo>
                  <a:pt x="1264595" y="763567"/>
                </a:lnTo>
                <a:lnTo>
                  <a:pt x="1265867" y="766421"/>
                </a:lnTo>
                <a:lnTo>
                  <a:pt x="1267138" y="769274"/>
                </a:lnTo>
                <a:lnTo>
                  <a:pt x="1268410" y="772445"/>
                </a:lnTo>
                <a:lnTo>
                  <a:pt x="1269363" y="775615"/>
                </a:lnTo>
                <a:lnTo>
                  <a:pt x="1269681" y="778786"/>
                </a:lnTo>
                <a:lnTo>
                  <a:pt x="1269999" y="782273"/>
                </a:lnTo>
                <a:lnTo>
                  <a:pt x="1269999" y="1389744"/>
                </a:lnTo>
                <a:lnTo>
                  <a:pt x="1269681" y="1393231"/>
                </a:lnTo>
                <a:lnTo>
                  <a:pt x="1269363" y="1396402"/>
                </a:lnTo>
                <a:lnTo>
                  <a:pt x="1268410" y="1399572"/>
                </a:lnTo>
                <a:lnTo>
                  <a:pt x="1267138" y="1402743"/>
                </a:lnTo>
                <a:lnTo>
                  <a:pt x="1265867" y="1405279"/>
                </a:lnTo>
                <a:lnTo>
                  <a:pt x="1264595" y="1408133"/>
                </a:lnTo>
                <a:lnTo>
                  <a:pt x="1262370" y="1410669"/>
                </a:lnTo>
                <a:lnTo>
                  <a:pt x="1260145" y="1413206"/>
                </a:lnTo>
                <a:lnTo>
                  <a:pt x="1257920" y="1415108"/>
                </a:lnTo>
                <a:lnTo>
                  <a:pt x="1255377" y="1417010"/>
                </a:lnTo>
                <a:lnTo>
                  <a:pt x="1252516" y="1418595"/>
                </a:lnTo>
                <a:lnTo>
                  <a:pt x="1249655" y="1420181"/>
                </a:lnTo>
                <a:lnTo>
                  <a:pt x="1246476" y="1421132"/>
                </a:lnTo>
                <a:lnTo>
                  <a:pt x="1243616" y="1421766"/>
                </a:lnTo>
                <a:lnTo>
                  <a:pt x="1240437" y="1422400"/>
                </a:lnTo>
                <a:lnTo>
                  <a:pt x="1236940" y="1422400"/>
                </a:lnTo>
                <a:lnTo>
                  <a:pt x="1031278" y="1422400"/>
                </a:lnTo>
                <a:lnTo>
                  <a:pt x="1027781" y="1422400"/>
                </a:lnTo>
                <a:lnTo>
                  <a:pt x="1024602" y="1421766"/>
                </a:lnTo>
                <a:lnTo>
                  <a:pt x="1021424" y="1421132"/>
                </a:lnTo>
                <a:lnTo>
                  <a:pt x="1018245" y="1420181"/>
                </a:lnTo>
                <a:lnTo>
                  <a:pt x="1015384" y="1418595"/>
                </a:lnTo>
                <a:lnTo>
                  <a:pt x="1012841" y="1417010"/>
                </a:lnTo>
                <a:lnTo>
                  <a:pt x="1010298" y="1415108"/>
                </a:lnTo>
                <a:lnTo>
                  <a:pt x="1007755" y="1413206"/>
                </a:lnTo>
                <a:lnTo>
                  <a:pt x="1005848" y="1410669"/>
                </a:lnTo>
                <a:lnTo>
                  <a:pt x="1003941" y="1408133"/>
                </a:lnTo>
                <a:lnTo>
                  <a:pt x="1002351" y="1405279"/>
                </a:lnTo>
                <a:lnTo>
                  <a:pt x="1000762" y="1402743"/>
                </a:lnTo>
                <a:lnTo>
                  <a:pt x="999808" y="1399572"/>
                </a:lnTo>
                <a:lnTo>
                  <a:pt x="999173" y="1396402"/>
                </a:lnTo>
                <a:lnTo>
                  <a:pt x="998537" y="1393231"/>
                </a:lnTo>
                <a:lnTo>
                  <a:pt x="998537" y="1389744"/>
                </a:lnTo>
                <a:lnTo>
                  <a:pt x="998537" y="782273"/>
                </a:lnTo>
                <a:lnTo>
                  <a:pt x="998537" y="778786"/>
                </a:lnTo>
                <a:lnTo>
                  <a:pt x="999173" y="775615"/>
                </a:lnTo>
                <a:lnTo>
                  <a:pt x="999808" y="772445"/>
                </a:lnTo>
                <a:lnTo>
                  <a:pt x="1000762" y="769274"/>
                </a:lnTo>
                <a:lnTo>
                  <a:pt x="1002351" y="766421"/>
                </a:lnTo>
                <a:lnTo>
                  <a:pt x="1003941" y="763567"/>
                </a:lnTo>
                <a:lnTo>
                  <a:pt x="1005848" y="761348"/>
                </a:lnTo>
                <a:lnTo>
                  <a:pt x="1007755" y="758812"/>
                </a:lnTo>
                <a:lnTo>
                  <a:pt x="1010298" y="756592"/>
                </a:lnTo>
                <a:lnTo>
                  <a:pt x="1012841" y="755007"/>
                </a:lnTo>
                <a:lnTo>
                  <a:pt x="1015384" y="753105"/>
                </a:lnTo>
                <a:lnTo>
                  <a:pt x="1018245" y="751837"/>
                </a:lnTo>
                <a:lnTo>
                  <a:pt x="1021424" y="750885"/>
                </a:lnTo>
                <a:lnTo>
                  <a:pt x="1024602" y="750251"/>
                </a:lnTo>
                <a:lnTo>
                  <a:pt x="1027781" y="749300"/>
                </a:lnTo>
                <a:close/>
                <a:moveTo>
                  <a:pt x="2147065" y="665163"/>
                </a:moveTo>
                <a:lnTo>
                  <a:pt x="2154052" y="665163"/>
                </a:lnTo>
                <a:lnTo>
                  <a:pt x="2161038" y="665163"/>
                </a:lnTo>
                <a:lnTo>
                  <a:pt x="2168025" y="665798"/>
                </a:lnTo>
                <a:lnTo>
                  <a:pt x="2175011" y="666432"/>
                </a:lnTo>
                <a:lnTo>
                  <a:pt x="2181680" y="667702"/>
                </a:lnTo>
                <a:lnTo>
                  <a:pt x="2188349" y="669288"/>
                </a:lnTo>
                <a:lnTo>
                  <a:pt x="2194700" y="670875"/>
                </a:lnTo>
                <a:lnTo>
                  <a:pt x="2201369" y="673413"/>
                </a:lnTo>
                <a:lnTo>
                  <a:pt x="2207085" y="675952"/>
                </a:lnTo>
                <a:lnTo>
                  <a:pt x="2213437" y="678173"/>
                </a:lnTo>
                <a:lnTo>
                  <a:pt x="2219471" y="681346"/>
                </a:lnTo>
                <a:lnTo>
                  <a:pt x="2224869" y="684519"/>
                </a:lnTo>
                <a:lnTo>
                  <a:pt x="2230585" y="688327"/>
                </a:lnTo>
                <a:lnTo>
                  <a:pt x="2235666" y="692135"/>
                </a:lnTo>
                <a:lnTo>
                  <a:pt x="2241065" y="695943"/>
                </a:lnTo>
                <a:lnTo>
                  <a:pt x="2245829" y="700702"/>
                </a:lnTo>
                <a:lnTo>
                  <a:pt x="2250910" y="704828"/>
                </a:lnTo>
                <a:lnTo>
                  <a:pt x="2255356" y="709587"/>
                </a:lnTo>
                <a:lnTo>
                  <a:pt x="2259484" y="714347"/>
                </a:lnTo>
                <a:lnTo>
                  <a:pt x="2263612" y="719741"/>
                </a:lnTo>
                <a:lnTo>
                  <a:pt x="2267423" y="724819"/>
                </a:lnTo>
                <a:lnTo>
                  <a:pt x="2270916" y="730530"/>
                </a:lnTo>
                <a:lnTo>
                  <a:pt x="2274092" y="736559"/>
                </a:lnTo>
                <a:lnTo>
                  <a:pt x="2277268" y="742271"/>
                </a:lnTo>
                <a:lnTo>
                  <a:pt x="2280126" y="748300"/>
                </a:lnTo>
                <a:lnTo>
                  <a:pt x="2282666" y="754646"/>
                </a:lnTo>
                <a:lnTo>
                  <a:pt x="2284572" y="760992"/>
                </a:lnTo>
                <a:lnTo>
                  <a:pt x="2286477" y="767021"/>
                </a:lnTo>
                <a:lnTo>
                  <a:pt x="2287747" y="773685"/>
                </a:lnTo>
                <a:lnTo>
                  <a:pt x="2289018" y="780349"/>
                </a:lnTo>
                <a:lnTo>
                  <a:pt x="2289970" y="787330"/>
                </a:lnTo>
                <a:lnTo>
                  <a:pt x="2290605" y="794311"/>
                </a:lnTo>
                <a:lnTo>
                  <a:pt x="2290605" y="801292"/>
                </a:lnTo>
                <a:lnTo>
                  <a:pt x="2290605" y="1286150"/>
                </a:lnTo>
                <a:lnTo>
                  <a:pt x="2884137" y="1353738"/>
                </a:lnTo>
                <a:lnTo>
                  <a:pt x="2890488" y="1354055"/>
                </a:lnTo>
                <a:lnTo>
                  <a:pt x="2898110" y="1354372"/>
                </a:lnTo>
                <a:lnTo>
                  <a:pt x="2905732" y="1355007"/>
                </a:lnTo>
                <a:lnTo>
                  <a:pt x="2913353" y="1355642"/>
                </a:lnTo>
                <a:lnTo>
                  <a:pt x="2920657" y="1357228"/>
                </a:lnTo>
                <a:lnTo>
                  <a:pt x="2927644" y="1358815"/>
                </a:lnTo>
                <a:lnTo>
                  <a:pt x="2934948" y="1361036"/>
                </a:lnTo>
                <a:lnTo>
                  <a:pt x="2941934" y="1362940"/>
                </a:lnTo>
                <a:lnTo>
                  <a:pt x="2948603" y="1365796"/>
                </a:lnTo>
                <a:lnTo>
                  <a:pt x="2955272" y="1368969"/>
                </a:lnTo>
                <a:lnTo>
                  <a:pt x="2961941" y="1372142"/>
                </a:lnTo>
                <a:lnTo>
                  <a:pt x="2968292" y="1375633"/>
                </a:lnTo>
                <a:lnTo>
                  <a:pt x="2974008" y="1379758"/>
                </a:lnTo>
                <a:lnTo>
                  <a:pt x="2980042" y="1383883"/>
                </a:lnTo>
                <a:lnTo>
                  <a:pt x="2985758" y="1388008"/>
                </a:lnTo>
                <a:lnTo>
                  <a:pt x="2990839" y="1393085"/>
                </a:lnTo>
                <a:lnTo>
                  <a:pt x="2996238" y="1397845"/>
                </a:lnTo>
                <a:lnTo>
                  <a:pt x="3001319" y="1403239"/>
                </a:lnTo>
                <a:lnTo>
                  <a:pt x="3005765" y="1408316"/>
                </a:lnTo>
                <a:lnTo>
                  <a:pt x="3010529" y="1414345"/>
                </a:lnTo>
                <a:lnTo>
                  <a:pt x="3014657" y="1419739"/>
                </a:lnTo>
                <a:lnTo>
                  <a:pt x="3018468" y="1426086"/>
                </a:lnTo>
                <a:lnTo>
                  <a:pt x="3021961" y="1432432"/>
                </a:lnTo>
                <a:lnTo>
                  <a:pt x="3025454" y="1438778"/>
                </a:lnTo>
                <a:lnTo>
                  <a:pt x="3028312" y="1445125"/>
                </a:lnTo>
                <a:lnTo>
                  <a:pt x="3030853" y="1452106"/>
                </a:lnTo>
                <a:lnTo>
                  <a:pt x="3033393" y="1459087"/>
                </a:lnTo>
                <a:lnTo>
                  <a:pt x="3035616" y="1466067"/>
                </a:lnTo>
                <a:lnTo>
                  <a:pt x="3036887" y="1473366"/>
                </a:lnTo>
                <a:lnTo>
                  <a:pt x="3038474" y="1480664"/>
                </a:lnTo>
                <a:lnTo>
                  <a:pt x="3039427" y="1488280"/>
                </a:lnTo>
                <a:lnTo>
                  <a:pt x="3040062" y="1495895"/>
                </a:lnTo>
                <a:lnTo>
                  <a:pt x="3040062" y="1503511"/>
                </a:lnTo>
                <a:lnTo>
                  <a:pt x="3040062" y="2154008"/>
                </a:lnTo>
                <a:lnTo>
                  <a:pt x="3040062" y="2161623"/>
                </a:lnTo>
                <a:lnTo>
                  <a:pt x="3039427" y="2169556"/>
                </a:lnTo>
                <a:lnTo>
                  <a:pt x="3038474" y="2177172"/>
                </a:lnTo>
                <a:lnTo>
                  <a:pt x="3036887" y="2184470"/>
                </a:lnTo>
                <a:lnTo>
                  <a:pt x="3035616" y="2191451"/>
                </a:lnTo>
                <a:lnTo>
                  <a:pt x="3033393" y="2198749"/>
                </a:lnTo>
                <a:lnTo>
                  <a:pt x="3030853" y="2205730"/>
                </a:lnTo>
                <a:lnTo>
                  <a:pt x="3028312" y="2212394"/>
                </a:lnTo>
                <a:lnTo>
                  <a:pt x="3025454" y="2219057"/>
                </a:lnTo>
                <a:lnTo>
                  <a:pt x="3021961" y="2225404"/>
                </a:lnTo>
                <a:lnTo>
                  <a:pt x="3018468" y="2231433"/>
                </a:lnTo>
                <a:lnTo>
                  <a:pt x="3014657" y="2237779"/>
                </a:lnTo>
                <a:lnTo>
                  <a:pt x="3010529" y="2243808"/>
                </a:lnTo>
                <a:lnTo>
                  <a:pt x="3005765" y="2249202"/>
                </a:lnTo>
                <a:lnTo>
                  <a:pt x="3001319" y="2254597"/>
                </a:lnTo>
                <a:lnTo>
                  <a:pt x="2996238" y="2259674"/>
                </a:lnTo>
                <a:lnTo>
                  <a:pt x="2990839" y="2264433"/>
                </a:lnTo>
                <a:lnTo>
                  <a:pt x="2985758" y="2269510"/>
                </a:lnTo>
                <a:lnTo>
                  <a:pt x="2980042" y="2273953"/>
                </a:lnTo>
                <a:lnTo>
                  <a:pt x="2974008" y="2278078"/>
                </a:lnTo>
                <a:lnTo>
                  <a:pt x="2968292" y="2281886"/>
                </a:lnTo>
                <a:lnTo>
                  <a:pt x="2961941" y="2285376"/>
                </a:lnTo>
                <a:lnTo>
                  <a:pt x="2955272" y="2288867"/>
                </a:lnTo>
                <a:lnTo>
                  <a:pt x="2948603" y="2291723"/>
                </a:lnTo>
                <a:lnTo>
                  <a:pt x="2941934" y="2294578"/>
                </a:lnTo>
                <a:lnTo>
                  <a:pt x="2934948" y="2297117"/>
                </a:lnTo>
                <a:lnTo>
                  <a:pt x="2927644" y="2298703"/>
                </a:lnTo>
                <a:lnTo>
                  <a:pt x="2920657" y="2300607"/>
                </a:lnTo>
                <a:lnTo>
                  <a:pt x="2913353" y="2301877"/>
                </a:lnTo>
                <a:lnTo>
                  <a:pt x="2905732" y="2302829"/>
                </a:lnTo>
                <a:lnTo>
                  <a:pt x="2898110" y="2303146"/>
                </a:lnTo>
                <a:lnTo>
                  <a:pt x="2890488" y="2303463"/>
                </a:lnTo>
                <a:lnTo>
                  <a:pt x="2177552" y="2303463"/>
                </a:lnTo>
                <a:lnTo>
                  <a:pt x="2173423" y="2303146"/>
                </a:lnTo>
                <a:lnTo>
                  <a:pt x="2171200" y="2303146"/>
                </a:lnTo>
                <a:lnTo>
                  <a:pt x="2169613" y="2303146"/>
                </a:lnTo>
                <a:lnTo>
                  <a:pt x="2162944" y="2303146"/>
                </a:lnTo>
                <a:lnTo>
                  <a:pt x="2156275" y="2303146"/>
                </a:lnTo>
                <a:lnTo>
                  <a:pt x="2149924" y="2302511"/>
                </a:lnTo>
                <a:lnTo>
                  <a:pt x="2143572" y="2301559"/>
                </a:lnTo>
                <a:lnTo>
                  <a:pt x="2137538" y="2300607"/>
                </a:lnTo>
                <a:lnTo>
                  <a:pt x="2131187" y="2298703"/>
                </a:lnTo>
                <a:lnTo>
                  <a:pt x="2125153" y="2297117"/>
                </a:lnTo>
                <a:lnTo>
                  <a:pt x="2119437" y="2294896"/>
                </a:lnTo>
                <a:lnTo>
                  <a:pt x="2113403" y="2292040"/>
                </a:lnTo>
                <a:lnTo>
                  <a:pt x="2107370" y="2289501"/>
                </a:lnTo>
                <a:lnTo>
                  <a:pt x="2101971" y="2286645"/>
                </a:lnTo>
                <a:lnTo>
                  <a:pt x="2096572" y="2283155"/>
                </a:lnTo>
                <a:lnTo>
                  <a:pt x="2091491" y="2279665"/>
                </a:lnTo>
                <a:lnTo>
                  <a:pt x="2086093" y="2275222"/>
                </a:lnTo>
                <a:lnTo>
                  <a:pt x="2081329" y="2271097"/>
                </a:lnTo>
                <a:lnTo>
                  <a:pt x="2076883" y="2266972"/>
                </a:lnTo>
                <a:lnTo>
                  <a:pt x="1560520" y="1751334"/>
                </a:lnTo>
                <a:lnTo>
                  <a:pt x="1556074" y="1746574"/>
                </a:lnTo>
                <a:lnTo>
                  <a:pt x="1552263" y="1741815"/>
                </a:lnTo>
                <a:lnTo>
                  <a:pt x="1548135" y="1737055"/>
                </a:lnTo>
                <a:lnTo>
                  <a:pt x="1544642" y="1731661"/>
                </a:lnTo>
                <a:lnTo>
                  <a:pt x="1541466" y="1726583"/>
                </a:lnTo>
                <a:lnTo>
                  <a:pt x="1538291" y="1720872"/>
                </a:lnTo>
                <a:lnTo>
                  <a:pt x="1535432" y="1715477"/>
                </a:lnTo>
                <a:lnTo>
                  <a:pt x="1532892" y="1709766"/>
                </a:lnTo>
                <a:lnTo>
                  <a:pt x="1530987" y="1704054"/>
                </a:lnTo>
                <a:lnTo>
                  <a:pt x="1529081" y="1698342"/>
                </a:lnTo>
                <a:lnTo>
                  <a:pt x="1527493" y="1692631"/>
                </a:lnTo>
                <a:lnTo>
                  <a:pt x="1526223" y="1686919"/>
                </a:lnTo>
                <a:lnTo>
                  <a:pt x="1525270" y="1680890"/>
                </a:lnTo>
                <a:lnTo>
                  <a:pt x="1524635" y="1674544"/>
                </a:lnTo>
                <a:lnTo>
                  <a:pt x="1524000" y="1668515"/>
                </a:lnTo>
                <a:lnTo>
                  <a:pt x="1524000" y="1662803"/>
                </a:lnTo>
                <a:lnTo>
                  <a:pt x="1524000" y="1656774"/>
                </a:lnTo>
                <a:lnTo>
                  <a:pt x="1524635" y="1650428"/>
                </a:lnTo>
                <a:lnTo>
                  <a:pt x="1525270" y="1644716"/>
                </a:lnTo>
                <a:lnTo>
                  <a:pt x="1526223" y="1638687"/>
                </a:lnTo>
                <a:lnTo>
                  <a:pt x="1527493" y="1632658"/>
                </a:lnTo>
                <a:lnTo>
                  <a:pt x="1529081" y="1626946"/>
                </a:lnTo>
                <a:lnTo>
                  <a:pt x="1530987" y="1621235"/>
                </a:lnTo>
                <a:lnTo>
                  <a:pt x="1532892" y="1615523"/>
                </a:lnTo>
                <a:lnTo>
                  <a:pt x="1535432" y="1609811"/>
                </a:lnTo>
                <a:lnTo>
                  <a:pt x="1538291" y="1604417"/>
                </a:lnTo>
                <a:lnTo>
                  <a:pt x="1541466" y="1599023"/>
                </a:lnTo>
                <a:lnTo>
                  <a:pt x="1544642" y="1593628"/>
                </a:lnTo>
                <a:lnTo>
                  <a:pt x="1548135" y="1588551"/>
                </a:lnTo>
                <a:lnTo>
                  <a:pt x="1552263" y="1583474"/>
                </a:lnTo>
                <a:lnTo>
                  <a:pt x="1556074" y="1578714"/>
                </a:lnTo>
                <a:lnTo>
                  <a:pt x="1560520" y="1574272"/>
                </a:lnTo>
                <a:lnTo>
                  <a:pt x="1564966" y="1569830"/>
                </a:lnTo>
                <a:lnTo>
                  <a:pt x="1570047" y="1565705"/>
                </a:lnTo>
                <a:lnTo>
                  <a:pt x="1574811" y="1561897"/>
                </a:lnTo>
                <a:lnTo>
                  <a:pt x="1579574" y="1558406"/>
                </a:lnTo>
                <a:lnTo>
                  <a:pt x="1584973" y="1554916"/>
                </a:lnTo>
                <a:lnTo>
                  <a:pt x="1590054" y="1552060"/>
                </a:lnTo>
                <a:lnTo>
                  <a:pt x="1595770" y="1549521"/>
                </a:lnTo>
                <a:lnTo>
                  <a:pt x="1601486" y="1546666"/>
                </a:lnTo>
                <a:lnTo>
                  <a:pt x="1606885" y="1544444"/>
                </a:lnTo>
                <a:lnTo>
                  <a:pt x="1612919" y="1542858"/>
                </a:lnTo>
                <a:lnTo>
                  <a:pt x="1618635" y="1540954"/>
                </a:lnTo>
                <a:lnTo>
                  <a:pt x="1624669" y="1539685"/>
                </a:lnTo>
                <a:lnTo>
                  <a:pt x="1630702" y="1538733"/>
                </a:lnTo>
                <a:lnTo>
                  <a:pt x="1637054" y="1538098"/>
                </a:lnTo>
                <a:lnTo>
                  <a:pt x="1642770" y="1537463"/>
                </a:lnTo>
                <a:lnTo>
                  <a:pt x="1649121" y="1537146"/>
                </a:lnTo>
                <a:lnTo>
                  <a:pt x="1655473" y="1537463"/>
                </a:lnTo>
                <a:lnTo>
                  <a:pt x="1661824" y="1538098"/>
                </a:lnTo>
                <a:lnTo>
                  <a:pt x="1667858" y="1538733"/>
                </a:lnTo>
                <a:lnTo>
                  <a:pt x="1673891" y="1539685"/>
                </a:lnTo>
                <a:lnTo>
                  <a:pt x="1679925" y="1540954"/>
                </a:lnTo>
                <a:lnTo>
                  <a:pt x="1685641" y="1542858"/>
                </a:lnTo>
                <a:lnTo>
                  <a:pt x="1691675" y="1544444"/>
                </a:lnTo>
                <a:lnTo>
                  <a:pt x="1697391" y="1546666"/>
                </a:lnTo>
                <a:lnTo>
                  <a:pt x="1702790" y="1549521"/>
                </a:lnTo>
                <a:lnTo>
                  <a:pt x="1708506" y="1552060"/>
                </a:lnTo>
                <a:lnTo>
                  <a:pt x="1713587" y="1554916"/>
                </a:lnTo>
                <a:lnTo>
                  <a:pt x="1718986" y="1558406"/>
                </a:lnTo>
                <a:lnTo>
                  <a:pt x="1723749" y="1561897"/>
                </a:lnTo>
                <a:lnTo>
                  <a:pt x="1728513" y="1565705"/>
                </a:lnTo>
                <a:lnTo>
                  <a:pt x="1733594" y="1569830"/>
                </a:lnTo>
                <a:lnTo>
                  <a:pt x="1738040" y="1574272"/>
                </a:lnTo>
                <a:lnTo>
                  <a:pt x="2017816" y="1853827"/>
                </a:lnTo>
                <a:lnTo>
                  <a:pt x="2017816" y="801292"/>
                </a:lnTo>
                <a:lnTo>
                  <a:pt x="2018133" y="794311"/>
                </a:lnTo>
                <a:lnTo>
                  <a:pt x="2018451" y="787330"/>
                </a:lnTo>
                <a:lnTo>
                  <a:pt x="2019404" y="780349"/>
                </a:lnTo>
                <a:lnTo>
                  <a:pt x="2020674" y="773685"/>
                </a:lnTo>
                <a:lnTo>
                  <a:pt x="2021944" y="767021"/>
                </a:lnTo>
                <a:lnTo>
                  <a:pt x="2024167" y="760992"/>
                </a:lnTo>
                <a:lnTo>
                  <a:pt x="2026073" y="754646"/>
                </a:lnTo>
                <a:lnTo>
                  <a:pt x="2028613" y="748300"/>
                </a:lnTo>
                <a:lnTo>
                  <a:pt x="2031471" y="742271"/>
                </a:lnTo>
                <a:lnTo>
                  <a:pt x="2034329" y="736559"/>
                </a:lnTo>
                <a:lnTo>
                  <a:pt x="2037823" y="730530"/>
                </a:lnTo>
                <a:lnTo>
                  <a:pt x="2040998" y="724819"/>
                </a:lnTo>
                <a:lnTo>
                  <a:pt x="2045127" y="719741"/>
                </a:lnTo>
                <a:lnTo>
                  <a:pt x="2048937" y="714347"/>
                </a:lnTo>
                <a:lnTo>
                  <a:pt x="2053383" y="709587"/>
                </a:lnTo>
                <a:lnTo>
                  <a:pt x="2057829" y="704828"/>
                </a:lnTo>
                <a:lnTo>
                  <a:pt x="2062275" y="700702"/>
                </a:lnTo>
                <a:lnTo>
                  <a:pt x="2067674" y="695943"/>
                </a:lnTo>
                <a:lnTo>
                  <a:pt x="2072437" y="692135"/>
                </a:lnTo>
                <a:lnTo>
                  <a:pt x="2078154" y="688327"/>
                </a:lnTo>
                <a:lnTo>
                  <a:pt x="2083552" y="684519"/>
                </a:lnTo>
                <a:lnTo>
                  <a:pt x="2089268" y="681346"/>
                </a:lnTo>
                <a:lnTo>
                  <a:pt x="2095302" y="678173"/>
                </a:lnTo>
                <a:lnTo>
                  <a:pt x="2101018" y="675952"/>
                </a:lnTo>
                <a:lnTo>
                  <a:pt x="2107370" y="673413"/>
                </a:lnTo>
                <a:lnTo>
                  <a:pt x="2113721" y="670875"/>
                </a:lnTo>
                <a:lnTo>
                  <a:pt x="2120390" y="669288"/>
                </a:lnTo>
                <a:lnTo>
                  <a:pt x="2127059" y="667702"/>
                </a:lnTo>
                <a:lnTo>
                  <a:pt x="2133728" y="666432"/>
                </a:lnTo>
                <a:lnTo>
                  <a:pt x="2140079" y="665798"/>
                </a:lnTo>
                <a:lnTo>
                  <a:pt x="2147065" y="665163"/>
                </a:lnTo>
                <a:close/>
                <a:moveTo>
                  <a:pt x="1426690" y="484188"/>
                </a:moveTo>
                <a:lnTo>
                  <a:pt x="1631151" y="484188"/>
                </a:lnTo>
                <a:lnTo>
                  <a:pt x="1634627" y="484505"/>
                </a:lnTo>
                <a:lnTo>
                  <a:pt x="1637787" y="484822"/>
                </a:lnTo>
                <a:lnTo>
                  <a:pt x="1640947" y="485773"/>
                </a:lnTo>
                <a:lnTo>
                  <a:pt x="1644107" y="486725"/>
                </a:lnTo>
                <a:lnTo>
                  <a:pt x="1646635" y="488310"/>
                </a:lnTo>
                <a:lnTo>
                  <a:pt x="1649479" y="489895"/>
                </a:lnTo>
                <a:lnTo>
                  <a:pt x="1652008" y="491798"/>
                </a:lnTo>
                <a:lnTo>
                  <a:pt x="1654536" y="493700"/>
                </a:lnTo>
                <a:lnTo>
                  <a:pt x="1656432" y="496237"/>
                </a:lnTo>
                <a:lnTo>
                  <a:pt x="1658328" y="498773"/>
                </a:lnTo>
                <a:lnTo>
                  <a:pt x="1659908" y="501310"/>
                </a:lnTo>
                <a:lnTo>
                  <a:pt x="1661488" y="504164"/>
                </a:lnTo>
                <a:lnTo>
                  <a:pt x="1662436" y="507334"/>
                </a:lnTo>
                <a:lnTo>
                  <a:pt x="1663068" y="510505"/>
                </a:lnTo>
                <a:lnTo>
                  <a:pt x="1663700" y="513676"/>
                </a:lnTo>
                <a:lnTo>
                  <a:pt x="1663700" y="517164"/>
                </a:lnTo>
                <a:lnTo>
                  <a:pt x="1663700" y="1389743"/>
                </a:lnTo>
                <a:lnTo>
                  <a:pt x="1663700" y="1393231"/>
                </a:lnTo>
                <a:lnTo>
                  <a:pt x="1663068" y="1396401"/>
                </a:lnTo>
                <a:lnTo>
                  <a:pt x="1662436" y="1399572"/>
                </a:lnTo>
                <a:lnTo>
                  <a:pt x="1661488" y="1402743"/>
                </a:lnTo>
                <a:lnTo>
                  <a:pt x="1659908" y="1405279"/>
                </a:lnTo>
                <a:lnTo>
                  <a:pt x="1658328" y="1408133"/>
                </a:lnTo>
                <a:lnTo>
                  <a:pt x="1656432" y="1410669"/>
                </a:lnTo>
                <a:lnTo>
                  <a:pt x="1654536" y="1413206"/>
                </a:lnTo>
                <a:lnTo>
                  <a:pt x="1652008" y="1415108"/>
                </a:lnTo>
                <a:lnTo>
                  <a:pt x="1649479" y="1417011"/>
                </a:lnTo>
                <a:lnTo>
                  <a:pt x="1646635" y="1418596"/>
                </a:lnTo>
                <a:lnTo>
                  <a:pt x="1644107" y="1420182"/>
                </a:lnTo>
                <a:lnTo>
                  <a:pt x="1640947" y="1421133"/>
                </a:lnTo>
                <a:lnTo>
                  <a:pt x="1637787" y="1421767"/>
                </a:lnTo>
                <a:lnTo>
                  <a:pt x="1634627" y="1422401"/>
                </a:lnTo>
                <a:lnTo>
                  <a:pt x="1631151" y="1422401"/>
                </a:lnTo>
                <a:lnTo>
                  <a:pt x="1426690" y="1422401"/>
                </a:lnTo>
                <a:lnTo>
                  <a:pt x="1423214" y="1422401"/>
                </a:lnTo>
                <a:lnTo>
                  <a:pt x="1420054" y="1421767"/>
                </a:lnTo>
                <a:lnTo>
                  <a:pt x="1416894" y="1421133"/>
                </a:lnTo>
                <a:lnTo>
                  <a:pt x="1413734" y="1420182"/>
                </a:lnTo>
                <a:lnTo>
                  <a:pt x="1411206" y="1418596"/>
                </a:lnTo>
                <a:lnTo>
                  <a:pt x="1408362" y="1417011"/>
                </a:lnTo>
                <a:lnTo>
                  <a:pt x="1405834" y="1415108"/>
                </a:lnTo>
                <a:lnTo>
                  <a:pt x="1403622" y="1413206"/>
                </a:lnTo>
                <a:lnTo>
                  <a:pt x="1401409" y="1410669"/>
                </a:lnTo>
                <a:lnTo>
                  <a:pt x="1399513" y="1408133"/>
                </a:lnTo>
                <a:lnTo>
                  <a:pt x="1397933" y="1405279"/>
                </a:lnTo>
                <a:lnTo>
                  <a:pt x="1396669" y="1402743"/>
                </a:lnTo>
                <a:lnTo>
                  <a:pt x="1395405" y="1399572"/>
                </a:lnTo>
                <a:lnTo>
                  <a:pt x="1394457" y="1396401"/>
                </a:lnTo>
                <a:lnTo>
                  <a:pt x="1394141" y="1393231"/>
                </a:lnTo>
                <a:lnTo>
                  <a:pt x="1393825" y="1389743"/>
                </a:lnTo>
                <a:lnTo>
                  <a:pt x="1393825" y="517164"/>
                </a:lnTo>
                <a:lnTo>
                  <a:pt x="1394141" y="513676"/>
                </a:lnTo>
                <a:lnTo>
                  <a:pt x="1394457" y="510505"/>
                </a:lnTo>
                <a:lnTo>
                  <a:pt x="1395405" y="507334"/>
                </a:lnTo>
                <a:lnTo>
                  <a:pt x="1396669" y="504164"/>
                </a:lnTo>
                <a:lnTo>
                  <a:pt x="1397933" y="501310"/>
                </a:lnTo>
                <a:lnTo>
                  <a:pt x="1399513" y="498773"/>
                </a:lnTo>
                <a:lnTo>
                  <a:pt x="1401409" y="496237"/>
                </a:lnTo>
                <a:lnTo>
                  <a:pt x="1403622" y="493700"/>
                </a:lnTo>
                <a:lnTo>
                  <a:pt x="1405834" y="491798"/>
                </a:lnTo>
                <a:lnTo>
                  <a:pt x="1408362" y="489895"/>
                </a:lnTo>
                <a:lnTo>
                  <a:pt x="1411206" y="488310"/>
                </a:lnTo>
                <a:lnTo>
                  <a:pt x="1413734" y="486725"/>
                </a:lnTo>
                <a:lnTo>
                  <a:pt x="1416894" y="485773"/>
                </a:lnTo>
                <a:lnTo>
                  <a:pt x="1420054" y="484822"/>
                </a:lnTo>
                <a:lnTo>
                  <a:pt x="1423214" y="484505"/>
                </a:lnTo>
                <a:lnTo>
                  <a:pt x="1426690" y="484188"/>
                </a:lnTo>
                <a:close/>
                <a:moveTo>
                  <a:pt x="183794" y="0"/>
                </a:moveTo>
                <a:lnTo>
                  <a:pt x="193952" y="0"/>
                </a:lnTo>
                <a:lnTo>
                  <a:pt x="2827060" y="0"/>
                </a:lnTo>
                <a:lnTo>
                  <a:pt x="2837218" y="0"/>
                </a:lnTo>
                <a:lnTo>
                  <a:pt x="2847059" y="952"/>
                </a:lnTo>
                <a:lnTo>
                  <a:pt x="2856582" y="2539"/>
                </a:lnTo>
                <a:lnTo>
                  <a:pt x="2866105" y="4443"/>
                </a:lnTo>
                <a:lnTo>
                  <a:pt x="2875628" y="6982"/>
                </a:lnTo>
                <a:lnTo>
                  <a:pt x="2884516" y="10156"/>
                </a:lnTo>
                <a:lnTo>
                  <a:pt x="2893721" y="13964"/>
                </a:lnTo>
                <a:lnTo>
                  <a:pt x="2902292" y="17773"/>
                </a:lnTo>
                <a:lnTo>
                  <a:pt x="2911180" y="22851"/>
                </a:lnTo>
                <a:lnTo>
                  <a:pt x="2919433" y="27611"/>
                </a:lnTo>
                <a:lnTo>
                  <a:pt x="2927369" y="33324"/>
                </a:lnTo>
                <a:lnTo>
                  <a:pt x="2935623" y="39036"/>
                </a:lnTo>
                <a:lnTo>
                  <a:pt x="2942924" y="45384"/>
                </a:lnTo>
                <a:lnTo>
                  <a:pt x="2950225" y="52366"/>
                </a:lnTo>
                <a:lnTo>
                  <a:pt x="2957525" y="59665"/>
                </a:lnTo>
                <a:lnTo>
                  <a:pt x="2964192" y="67282"/>
                </a:lnTo>
                <a:lnTo>
                  <a:pt x="2970540" y="74899"/>
                </a:lnTo>
                <a:lnTo>
                  <a:pt x="2976571" y="83468"/>
                </a:lnTo>
                <a:lnTo>
                  <a:pt x="2982285" y="92037"/>
                </a:lnTo>
                <a:lnTo>
                  <a:pt x="2987682" y="101240"/>
                </a:lnTo>
                <a:lnTo>
                  <a:pt x="2992761" y="110444"/>
                </a:lnTo>
                <a:lnTo>
                  <a:pt x="2997522" y="119965"/>
                </a:lnTo>
                <a:lnTo>
                  <a:pt x="3001649" y="130121"/>
                </a:lnTo>
                <a:lnTo>
                  <a:pt x="3005458" y="140276"/>
                </a:lnTo>
                <a:lnTo>
                  <a:pt x="3008950" y="150749"/>
                </a:lnTo>
                <a:lnTo>
                  <a:pt x="3012124" y="161540"/>
                </a:lnTo>
                <a:lnTo>
                  <a:pt x="3014663" y="172330"/>
                </a:lnTo>
                <a:lnTo>
                  <a:pt x="3016885" y="183438"/>
                </a:lnTo>
                <a:lnTo>
                  <a:pt x="3018473" y="194546"/>
                </a:lnTo>
                <a:lnTo>
                  <a:pt x="3019742" y="205971"/>
                </a:lnTo>
                <a:lnTo>
                  <a:pt x="3020695" y="218031"/>
                </a:lnTo>
                <a:lnTo>
                  <a:pt x="3021012" y="229774"/>
                </a:lnTo>
                <a:lnTo>
                  <a:pt x="3021012" y="1276768"/>
                </a:lnTo>
                <a:lnTo>
                  <a:pt x="3013711" y="1272642"/>
                </a:lnTo>
                <a:lnTo>
                  <a:pt x="3006410" y="1268833"/>
                </a:lnTo>
                <a:lnTo>
                  <a:pt x="2999109" y="1265342"/>
                </a:lnTo>
                <a:lnTo>
                  <a:pt x="2991808" y="1262169"/>
                </a:lnTo>
                <a:lnTo>
                  <a:pt x="2983872" y="1258995"/>
                </a:lnTo>
                <a:lnTo>
                  <a:pt x="2976254" y="1256139"/>
                </a:lnTo>
                <a:lnTo>
                  <a:pt x="2968318" y="1253282"/>
                </a:lnTo>
                <a:lnTo>
                  <a:pt x="2960382" y="1251061"/>
                </a:lnTo>
                <a:lnTo>
                  <a:pt x="2952129" y="1248839"/>
                </a:lnTo>
                <a:lnTo>
                  <a:pt x="2944193" y="1247252"/>
                </a:lnTo>
                <a:lnTo>
                  <a:pt x="2935940" y="1245348"/>
                </a:lnTo>
                <a:lnTo>
                  <a:pt x="2927369" y="1244079"/>
                </a:lnTo>
                <a:lnTo>
                  <a:pt x="2919116" y="1242809"/>
                </a:lnTo>
                <a:lnTo>
                  <a:pt x="2910863" y="1242175"/>
                </a:lnTo>
                <a:lnTo>
                  <a:pt x="2901975" y="1241540"/>
                </a:lnTo>
                <a:lnTo>
                  <a:pt x="2893404" y="1241540"/>
                </a:lnTo>
                <a:lnTo>
                  <a:pt x="2646123" y="1213294"/>
                </a:lnTo>
                <a:lnTo>
                  <a:pt x="2646123" y="313876"/>
                </a:lnTo>
                <a:lnTo>
                  <a:pt x="374889" y="313876"/>
                </a:lnTo>
                <a:lnTo>
                  <a:pt x="374889" y="1959424"/>
                </a:lnTo>
                <a:lnTo>
                  <a:pt x="1610021" y="1959424"/>
                </a:lnTo>
                <a:lnTo>
                  <a:pt x="1923646" y="2273300"/>
                </a:lnTo>
                <a:lnTo>
                  <a:pt x="193952" y="2273300"/>
                </a:lnTo>
                <a:lnTo>
                  <a:pt x="183794" y="2273300"/>
                </a:lnTo>
                <a:lnTo>
                  <a:pt x="173953" y="2272348"/>
                </a:lnTo>
                <a:lnTo>
                  <a:pt x="164113" y="2270761"/>
                </a:lnTo>
                <a:lnTo>
                  <a:pt x="154908" y="2268857"/>
                </a:lnTo>
                <a:lnTo>
                  <a:pt x="145385" y="2266318"/>
                </a:lnTo>
                <a:lnTo>
                  <a:pt x="136496" y="2263144"/>
                </a:lnTo>
                <a:lnTo>
                  <a:pt x="127291" y="2259336"/>
                </a:lnTo>
                <a:lnTo>
                  <a:pt x="118720" y="2255528"/>
                </a:lnTo>
                <a:lnTo>
                  <a:pt x="109832" y="2250450"/>
                </a:lnTo>
                <a:lnTo>
                  <a:pt x="101579" y="2245689"/>
                </a:lnTo>
                <a:lnTo>
                  <a:pt x="93326" y="2240294"/>
                </a:lnTo>
                <a:lnTo>
                  <a:pt x="85390" y="2234264"/>
                </a:lnTo>
                <a:lnTo>
                  <a:pt x="77771" y="2227917"/>
                </a:lnTo>
                <a:lnTo>
                  <a:pt x="70470" y="2220935"/>
                </a:lnTo>
                <a:lnTo>
                  <a:pt x="63487" y="2213635"/>
                </a:lnTo>
                <a:lnTo>
                  <a:pt x="56821" y="2206018"/>
                </a:lnTo>
                <a:lnTo>
                  <a:pt x="50472" y="2198402"/>
                </a:lnTo>
                <a:lnTo>
                  <a:pt x="44441" y="2189833"/>
                </a:lnTo>
                <a:lnTo>
                  <a:pt x="38727" y="2181264"/>
                </a:lnTo>
                <a:lnTo>
                  <a:pt x="33013" y="2172060"/>
                </a:lnTo>
                <a:lnTo>
                  <a:pt x="28252" y="2162856"/>
                </a:lnTo>
                <a:lnTo>
                  <a:pt x="23490" y="2153335"/>
                </a:lnTo>
                <a:lnTo>
                  <a:pt x="19364" y="2143180"/>
                </a:lnTo>
                <a:lnTo>
                  <a:pt x="15237" y="2133024"/>
                </a:lnTo>
                <a:lnTo>
                  <a:pt x="11745" y="2122551"/>
                </a:lnTo>
                <a:lnTo>
                  <a:pt x="8888" y="2112078"/>
                </a:lnTo>
                <a:lnTo>
                  <a:pt x="6349" y="2100970"/>
                </a:lnTo>
                <a:lnTo>
                  <a:pt x="3809" y="2089862"/>
                </a:lnTo>
                <a:lnTo>
                  <a:pt x="2540" y="2078754"/>
                </a:lnTo>
                <a:lnTo>
                  <a:pt x="952" y="2067329"/>
                </a:lnTo>
                <a:lnTo>
                  <a:pt x="318" y="2055269"/>
                </a:lnTo>
                <a:lnTo>
                  <a:pt x="0" y="2043844"/>
                </a:lnTo>
                <a:lnTo>
                  <a:pt x="0" y="229774"/>
                </a:lnTo>
                <a:lnTo>
                  <a:pt x="318" y="218031"/>
                </a:lnTo>
                <a:lnTo>
                  <a:pt x="952" y="205971"/>
                </a:lnTo>
                <a:lnTo>
                  <a:pt x="2540" y="194546"/>
                </a:lnTo>
                <a:lnTo>
                  <a:pt x="3809" y="183438"/>
                </a:lnTo>
                <a:lnTo>
                  <a:pt x="6349" y="172330"/>
                </a:lnTo>
                <a:lnTo>
                  <a:pt x="8888" y="161540"/>
                </a:lnTo>
                <a:lnTo>
                  <a:pt x="11745" y="150749"/>
                </a:lnTo>
                <a:lnTo>
                  <a:pt x="15237" y="140276"/>
                </a:lnTo>
                <a:lnTo>
                  <a:pt x="19364" y="130121"/>
                </a:lnTo>
                <a:lnTo>
                  <a:pt x="23490" y="119965"/>
                </a:lnTo>
                <a:lnTo>
                  <a:pt x="28252" y="110444"/>
                </a:lnTo>
                <a:lnTo>
                  <a:pt x="33013" y="101240"/>
                </a:lnTo>
                <a:lnTo>
                  <a:pt x="38727" y="92037"/>
                </a:lnTo>
                <a:lnTo>
                  <a:pt x="44441" y="83468"/>
                </a:lnTo>
                <a:lnTo>
                  <a:pt x="50472" y="74899"/>
                </a:lnTo>
                <a:lnTo>
                  <a:pt x="56821" y="67282"/>
                </a:lnTo>
                <a:lnTo>
                  <a:pt x="63487" y="59665"/>
                </a:lnTo>
                <a:lnTo>
                  <a:pt x="70470" y="52366"/>
                </a:lnTo>
                <a:lnTo>
                  <a:pt x="77771" y="45384"/>
                </a:lnTo>
                <a:lnTo>
                  <a:pt x="85390" y="39036"/>
                </a:lnTo>
                <a:lnTo>
                  <a:pt x="93326" y="33324"/>
                </a:lnTo>
                <a:lnTo>
                  <a:pt x="101579" y="27611"/>
                </a:lnTo>
                <a:lnTo>
                  <a:pt x="109832" y="22851"/>
                </a:lnTo>
                <a:lnTo>
                  <a:pt x="118720" y="17773"/>
                </a:lnTo>
                <a:lnTo>
                  <a:pt x="127291" y="13964"/>
                </a:lnTo>
                <a:lnTo>
                  <a:pt x="136496" y="10156"/>
                </a:lnTo>
                <a:lnTo>
                  <a:pt x="145385" y="6982"/>
                </a:lnTo>
                <a:lnTo>
                  <a:pt x="154908" y="4443"/>
                </a:lnTo>
                <a:lnTo>
                  <a:pt x="164113" y="2539"/>
                </a:lnTo>
                <a:lnTo>
                  <a:pt x="173953" y="952"/>
                </a:lnTo>
                <a:lnTo>
                  <a:pt x="183794" y="0"/>
                </a:ln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itchFamily="34" charset="-122"/>
              <a:ea typeface="微软雅黑" pitchFamily="34" charset="-122"/>
              <a:cs typeface="+mn-cs"/>
            </a:endParaRPr>
          </a:p>
        </p:txBody>
      </p:sp>
      <p:sp>
        <p:nvSpPr>
          <p:cNvPr id="17" name="KSO_Shape">
            <a:extLst>
              <a:ext uri="{FF2B5EF4-FFF2-40B4-BE49-F238E27FC236}">
                <a16:creationId xmlns:a16="http://schemas.microsoft.com/office/drawing/2014/main" id="{549D6DF7-A8F0-4FB6-8A60-458F3F9BFCD6}"/>
              </a:ext>
            </a:extLst>
          </p:cNvPr>
          <p:cNvSpPr/>
          <p:nvPr/>
        </p:nvSpPr>
        <p:spPr bwMode="auto">
          <a:xfrm>
            <a:off x="3082957" y="3492149"/>
            <a:ext cx="514048" cy="546864"/>
          </a:xfrm>
          <a:custGeom>
            <a:avLst/>
            <a:gdLst>
              <a:gd name="T0" fmla="*/ 238156 w 1514475"/>
              <a:gd name="T1" fmla="*/ 1572158 h 1609726"/>
              <a:gd name="T2" fmla="*/ 225325 w 1514475"/>
              <a:gd name="T3" fmla="*/ 1573723 h 1609726"/>
              <a:gd name="T4" fmla="*/ 208738 w 1514475"/>
              <a:gd name="T5" fmla="*/ 1578733 h 1609726"/>
              <a:gd name="T6" fmla="*/ 194342 w 1514475"/>
              <a:gd name="T7" fmla="*/ 1586874 h 1609726"/>
              <a:gd name="T8" fmla="*/ 181199 w 1514475"/>
              <a:gd name="T9" fmla="*/ 1597207 h 1609726"/>
              <a:gd name="T10" fmla="*/ 170559 w 1514475"/>
              <a:gd name="T11" fmla="*/ 1610358 h 1609726"/>
              <a:gd name="T12" fmla="*/ 162735 w 1514475"/>
              <a:gd name="T13" fmla="*/ 1625075 h 1609726"/>
              <a:gd name="T14" fmla="*/ 157414 w 1514475"/>
              <a:gd name="T15" fmla="*/ 1641043 h 1609726"/>
              <a:gd name="T16" fmla="*/ 155850 w 1514475"/>
              <a:gd name="T17" fmla="*/ 1654194 h 1609726"/>
              <a:gd name="T18" fmla="*/ 155850 w 1514475"/>
              <a:gd name="T19" fmla="*/ 1663275 h 1609726"/>
              <a:gd name="T20" fmla="*/ 157414 w 1514475"/>
              <a:gd name="T21" fmla="*/ 1676425 h 1609726"/>
              <a:gd name="T22" fmla="*/ 162735 w 1514475"/>
              <a:gd name="T23" fmla="*/ 1692394 h 1609726"/>
              <a:gd name="T24" fmla="*/ 170559 w 1514475"/>
              <a:gd name="T25" fmla="*/ 1707424 h 1609726"/>
              <a:gd name="T26" fmla="*/ 181199 w 1514475"/>
              <a:gd name="T27" fmla="*/ 1720262 h 1609726"/>
              <a:gd name="T28" fmla="*/ 194342 w 1514475"/>
              <a:gd name="T29" fmla="*/ 1730594 h 1609726"/>
              <a:gd name="T30" fmla="*/ 208738 w 1514475"/>
              <a:gd name="T31" fmla="*/ 1739049 h 1609726"/>
              <a:gd name="T32" fmla="*/ 225325 w 1514475"/>
              <a:gd name="T33" fmla="*/ 1743746 h 1609726"/>
              <a:gd name="T34" fmla="*/ 238156 w 1514475"/>
              <a:gd name="T35" fmla="*/ 1745624 h 1609726"/>
              <a:gd name="T36" fmla="*/ 246917 w 1514475"/>
              <a:gd name="T37" fmla="*/ 1745624 h 1609726"/>
              <a:gd name="T38" fmla="*/ 260062 w 1514475"/>
              <a:gd name="T39" fmla="*/ 1743746 h 1609726"/>
              <a:gd name="T40" fmla="*/ 276649 w 1514475"/>
              <a:gd name="T41" fmla="*/ 1739049 h 1609726"/>
              <a:gd name="T42" fmla="*/ 291356 w 1514475"/>
              <a:gd name="T43" fmla="*/ 1730594 h 1609726"/>
              <a:gd name="T44" fmla="*/ 303874 w 1514475"/>
              <a:gd name="T45" fmla="*/ 1720262 h 1609726"/>
              <a:gd name="T46" fmla="*/ 314828 w 1514475"/>
              <a:gd name="T47" fmla="*/ 1707424 h 1609726"/>
              <a:gd name="T48" fmla="*/ 322652 w 1514475"/>
              <a:gd name="T49" fmla="*/ 1692394 h 1609726"/>
              <a:gd name="T50" fmla="*/ 327971 w 1514475"/>
              <a:gd name="T51" fmla="*/ 1676425 h 1609726"/>
              <a:gd name="T52" fmla="*/ 329537 w 1514475"/>
              <a:gd name="T53" fmla="*/ 1663275 h 1609726"/>
              <a:gd name="T54" fmla="*/ 329537 w 1514475"/>
              <a:gd name="T55" fmla="*/ 1654194 h 1609726"/>
              <a:gd name="T56" fmla="*/ 327971 w 1514475"/>
              <a:gd name="T57" fmla="*/ 1641043 h 1609726"/>
              <a:gd name="T58" fmla="*/ 322652 w 1514475"/>
              <a:gd name="T59" fmla="*/ 1625075 h 1609726"/>
              <a:gd name="T60" fmla="*/ 314828 w 1514475"/>
              <a:gd name="T61" fmla="*/ 1610358 h 1609726"/>
              <a:gd name="T62" fmla="*/ 303874 w 1514475"/>
              <a:gd name="T63" fmla="*/ 1597207 h 1609726"/>
              <a:gd name="T64" fmla="*/ 291356 w 1514475"/>
              <a:gd name="T65" fmla="*/ 1586874 h 1609726"/>
              <a:gd name="T66" fmla="*/ 276649 w 1514475"/>
              <a:gd name="T67" fmla="*/ 1578733 h 1609726"/>
              <a:gd name="T68" fmla="*/ 260062 w 1514475"/>
              <a:gd name="T69" fmla="*/ 1573723 h 1609726"/>
              <a:gd name="T70" fmla="*/ 246917 w 1514475"/>
              <a:gd name="T71" fmla="*/ 1572158 h 1609726"/>
              <a:gd name="T72" fmla="*/ 1237718 w 1514475"/>
              <a:gd name="T73" fmla="*/ 777782 h 1609726"/>
              <a:gd name="T74" fmla="*/ 633724 w 1514475"/>
              <a:gd name="T75" fmla="*/ 1582178 h 1609726"/>
              <a:gd name="T76" fmla="*/ 1237718 w 1514475"/>
              <a:gd name="T77" fmla="*/ 777782 h 1609726"/>
              <a:gd name="T78" fmla="*/ 311698 w 1514475"/>
              <a:gd name="T79" fmla="*/ 1259980 h 1609726"/>
              <a:gd name="T80" fmla="*/ 1119735 w 1514475"/>
              <a:gd name="T81" fmla="*/ 651282 h 1609726"/>
              <a:gd name="T82" fmla="*/ 1032735 w 1514475"/>
              <a:gd name="T83" fmla="*/ 122116 h 1609726"/>
              <a:gd name="T84" fmla="*/ 759529 w 1514475"/>
              <a:gd name="T85" fmla="*/ 1903122 h 1609726"/>
              <a:gd name="T86" fmla="*/ 1878 w 1514475"/>
              <a:gd name="T87" fmla="*/ 1145067 h 1609726"/>
              <a:gd name="T88" fmla="*/ 620518 w 1514475"/>
              <a:gd name="T89" fmla="*/ 0 h 1609726"/>
              <a:gd name="T90" fmla="*/ 159549 w 1514475"/>
              <a:gd name="T91" fmla="*/ 847293 h 160972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514475" h="1609726">
                <a:moveTo>
                  <a:pt x="205124" y="1328209"/>
                </a:moveTo>
                <a:lnTo>
                  <a:pt x="201419" y="1328474"/>
                </a:lnTo>
                <a:lnTo>
                  <a:pt x="197713" y="1328474"/>
                </a:lnTo>
                <a:lnTo>
                  <a:pt x="190567" y="1329797"/>
                </a:lnTo>
                <a:lnTo>
                  <a:pt x="183156" y="1331649"/>
                </a:lnTo>
                <a:lnTo>
                  <a:pt x="176539" y="1334030"/>
                </a:lnTo>
                <a:lnTo>
                  <a:pt x="170187" y="1336941"/>
                </a:lnTo>
                <a:lnTo>
                  <a:pt x="164364" y="1340909"/>
                </a:lnTo>
                <a:lnTo>
                  <a:pt x="158541" y="1344878"/>
                </a:lnTo>
                <a:lnTo>
                  <a:pt x="153248" y="1349641"/>
                </a:lnTo>
                <a:lnTo>
                  <a:pt x="148748" y="1354932"/>
                </a:lnTo>
                <a:lnTo>
                  <a:pt x="144249" y="1360753"/>
                </a:lnTo>
                <a:lnTo>
                  <a:pt x="140808" y="1366839"/>
                </a:lnTo>
                <a:lnTo>
                  <a:pt x="137632" y="1373189"/>
                </a:lnTo>
                <a:lnTo>
                  <a:pt x="134985" y="1379803"/>
                </a:lnTo>
                <a:lnTo>
                  <a:pt x="133132" y="1386682"/>
                </a:lnTo>
                <a:lnTo>
                  <a:pt x="132338" y="1394091"/>
                </a:lnTo>
                <a:lnTo>
                  <a:pt x="131809" y="1397795"/>
                </a:lnTo>
                <a:lnTo>
                  <a:pt x="131809" y="1401499"/>
                </a:lnTo>
                <a:lnTo>
                  <a:pt x="131809" y="1405468"/>
                </a:lnTo>
                <a:lnTo>
                  <a:pt x="132338" y="1409172"/>
                </a:lnTo>
                <a:lnTo>
                  <a:pt x="133132" y="1416580"/>
                </a:lnTo>
                <a:lnTo>
                  <a:pt x="134985" y="1423459"/>
                </a:lnTo>
                <a:lnTo>
                  <a:pt x="137632" y="1430074"/>
                </a:lnTo>
                <a:lnTo>
                  <a:pt x="140808" y="1436689"/>
                </a:lnTo>
                <a:lnTo>
                  <a:pt x="144249" y="1442774"/>
                </a:lnTo>
                <a:lnTo>
                  <a:pt x="148748" y="1448595"/>
                </a:lnTo>
                <a:lnTo>
                  <a:pt x="153248" y="1453622"/>
                </a:lnTo>
                <a:lnTo>
                  <a:pt x="158541" y="1458384"/>
                </a:lnTo>
                <a:lnTo>
                  <a:pt x="164364" y="1462353"/>
                </a:lnTo>
                <a:lnTo>
                  <a:pt x="170187" y="1466322"/>
                </a:lnTo>
                <a:lnTo>
                  <a:pt x="176539" y="1469497"/>
                </a:lnTo>
                <a:lnTo>
                  <a:pt x="183156" y="1471878"/>
                </a:lnTo>
                <a:lnTo>
                  <a:pt x="190567" y="1473466"/>
                </a:lnTo>
                <a:lnTo>
                  <a:pt x="197713" y="1474789"/>
                </a:lnTo>
                <a:lnTo>
                  <a:pt x="201419" y="1475053"/>
                </a:lnTo>
                <a:lnTo>
                  <a:pt x="205124" y="1475053"/>
                </a:lnTo>
                <a:lnTo>
                  <a:pt x="208829" y="1475053"/>
                </a:lnTo>
                <a:lnTo>
                  <a:pt x="212800" y="1474789"/>
                </a:lnTo>
                <a:lnTo>
                  <a:pt x="219946" y="1473466"/>
                </a:lnTo>
                <a:lnTo>
                  <a:pt x="227092" y="1471878"/>
                </a:lnTo>
                <a:lnTo>
                  <a:pt x="233974" y="1469497"/>
                </a:lnTo>
                <a:lnTo>
                  <a:pt x="240326" y="1466322"/>
                </a:lnTo>
                <a:lnTo>
                  <a:pt x="246413" y="1462353"/>
                </a:lnTo>
                <a:lnTo>
                  <a:pt x="251972" y="1458384"/>
                </a:lnTo>
                <a:lnTo>
                  <a:pt x="257000" y="1453622"/>
                </a:lnTo>
                <a:lnTo>
                  <a:pt x="261765" y="1448595"/>
                </a:lnTo>
                <a:lnTo>
                  <a:pt x="266264" y="1442774"/>
                </a:lnTo>
                <a:lnTo>
                  <a:pt x="269705" y="1436689"/>
                </a:lnTo>
                <a:lnTo>
                  <a:pt x="272881" y="1430074"/>
                </a:lnTo>
                <a:lnTo>
                  <a:pt x="275528" y="1423459"/>
                </a:lnTo>
                <a:lnTo>
                  <a:pt x="277380" y="1416580"/>
                </a:lnTo>
                <a:lnTo>
                  <a:pt x="278439" y="1409172"/>
                </a:lnTo>
                <a:lnTo>
                  <a:pt x="278704" y="1405468"/>
                </a:lnTo>
                <a:lnTo>
                  <a:pt x="278704" y="1401499"/>
                </a:lnTo>
                <a:lnTo>
                  <a:pt x="278704" y="1397795"/>
                </a:lnTo>
                <a:lnTo>
                  <a:pt x="278439" y="1394091"/>
                </a:lnTo>
                <a:lnTo>
                  <a:pt x="277380" y="1386682"/>
                </a:lnTo>
                <a:lnTo>
                  <a:pt x="275528" y="1379803"/>
                </a:lnTo>
                <a:lnTo>
                  <a:pt x="272881" y="1373189"/>
                </a:lnTo>
                <a:lnTo>
                  <a:pt x="269705" y="1366839"/>
                </a:lnTo>
                <a:lnTo>
                  <a:pt x="266264" y="1360753"/>
                </a:lnTo>
                <a:lnTo>
                  <a:pt x="261765" y="1354932"/>
                </a:lnTo>
                <a:lnTo>
                  <a:pt x="257000" y="1349641"/>
                </a:lnTo>
                <a:lnTo>
                  <a:pt x="251972" y="1344878"/>
                </a:lnTo>
                <a:lnTo>
                  <a:pt x="246413" y="1340909"/>
                </a:lnTo>
                <a:lnTo>
                  <a:pt x="240326" y="1336941"/>
                </a:lnTo>
                <a:lnTo>
                  <a:pt x="233974" y="1334030"/>
                </a:lnTo>
                <a:lnTo>
                  <a:pt x="227092" y="1331649"/>
                </a:lnTo>
                <a:lnTo>
                  <a:pt x="219946" y="1329797"/>
                </a:lnTo>
                <a:lnTo>
                  <a:pt x="212800" y="1328474"/>
                </a:lnTo>
                <a:lnTo>
                  <a:pt x="208829" y="1328474"/>
                </a:lnTo>
                <a:lnTo>
                  <a:pt x="205124" y="1328209"/>
                </a:lnTo>
                <a:close/>
                <a:moveTo>
                  <a:pt x="1046793" y="657226"/>
                </a:moveTo>
                <a:lnTo>
                  <a:pt x="451537" y="1252539"/>
                </a:lnTo>
                <a:lnTo>
                  <a:pt x="535969" y="1336941"/>
                </a:lnTo>
                <a:lnTo>
                  <a:pt x="1131224" y="741893"/>
                </a:lnTo>
                <a:lnTo>
                  <a:pt x="1046793" y="657226"/>
                </a:lnTo>
                <a:close/>
                <a:moveTo>
                  <a:pt x="862314" y="465932"/>
                </a:moveTo>
                <a:lnTo>
                  <a:pt x="263617" y="1064684"/>
                </a:lnTo>
                <a:lnTo>
                  <a:pt x="348049" y="1149086"/>
                </a:lnTo>
                <a:lnTo>
                  <a:pt x="947010" y="550334"/>
                </a:lnTo>
                <a:lnTo>
                  <a:pt x="862314" y="465932"/>
                </a:lnTo>
                <a:close/>
                <a:moveTo>
                  <a:pt x="873430" y="103188"/>
                </a:moveTo>
                <a:lnTo>
                  <a:pt x="1514475" y="743480"/>
                </a:lnTo>
                <a:lnTo>
                  <a:pt x="642368" y="1608139"/>
                </a:lnTo>
                <a:lnTo>
                  <a:pt x="0" y="1609726"/>
                </a:lnTo>
                <a:lnTo>
                  <a:pt x="1588" y="967582"/>
                </a:lnTo>
                <a:lnTo>
                  <a:pt x="873430" y="103188"/>
                </a:lnTo>
                <a:close/>
                <a:moveTo>
                  <a:pt x="524800" y="0"/>
                </a:moveTo>
                <a:lnTo>
                  <a:pt x="760413" y="111713"/>
                </a:lnTo>
                <a:lnTo>
                  <a:pt x="134938" y="715963"/>
                </a:lnTo>
                <a:lnTo>
                  <a:pt x="524800" y="0"/>
                </a:lnTo>
                <a:close/>
              </a:path>
            </a:pathLst>
          </a:custGeom>
          <a:solidFill>
            <a:srgbClr val="005DA2"/>
          </a:solidFill>
          <a:ln w="25400" cap="flat" cmpd="sng" algn="ctr">
            <a:noFill/>
            <a:prstDash val="solid"/>
          </a:ln>
          <a:effectLst/>
          <a:ex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25" name="KSO_Shape">
            <a:extLst>
              <a:ext uri="{FF2B5EF4-FFF2-40B4-BE49-F238E27FC236}">
                <a16:creationId xmlns:a16="http://schemas.microsoft.com/office/drawing/2014/main" id="{8FEABF6A-66BD-4F07-8F54-9D27015EE3CE}"/>
              </a:ext>
            </a:extLst>
          </p:cNvPr>
          <p:cNvSpPr/>
          <p:nvPr/>
        </p:nvSpPr>
        <p:spPr bwMode="auto">
          <a:xfrm>
            <a:off x="6818905" y="3540190"/>
            <a:ext cx="676168" cy="450779"/>
          </a:xfrm>
          <a:custGeom>
            <a:avLst/>
            <a:gdLst>
              <a:gd name="T0" fmla="*/ 1006919 w 1450975"/>
              <a:gd name="T1" fmla="*/ 486464 h 968375"/>
              <a:gd name="T2" fmla="*/ 1058912 w 1450975"/>
              <a:gd name="T3" fmla="*/ 517972 h 968375"/>
              <a:gd name="T4" fmla="*/ 1095306 w 1450975"/>
              <a:gd name="T5" fmla="*/ 566445 h 968375"/>
              <a:gd name="T6" fmla="*/ 1110903 w 1450975"/>
              <a:gd name="T7" fmla="*/ 626690 h 968375"/>
              <a:gd name="T8" fmla="*/ 1101198 w 1450975"/>
              <a:gd name="T9" fmla="*/ 689359 h 968375"/>
              <a:gd name="T10" fmla="*/ 1069657 w 1450975"/>
              <a:gd name="T11" fmla="*/ 741293 h 968375"/>
              <a:gd name="T12" fmla="*/ 1021130 w 1450975"/>
              <a:gd name="T13" fmla="*/ 777649 h 968375"/>
              <a:gd name="T14" fmla="*/ 960819 w 1450975"/>
              <a:gd name="T15" fmla="*/ 793229 h 968375"/>
              <a:gd name="T16" fmla="*/ 898083 w 1450975"/>
              <a:gd name="T17" fmla="*/ 783534 h 968375"/>
              <a:gd name="T18" fmla="*/ 846091 w 1450975"/>
              <a:gd name="T19" fmla="*/ 752028 h 968375"/>
              <a:gd name="T20" fmla="*/ 809695 w 1450975"/>
              <a:gd name="T21" fmla="*/ 703900 h 968375"/>
              <a:gd name="T22" fmla="*/ 794098 w 1450975"/>
              <a:gd name="T23" fmla="*/ 643309 h 968375"/>
              <a:gd name="T24" fmla="*/ 803803 w 1450975"/>
              <a:gd name="T25" fmla="*/ 580986 h 968375"/>
              <a:gd name="T26" fmla="*/ 835346 w 1450975"/>
              <a:gd name="T27" fmla="*/ 528706 h 968375"/>
              <a:gd name="T28" fmla="*/ 883871 w 1450975"/>
              <a:gd name="T29" fmla="*/ 492350 h 968375"/>
              <a:gd name="T30" fmla="*/ 944182 w 1450975"/>
              <a:gd name="T31" fmla="*/ 477116 h 968375"/>
              <a:gd name="T32" fmla="*/ 892405 w 1450975"/>
              <a:gd name="T33" fmla="*/ 242814 h 968375"/>
              <a:gd name="T34" fmla="*/ 816330 w 1450975"/>
              <a:gd name="T35" fmla="*/ 262615 h 968375"/>
              <a:gd name="T36" fmla="*/ 685717 w 1450975"/>
              <a:gd name="T37" fmla="*/ 341469 h 968375"/>
              <a:gd name="T38" fmla="*/ 595052 w 1450975"/>
              <a:gd name="T39" fmla="*/ 463050 h 968375"/>
              <a:gd name="T40" fmla="*/ 563789 w 1450975"/>
              <a:gd name="T41" fmla="*/ 555104 h 968375"/>
              <a:gd name="T42" fmla="*/ 555798 w 1450975"/>
              <a:gd name="T43" fmla="*/ 635001 h 968375"/>
              <a:gd name="T44" fmla="*/ 563789 w 1450975"/>
              <a:gd name="T45" fmla="*/ 715243 h 968375"/>
              <a:gd name="T46" fmla="*/ 595052 w 1450975"/>
              <a:gd name="T47" fmla="*/ 807298 h 968375"/>
              <a:gd name="T48" fmla="*/ 685717 w 1450975"/>
              <a:gd name="T49" fmla="*/ 928879 h 968375"/>
              <a:gd name="T50" fmla="*/ 816330 w 1450975"/>
              <a:gd name="T51" fmla="*/ 1007732 h 968375"/>
              <a:gd name="T52" fmla="*/ 892405 w 1450975"/>
              <a:gd name="T53" fmla="*/ 1027533 h 968375"/>
              <a:gd name="T54" fmla="*/ 972995 w 1450975"/>
              <a:gd name="T55" fmla="*/ 1031355 h 968375"/>
              <a:gd name="T56" fmla="*/ 1051502 w 1450975"/>
              <a:gd name="T57" fmla="*/ 1019544 h 968375"/>
              <a:gd name="T58" fmla="*/ 1158494 w 1450975"/>
              <a:gd name="T59" fmla="*/ 974732 h 968375"/>
              <a:gd name="T60" fmla="*/ 1270695 w 1450975"/>
              <a:gd name="T61" fmla="*/ 872605 h 968375"/>
              <a:gd name="T62" fmla="*/ 1331485 w 1450975"/>
              <a:gd name="T63" fmla="*/ 753107 h 968375"/>
              <a:gd name="T64" fmla="*/ 1347465 w 1450975"/>
              <a:gd name="T65" fmla="*/ 675643 h 968375"/>
              <a:gd name="T66" fmla="*/ 1347465 w 1450975"/>
              <a:gd name="T67" fmla="*/ 594358 h 968375"/>
              <a:gd name="T68" fmla="*/ 1331485 w 1450975"/>
              <a:gd name="T69" fmla="*/ 517241 h 968375"/>
              <a:gd name="T70" fmla="*/ 1270695 w 1450975"/>
              <a:gd name="T71" fmla="*/ 397743 h 968375"/>
              <a:gd name="T72" fmla="*/ 1158494 w 1450975"/>
              <a:gd name="T73" fmla="*/ 295616 h 968375"/>
              <a:gd name="T74" fmla="*/ 1051502 w 1450975"/>
              <a:gd name="T75" fmla="*/ 250804 h 968375"/>
              <a:gd name="T76" fmla="*/ 972995 w 1450975"/>
              <a:gd name="T77" fmla="*/ 238994 h 968375"/>
              <a:gd name="T78" fmla="*/ 1074081 w 1450975"/>
              <a:gd name="T79" fmla="*/ 11116 h 968375"/>
              <a:gd name="T80" fmla="*/ 1258189 w 1450975"/>
              <a:gd name="T81" fmla="*/ 68085 h 968375"/>
              <a:gd name="T82" fmla="*/ 1426666 w 1450975"/>
              <a:gd name="T83" fmla="*/ 160487 h 968375"/>
              <a:gd name="T84" fmla="*/ 1576037 w 1450975"/>
              <a:gd name="T85" fmla="*/ 273036 h 968375"/>
              <a:gd name="T86" fmla="*/ 1742429 w 1450975"/>
              <a:gd name="T87" fmla="*/ 434218 h 968375"/>
              <a:gd name="T88" fmla="*/ 1885548 w 1450975"/>
              <a:gd name="T89" fmla="*/ 607906 h 968375"/>
              <a:gd name="T90" fmla="*/ 1829967 w 1450975"/>
              <a:gd name="T91" fmla="*/ 734349 h 968375"/>
              <a:gd name="T92" fmla="*/ 1642039 w 1450975"/>
              <a:gd name="T93" fmla="*/ 937911 h 968375"/>
              <a:gd name="T94" fmla="*/ 1503782 w 1450975"/>
              <a:gd name="T95" fmla="*/ 1054976 h 968375"/>
              <a:gd name="T96" fmla="*/ 1344685 w 1450975"/>
              <a:gd name="T97" fmla="*/ 1159536 h 968375"/>
              <a:gd name="T98" fmla="*/ 1167525 w 1450975"/>
              <a:gd name="T99" fmla="*/ 1235958 h 968375"/>
              <a:gd name="T100" fmla="*/ 977164 w 1450975"/>
              <a:gd name="T101" fmla="*/ 1269652 h 968375"/>
              <a:gd name="T102" fmla="*/ 783676 w 1450975"/>
              <a:gd name="T103" fmla="*/ 1248810 h 968375"/>
              <a:gd name="T104" fmla="*/ 603389 w 1450975"/>
              <a:gd name="T105" fmla="*/ 1182114 h 968375"/>
              <a:gd name="T106" fmla="*/ 439081 w 1450975"/>
              <a:gd name="T107" fmla="*/ 1083113 h 968375"/>
              <a:gd name="T108" fmla="*/ 295616 w 1450975"/>
              <a:gd name="T109" fmla="*/ 967437 h 968375"/>
              <a:gd name="T110" fmla="*/ 114981 w 1450975"/>
              <a:gd name="T111" fmla="*/ 782635 h 968375"/>
              <a:gd name="T112" fmla="*/ 0 w 1450975"/>
              <a:gd name="T113" fmla="*/ 635001 h 968375"/>
              <a:gd name="T114" fmla="*/ 114981 w 1450975"/>
              <a:gd name="T115" fmla="*/ 487714 h 968375"/>
              <a:gd name="T116" fmla="*/ 295616 w 1450975"/>
              <a:gd name="T117" fmla="*/ 302563 h 968375"/>
              <a:gd name="T118" fmla="*/ 439081 w 1450975"/>
              <a:gd name="T119" fmla="*/ 187235 h 968375"/>
              <a:gd name="T120" fmla="*/ 603389 w 1450975"/>
              <a:gd name="T121" fmla="*/ 88233 h 968375"/>
              <a:gd name="T122" fmla="*/ 783676 w 1450975"/>
              <a:gd name="T123" fmla="*/ 21190 h 96837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450975" h="968375">
                <a:moveTo>
                  <a:pt x="725752" y="363537"/>
                </a:moveTo>
                <a:lnTo>
                  <a:pt x="731824" y="363801"/>
                </a:lnTo>
                <a:lnTo>
                  <a:pt x="737896" y="364065"/>
                </a:lnTo>
                <a:lnTo>
                  <a:pt x="743969" y="365121"/>
                </a:lnTo>
                <a:lnTo>
                  <a:pt x="749777" y="365913"/>
                </a:lnTo>
                <a:lnTo>
                  <a:pt x="755849" y="367497"/>
                </a:lnTo>
                <a:lnTo>
                  <a:pt x="761129" y="369081"/>
                </a:lnTo>
                <a:lnTo>
                  <a:pt x="766937" y="370929"/>
                </a:lnTo>
                <a:lnTo>
                  <a:pt x="772481" y="373041"/>
                </a:lnTo>
                <a:lnTo>
                  <a:pt x="777761" y="375417"/>
                </a:lnTo>
                <a:lnTo>
                  <a:pt x="783041" y="378057"/>
                </a:lnTo>
                <a:lnTo>
                  <a:pt x="788057" y="381225"/>
                </a:lnTo>
                <a:lnTo>
                  <a:pt x="792809" y="384129"/>
                </a:lnTo>
                <a:lnTo>
                  <a:pt x="797825" y="387562"/>
                </a:lnTo>
                <a:lnTo>
                  <a:pt x="802314" y="391258"/>
                </a:lnTo>
                <a:lnTo>
                  <a:pt x="806538" y="394954"/>
                </a:lnTo>
                <a:lnTo>
                  <a:pt x="810762" y="398914"/>
                </a:lnTo>
                <a:lnTo>
                  <a:pt x="814722" y="403138"/>
                </a:lnTo>
                <a:lnTo>
                  <a:pt x="818682" y="407626"/>
                </a:lnTo>
                <a:lnTo>
                  <a:pt x="822114" y="412114"/>
                </a:lnTo>
                <a:lnTo>
                  <a:pt x="825546" y="416866"/>
                </a:lnTo>
                <a:lnTo>
                  <a:pt x="828714" y="421618"/>
                </a:lnTo>
                <a:lnTo>
                  <a:pt x="831618" y="426898"/>
                </a:lnTo>
                <a:lnTo>
                  <a:pt x="834258" y="431914"/>
                </a:lnTo>
                <a:lnTo>
                  <a:pt x="836634" y="437458"/>
                </a:lnTo>
                <a:lnTo>
                  <a:pt x="838746" y="443002"/>
                </a:lnTo>
                <a:lnTo>
                  <a:pt x="840594" y="448547"/>
                </a:lnTo>
                <a:lnTo>
                  <a:pt x="842442" y="454091"/>
                </a:lnTo>
                <a:lnTo>
                  <a:pt x="843762" y="459899"/>
                </a:lnTo>
                <a:lnTo>
                  <a:pt x="844818" y="465707"/>
                </a:lnTo>
                <a:lnTo>
                  <a:pt x="845610" y="471779"/>
                </a:lnTo>
                <a:lnTo>
                  <a:pt x="846138" y="477851"/>
                </a:lnTo>
                <a:lnTo>
                  <a:pt x="846138" y="484187"/>
                </a:lnTo>
                <a:lnTo>
                  <a:pt x="846138" y="490523"/>
                </a:lnTo>
                <a:lnTo>
                  <a:pt x="845610" y="496595"/>
                </a:lnTo>
                <a:lnTo>
                  <a:pt x="844818" y="502667"/>
                </a:lnTo>
                <a:lnTo>
                  <a:pt x="843762" y="508740"/>
                </a:lnTo>
                <a:lnTo>
                  <a:pt x="842442" y="514548"/>
                </a:lnTo>
                <a:lnTo>
                  <a:pt x="840594" y="520092"/>
                </a:lnTo>
                <a:lnTo>
                  <a:pt x="838746" y="525636"/>
                </a:lnTo>
                <a:lnTo>
                  <a:pt x="836634" y="531180"/>
                </a:lnTo>
                <a:lnTo>
                  <a:pt x="834258" y="536724"/>
                </a:lnTo>
                <a:lnTo>
                  <a:pt x="831618" y="541740"/>
                </a:lnTo>
                <a:lnTo>
                  <a:pt x="828714" y="546756"/>
                </a:lnTo>
                <a:lnTo>
                  <a:pt x="825546" y="551772"/>
                </a:lnTo>
                <a:lnTo>
                  <a:pt x="822114" y="556524"/>
                </a:lnTo>
                <a:lnTo>
                  <a:pt x="818682" y="561012"/>
                </a:lnTo>
                <a:lnTo>
                  <a:pt x="814722" y="565236"/>
                </a:lnTo>
                <a:lnTo>
                  <a:pt x="810762" y="569461"/>
                </a:lnTo>
                <a:lnTo>
                  <a:pt x="806538" y="573421"/>
                </a:lnTo>
                <a:lnTo>
                  <a:pt x="802314" y="577381"/>
                </a:lnTo>
                <a:lnTo>
                  <a:pt x="797825" y="581077"/>
                </a:lnTo>
                <a:lnTo>
                  <a:pt x="792809" y="584509"/>
                </a:lnTo>
                <a:lnTo>
                  <a:pt x="788057" y="587413"/>
                </a:lnTo>
                <a:lnTo>
                  <a:pt x="783041" y="590581"/>
                </a:lnTo>
                <a:lnTo>
                  <a:pt x="777761" y="592957"/>
                </a:lnTo>
                <a:lnTo>
                  <a:pt x="772481" y="595333"/>
                </a:lnTo>
                <a:lnTo>
                  <a:pt x="766937" y="597445"/>
                </a:lnTo>
                <a:lnTo>
                  <a:pt x="761129" y="599557"/>
                </a:lnTo>
                <a:lnTo>
                  <a:pt x="755849" y="601141"/>
                </a:lnTo>
                <a:lnTo>
                  <a:pt x="749777" y="602461"/>
                </a:lnTo>
                <a:lnTo>
                  <a:pt x="743969" y="603517"/>
                </a:lnTo>
                <a:lnTo>
                  <a:pt x="737896" y="604045"/>
                </a:lnTo>
                <a:lnTo>
                  <a:pt x="731824" y="604837"/>
                </a:lnTo>
                <a:lnTo>
                  <a:pt x="725752" y="604837"/>
                </a:lnTo>
                <a:lnTo>
                  <a:pt x="719152" y="604837"/>
                </a:lnTo>
                <a:lnTo>
                  <a:pt x="713080" y="604045"/>
                </a:lnTo>
                <a:lnTo>
                  <a:pt x="707008" y="603517"/>
                </a:lnTo>
                <a:lnTo>
                  <a:pt x="701200" y="602461"/>
                </a:lnTo>
                <a:lnTo>
                  <a:pt x="695128" y="601141"/>
                </a:lnTo>
                <a:lnTo>
                  <a:pt x="689848" y="599557"/>
                </a:lnTo>
                <a:lnTo>
                  <a:pt x="684040" y="597445"/>
                </a:lnTo>
                <a:lnTo>
                  <a:pt x="678495" y="595333"/>
                </a:lnTo>
                <a:lnTo>
                  <a:pt x="673215" y="592957"/>
                </a:lnTo>
                <a:lnTo>
                  <a:pt x="668199" y="590581"/>
                </a:lnTo>
                <a:lnTo>
                  <a:pt x="662919" y="587413"/>
                </a:lnTo>
                <a:lnTo>
                  <a:pt x="658167" y="584509"/>
                </a:lnTo>
                <a:lnTo>
                  <a:pt x="653151" y="581077"/>
                </a:lnTo>
                <a:lnTo>
                  <a:pt x="648663" y="577381"/>
                </a:lnTo>
                <a:lnTo>
                  <a:pt x="644439" y="573421"/>
                </a:lnTo>
                <a:lnTo>
                  <a:pt x="640215" y="569461"/>
                </a:lnTo>
                <a:lnTo>
                  <a:pt x="636255" y="565236"/>
                </a:lnTo>
                <a:lnTo>
                  <a:pt x="632559" y="561012"/>
                </a:lnTo>
                <a:lnTo>
                  <a:pt x="628863" y="556524"/>
                </a:lnTo>
                <a:lnTo>
                  <a:pt x="625694" y="551772"/>
                </a:lnTo>
                <a:lnTo>
                  <a:pt x="622262" y="546756"/>
                </a:lnTo>
                <a:lnTo>
                  <a:pt x="619622" y="541740"/>
                </a:lnTo>
                <a:lnTo>
                  <a:pt x="616718" y="536724"/>
                </a:lnTo>
                <a:lnTo>
                  <a:pt x="614342" y="531180"/>
                </a:lnTo>
                <a:lnTo>
                  <a:pt x="612230" y="525636"/>
                </a:lnTo>
                <a:lnTo>
                  <a:pt x="610382" y="520092"/>
                </a:lnTo>
                <a:lnTo>
                  <a:pt x="608534" y="514548"/>
                </a:lnTo>
                <a:lnTo>
                  <a:pt x="607214" y="508740"/>
                </a:lnTo>
                <a:lnTo>
                  <a:pt x="606422" y="502667"/>
                </a:lnTo>
                <a:lnTo>
                  <a:pt x="605630" y="496595"/>
                </a:lnTo>
                <a:lnTo>
                  <a:pt x="604838" y="490523"/>
                </a:lnTo>
                <a:lnTo>
                  <a:pt x="604838" y="484187"/>
                </a:lnTo>
                <a:lnTo>
                  <a:pt x="604838" y="477851"/>
                </a:lnTo>
                <a:lnTo>
                  <a:pt x="605630" y="471779"/>
                </a:lnTo>
                <a:lnTo>
                  <a:pt x="606422" y="465707"/>
                </a:lnTo>
                <a:lnTo>
                  <a:pt x="607214" y="459899"/>
                </a:lnTo>
                <a:lnTo>
                  <a:pt x="608534" y="454091"/>
                </a:lnTo>
                <a:lnTo>
                  <a:pt x="610382" y="448547"/>
                </a:lnTo>
                <a:lnTo>
                  <a:pt x="612230" y="443002"/>
                </a:lnTo>
                <a:lnTo>
                  <a:pt x="614342" y="437458"/>
                </a:lnTo>
                <a:lnTo>
                  <a:pt x="616718" y="431914"/>
                </a:lnTo>
                <a:lnTo>
                  <a:pt x="619622" y="426898"/>
                </a:lnTo>
                <a:lnTo>
                  <a:pt x="622262" y="421618"/>
                </a:lnTo>
                <a:lnTo>
                  <a:pt x="625694" y="416866"/>
                </a:lnTo>
                <a:lnTo>
                  <a:pt x="628863" y="412114"/>
                </a:lnTo>
                <a:lnTo>
                  <a:pt x="632559" y="407626"/>
                </a:lnTo>
                <a:lnTo>
                  <a:pt x="636255" y="403138"/>
                </a:lnTo>
                <a:lnTo>
                  <a:pt x="640215" y="398914"/>
                </a:lnTo>
                <a:lnTo>
                  <a:pt x="644439" y="394954"/>
                </a:lnTo>
                <a:lnTo>
                  <a:pt x="648663" y="391258"/>
                </a:lnTo>
                <a:lnTo>
                  <a:pt x="653151" y="387562"/>
                </a:lnTo>
                <a:lnTo>
                  <a:pt x="658167" y="384129"/>
                </a:lnTo>
                <a:lnTo>
                  <a:pt x="662919" y="381225"/>
                </a:lnTo>
                <a:lnTo>
                  <a:pt x="668199" y="378057"/>
                </a:lnTo>
                <a:lnTo>
                  <a:pt x="673215" y="375417"/>
                </a:lnTo>
                <a:lnTo>
                  <a:pt x="678495" y="373041"/>
                </a:lnTo>
                <a:lnTo>
                  <a:pt x="684040" y="370929"/>
                </a:lnTo>
                <a:lnTo>
                  <a:pt x="689848" y="369081"/>
                </a:lnTo>
                <a:lnTo>
                  <a:pt x="695128" y="367497"/>
                </a:lnTo>
                <a:lnTo>
                  <a:pt x="701200" y="365913"/>
                </a:lnTo>
                <a:lnTo>
                  <a:pt x="707008" y="365121"/>
                </a:lnTo>
                <a:lnTo>
                  <a:pt x="713080" y="364065"/>
                </a:lnTo>
                <a:lnTo>
                  <a:pt x="719152" y="363801"/>
                </a:lnTo>
                <a:lnTo>
                  <a:pt x="725752" y="363537"/>
                </a:lnTo>
                <a:close/>
                <a:moveTo>
                  <a:pt x="725752" y="181438"/>
                </a:moveTo>
                <a:lnTo>
                  <a:pt x="717815" y="181968"/>
                </a:lnTo>
                <a:lnTo>
                  <a:pt x="710142" y="182233"/>
                </a:lnTo>
                <a:lnTo>
                  <a:pt x="702204" y="182497"/>
                </a:lnTo>
                <a:lnTo>
                  <a:pt x="694531" y="183292"/>
                </a:lnTo>
                <a:lnTo>
                  <a:pt x="686859" y="184087"/>
                </a:lnTo>
                <a:lnTo>
                  <a:pt x="679715" y="185146"/>
                </a:lnTo>
                <a:lnTo>
                  <a:pt x="672042" y="186471"/>
                </a:lnTo>
                <a:lnTo>
                  <a:pt x="664634" y="188060"/>
                </a:lnTo>
                <a:lnTo>
                  <a:pt x="657490" y="189384"/>
                </a:lnTo>
                <a:lnTo>
                  <a:pt x="650081" y="191238"/>
                </a:lnTo>
                <a:lnTo>
                  <a:pt x="642673" y="193092"/>
                </a:lnTo>
                <a:lnTo>
                  <a:pt x="635794" y="195211"/>
                </a:lnTo>
                <a:lnTo>
                  <a:pt x="628650" y="197595"/>
                </a:lnTo>
                <a:lnTo>
                  <a:pt x="621771" y="200244"/>
                </a:lnTo>
                <a:lnTo>
                  <a:pt x="608013" y="205276"/>
                </a:lnTo>
                <a:lnTo>
                  <a:pt x="594519" y="211369"/>
                </a:lnTo>
                <a:lnTo>
                  <a:pt x="581554" y="218255"/>
                </a:lnTo>
                <a:lnTo>
                  <a:pt x="568590" y="225407"/>
                </a:lnTo>
                <a:lnTo>
                  <a:pt x="556419" y="233353"/>
                </a:lnTo>
                <a:lnTo>
                  <a:pt x="544513" y="241564"/>
                </a:lnTo>
                <a:lnTo>
                  <a:pt x="533400" y="250835"/>
                </a:lnTo>
                <a:lnTo>
                  <a:pt x="522288" y="260370"/>
                </a:lnTo>
                <a:lnTo>
                  <a:pt x="511704" y="270435"/>
                </a:lnTo>
                <a:lnTo>
                  <a:pt x="501915" y="280765"/>
                </a:lnTo>
                <a:lnTo>
                  <a:pt x="492390" y="291625"/>
                </a:lnTo>
                <a:lnTo>
                  <a:pt x="483394" y="303279"/>
                </a:lnTo>
                <a:lnTo>
                  <a:pt x="474663" y="315199"/>
                </a:lnTo>
                <a:lnTo>
                  <a:pt x="467254" y="327383"/>
                </a:lnTo>
                <a:lnTo>
                  <a:pt x="459846" y="339832"/>
                </a:lnTo>
                <a:lnTo>
                  <a:pt x="453231" y="353076"/>
                </a:lnTo>
                <a:lnTo>
                  <a:pt x="447146" y="366584"/>
                </a:lnTo>
                <a:lnTo>
                  <a:pt x="441590" y="380357"/>
                </a:lnTo>
                <a:lnTo>
                  <a:pt x="439208" y="387244"/>
                </a:lnTo>
                <a:lnTo>
                  <a:pt x="437092" y="394396"/>
                </a:lnTo>
                <a:lnTo>
                  <a:pt x="434711" y="401282"/>
                </a:lnTo>
                <a:lnTo>
                  <a:pt x="432594" y="408699"/>
                </a:lnTo>
                <a:lnTo>
                  <a:pt x="430742" y="415850"/>
                </a:lnTo>
                <a:lnTo>
                  <a:pt x="429419" y="423267"/>
                </a:lnTo>
                <a:lnTo>
                  <a:pt x="428096" y="430683"/>
                </a:lnTo>
                <a:lnTo>
                  <a:pt x="426508" y="438100"/>
                </a:lnTo>
                <a:lnTo>
                  <a:pt x="425715" y="445781"/>
                </a:lnTo>
                <a:lnTo>
                  <a:pt x="424656" y="453198"/>
                </a:lnTo>
                <a:lnTo>
                  <a:pt x="424127" y="461144"/>
                </a:lnTo>
                <a:lnTo>
                  <a:pt x="423598" y="468825"/>
                </a:lnTo>
                <a:lnTo>
                  <a:pt x="423333" y="476506"/>
                </a:lnTo>
                <a:lnTo>
                  <a:pt x="423333" y="484188"/>
                </a:lnTo>
                <a:lnTo>
                  <a:pt x="423333" y="491869"/>
                </a:lnTo>
                <a:lnTo>
                  <a:pt x="423598" y="499815"/>
                </a:lnTo>
                <a:lnTo>
                  <a:pt x="424127" y="507496"/>
                </a:lnTo>
                <a:lnTo>
                  <a:pt x="424656" y="515178"/>
                </a:lnTo>
                <a:lnTo>
                  <a:pt x="425715" y="522859"/>
                </a:lnTo>
                <a:lnTo>
                  <a:pt x="426508" y="530276"/>
                </a:lnTo>
                <a:lnTo>
                  <a:pt x="428096" y="537692"/>
                </a:lnTo>
                <a:lnTo>
                  <a:pt x="429419" y="545373"/>
                </a:lnTo>
                <a:lnTo>
                  <a:pt x="430742" y="552790"/>
                </a:lnTo>
                <a:lnTo>
                  <a:pt x="432594" y="559941"/>
                </a:lnTo>
                <a:lnTo>
                  <a:pt x="434711" y="567093"/>
                </a:lnTo>
                <a:lnTo>
                  <a:pt x="437092" y="574244"/>
                </a:lnTo>
                <a:lnTo>
                  <a:pt x="439208" y="581396"/>
                </a:lnTo>
                <a:lnTo>
                  <a:pt x="441590" y="588283"/>
                </a:lnTo>
                <a:lnTo>
                  <a:pt x="447146" y="602056"/>
                </a:lnTo>
                <a:lnTo>
                  <a:pt x="453231" y="615565"/>
                </a:lnTo>
                <a:lnTo>
                  <a:pt x="459846" y="628278"/>
                </a:lnTo>
                <a:lnTo>
                  <a:pt x="467254" y="641257"/>
                </a:lnTo>
                <a:lnTo>
                  <a:pt x="474663" y="653441"/>
                </a:lnTo>
                <a:lnTo>
                  <a:pt x="483394" y="665361"/>
                </a:lnTo>
                <a:lnTo>
                  <a:pt x="492390" y="676485"/>
                </a:lnTo>
                <a:lnTo>
                  <a:pt x="501915" y="687610"/>
                </a:lnTo>
                <a:lnTo>
                  <a:pt x="511704" y="698205"/>
                </a:lnTo>
                <a:lnTo>
                  <a:pt x="522288" y="708270"/>
                </a:lnTo>
                <a:lnTo>
                  <a:pt x="533400" y="717805"/>
                </a:lnTo>
                <a:lnTo>
                  <a:pt x="544513" y="726546"/>
                </a:lnTo>
                <a:lnTo>
                  <a:pt x="556419" y="735287"/>
                </a:lnTo>
                <a:lnTo>
                  <a:pt x="568590" y="743233"/>
                </a:lnTo>
                <a:lnTo>
                  <a:pt x="581554" y="750385"/>
                </a:lnTo>
                <a:lnTo>
                  <a:pt x="594519" y="757272"/>
                </a:lnTo>
                <a:lnTo>
                  <a:pt x="608013" y="763099"/>
                </a:lnTo>
                <a:lnTo>
                  <a:pt x="621771" y="768396"/>
                </a:lnTo>
                <a:lnTo>
                  <a:pt x="628650" y="770780"/>
                </a:lnTo>
                <a:lnTo>
                  <a:pt x="635794" y="773429"/>
                </a:lnTo>
                <a:lnTo>
                  <a:pt x="642673" y="775548"/>
                </a:lnTo>
                <a:lnTo>
                  <a:pt x="650081" y="777402"/>
                </a:lnTo>
                <a:lnTo>
                  <a:pt x="657490" y="779256"/>
                </a:lnTo>
                <a:lnTo>
                  <a:pt x="664634" y="780580"/>
                </a:lnTo>
                <a:lnTo>
                  <a:pt x="672042" y="782170"/>
                </a:lnTo>
                <a:lnTo>
                  <a:pt x="679715" y="783494"/>
                </a:lnTo>
                <a:lnTo>
                  <a:pt x="686859" y="784289"/>
                </a:lnTo>
                <a:lnTo>
                  <a:pt x="694531" y="785348"/>
                </a:lnTo>
                <a:lnTo>
                  <a:pt x="702204" y="785878"/>
                </a:lnTo>
                <a:lnTo>
                  <a:pt x="710142" y="786408"/>
                </a:lnTo>
                <a:lnTo>
                  <a:pt x="717815" y="786672"/>
                </a:lnTo>
                <a:lnTo>
                  <a:pt x="725752" y="786672"/>
                </a:lnTo>
                <a:lnTo>
                  <a:pt x="733161" y="786672"/>
                </a:lnTo>
                <a:lnTo>
                  <a:pt x="741098" y="786408"/>
                </a:lnTo>
                <a:lnTo>
                  <a:pt x="748771" y="785878"/>
                </a:lnTo>
                <a:lnTo>
                  <a:pt x="756444" y="785348"/>
                </a:lnTo>
                <a:lnTo>
                  <a:pt x="764117" y="784289"/>
                </a:lnTo>
                <a:lnTo>
                  <a:pt x="771790" y="783494"/>
                </a:lnTo>
                <a:lnTo>
                  <a:pt x="778934" y="782170"/>
                </a:lnTo>
                <a:lnTo>
                  <a:pt x="786342" y="780580"/>
                </a:lnTo>
                <a:lnTo>
                  <a:pt x="793750" y="779256"/>
                </a:lnTo>
                <a:lnTo>
                  <a:pt x="800894" y="777402"/>
                </a:lnTo>
                <a:lnTo>
                  <a:pt x="808302" y="775548"/>
                </a:lnTo>
                <a:lnTo>
                  <a:pt x="815181" y="773429"/>
                </a:lnTo>
                <a:lnTo>
                  <a:pt x="822590" y="770780"/>
                </a:lnTo>
                <a:lnTo>
                  <a:pt x="829204" y="768396"/>
                </a:lnTo>
                <a:lnTo>
                  <a:pt x="842963" y="763099"/>
                </a:lnTo>
                <a:lnTo>
                  <a:pt x="856456" y="757272"/>
                </a:lnTo>
                <a:lnTo>
                  <a:pt x="869421" y="750385"/>
                </a:lnTo>
                <a:lnTo>
                  <a:pt x="882386" y="743233"/>
                </a:lnTo>
                <a:lnTo>
                  <a:pt x="894556" y="735287"/>
                </a:lnTo>
                <a:lnTo>
                  <a:pt x="906463" y="726546"/>
                </a:lnTo>
                <a:lnTo>
                  <a:pt x="917840" y="717805"/>
                </a:lnTo>
                <a:lnTo>
                  <a:pt x="928688" y="708270"/>
                </a:lnTo>
                <a:lnTo>
                  <a:pt x="939271" y="698205"/>
                </a:lnTo>
                <a:lnTo>
                  <a:pt x="949061" y="687610"/>
                </a:lnTo>
                <a:lnTo>
                  <a:pt x="958850" y="676485"/>
                </a:lnTo>
                <a:lnTo>
                  <a:pt x="967846" y="665361"/>
                </a:lnTo>
                <a:lnTo>
                  <a:pt x="976313" y="653441"/>
                </a:lnTo>
                <a:lnTo>
                  <a:pt x="984250" y="641257"/>
                </a:lnTo>
                <a:lnTo>
                  <a:pt x="991129" y="628278"/>
                </a:lnTo>
                <a:lnTo>
                  <a:pt x="998009" y="615565"/>
                </a:lnTo>
                <a:lnTo>
                  <a:pt x="1004094" y="602056"/>
                </a:lnTo>
                <a:lnTo>
                  <a:pt x="1009386" y="588283"/>
                </a:lnTo>
                <a:lnTo>
                  <a:pt x="1012031" y="581396"/>
                </a:lnTo>
                <a:lnTo>
                  <a:pt x="1014148" y="574244"/>
                </a:lnTo>
                <a:lnTo>
                  <a:pt x="1016265" y="567093"/>
                </a:lnTo>
                <a:lnTo>
                  <a:pt x="1018381" y="559941"/>
                </a:lnTo>
                <a:lnTo>
                  <a:pt x="1020234" y="552790"/>
                </a:lnTo>
                <a:lnTo>
                  <a:pt x="1021556" y="545373"/>
                </a:lnTo>
                <a:lnTo>
                  <a:pt x="1023144" y="537692"/>
                </a:lnTo>
                <a:lnTo>
                  <a:pt x="1024467" y="530276"/>
                </a:lnTo>
                <a:lnTo>
                  <a:pt x="1025261" y="522859"/>
                </a:lnTo>
                <a:lnTo>
                  <a:pt x="1026319" y="515178"/>
                </a:lnTo>
                <a:lnTo>
                  <a:pt x="1026848" y="507496"/>
                </a:lnTo>
                <a:lnTo>
                  <a:pt x="1027377" y="499815"/>
                </a:lnTo>
                <a:lnTo>
                  <a:pt x="1027642" y="491869"/>
                </a:lnTo>
                <a:lnTo>
                  <a:pt x="1027642" y="484188"/>
                </a:lnTo>
                <a:lnTo>
                  <a:pt x="1027642" y="476506"/>
                </a:lnTo>
                <a:lnTo>
                  <a:pt x="1027377" y="468825"/>
                </a:lnTo>
                <a:lnTo>
                  <a:pt x="1026848" y="461144"/>
                </a:lnTo>
                <a:lnTo>
                  <a:pt x="1026319" y="453198"/>
                </a:lnTo>
                <a:lnTo>
                  <a:pt x="1025261" y="445781"/>
                </a:lnTo>
                <a:lnTo>
                  <a:pt x="1024467" y="438100"/>
                </a:lnTo>
                <a:lnTo>
                  <a:pt x="1023144" y="430683"/>
                </a:lnTo>
                <a:lnTo>
                  <a:pt x="1021556" y="423267"/>
                </a:lnTo>
                <a:lnTo>
                  <a:pt x="1020234" y="415850"/>
                </a:lnTo>
                <a:lnTo>
                  <a:pt x="1018381" y="408699"/>
                </a:lnTo>
                <a:lnTo>
                  <a:pt x="1016265" y="401282"/>
                </a:lnTo>
                <a:lnTo>
                  <a:pt x="1014148" y="394396"/>
                </a:lnTo>
                <a:lnTo>
                  <a:pt x="1012031" y="387244"/>
                </a:lnTo>
                <a:lnTo>
                  <a:pt x="1009386" y="380357"/>
                </a:lnTo>
                <a:lnTo>
                  <a:pt x="1004094" y="366584"/>
                </a:lnTo>
                <a:lnTo>
                  <a:pt x="998009" y="353076"/>
                </a:lnTo>
                <a:lnTo>
                  <a:pt x="991129" y="339832"/>
                </a:lnTo>
                <a:lnTo>
                  <a:pt x="984250" y="327383"/>
                </a:lnTo>
                <a:lnTo>
                  <a:pt x="976313" y="315199"/>
                </a:lnTo>
                <a:lnTo>
                  <a:pt x="967846" y="303279"/>
                </a:lnTo>
                <a:lnTo>
                  <a:pt x="958850" y="291625"/>
                </a:lnTo>
                <a:lnTo>
                  <a:pt x="949061" y="280765"/>
                </a:lnTo>
                <a:lnTo>
                  <a:pt x="939271" y="270435"/>
                </a:lnTo>
                <a:lnTo>
                  <a:pt x="928688" y="260370"/>
                </a:lnTo>
                <a:lnTo>
                  <a:pt x="917840" y="250835"/>
                </a:lnTo>
                <a:lnTo>
                  <a:pt x="906463" y="241564"/>
                </a:lnTo>
                <a:lnTo>
                  <a:pt x="894556" y="233353"/>
                </a:lnTo>
                <a:lnTo>
                  <a:pt x="882386" y="225407"/>
                </a:lnTo>
                <a:lnTo>
                  <a:pt x="869421" y="218255"/>
                </a:lnTo>
                <a:lnTo>
                  <a:pt x="856456" y="211369"/>
                </a:lnTo>
                <a:lnTo>
                  <a:pt x="842963" y="205276"/>
                </a:lnTo>
                <a:lnTo>
                  <a:pt x="829204" y="200244"/>
                </a:lnTo>
                <a:lnTo>
                  <a:pt x="822590" y="197595"/>
                </a:lnTo>
                <a:lnTo>
                  <a:pt x="815181" y="195211"/>
                </a:lnTo>
                <a:lnTo>
                  <a:pt x="808302" y="193092"/>
                </a:lnTo>
                <a:lnTo>
                  <a:pt x="800894" y="191238"/>
                </a:lnTo>
                <a:lnTo>
                  <a:pt x="793750" y="189384"/>
                </a:lnTo>
                <a:lnTo>
                  <a:pt x="786342" y="188060"/>
                </a:lnTo>
                <a:lnTo>
                  <a:pt x="778934" y="186471"/>
                </a:lnTo>
                <a:lnTo>
                  <a:pt x="771790" y="185146"/>
                </a:lnTo>
                <a:lnTo>
                  <a:pt x="764117" y="184087"/>
                </a:lnTo>
                <a:lnTo>
                  <a:pt x="756444" y="183292"/>
                </a:lnTo>
                <a:lnTo>
                  <a:pt x="748771" y="182497"/>
                </a:lnTo>
                <a:lnTo>
                  <a:pt x="741098" y="182233"/>
                </a:lnTo>
                <a:lnTo>
                  <a:pt x="733161" y="181968"/>
                </a:lnTo>
                <a:lnTo>
                  <a:pt x="725752" y="181438"/>
                </a:lnTo>
                <a:close/>
                <a:moveTo>
                  <a:pt x="725752" y="0"/>
                </a:moveTo>
                <a:lnTo>
                  <a:pt x="744273" y="530"/>
                </a:lnTo>
                <a:lnTo>
                  <a:pt x="762794" y="1589"/>
                </a:lnTo>
                <a:lnTo>
                  <a:pt x="781579" y="3179"/>
                </a:lnTo>
                <a:lnTo>
                  <a:pt x="799836" y="5562"/>
                </a:lnTo>
                <a:lnTo>
                  <a:pt x="818092" y="8476"/>
                </a:lnTo>
                <a:lnTo>
                  <a:pt x="836084" y="12184"/>
                </a:lnTo>
                <a:lnTo>
                  <a:pt x="854075" y="16157"/>
                </a:lnTo>
                <a:lnTo>
                  <a:pt x="871802" y="20925"/>
                </a:lnTo>
                <a:lnTo>
                  <a:pt x="889265" y="26222"/>
                </a:lnTo>
                <a:lnTo>
                  <a:pt x="906727" y="32050"/>
                </a:lnTo>
                <a:lnTo>
                  <a:pt x="924190" y="38142"/>
                </a:lnTo>
                <a:lnTo>
                  <a:pt x="941123" y="44764"/>
                </a:lnTo>
                <a:lnTo>
                  <a:pt x="958321" y="51915"/>
                </a:lnTo>
                <a:lnTo>
                  <a:pt x="974990" y="59332"/>
                </a:lnTo>
                <a:lnTo>
                  <a:pt x="991394" y="67278"/>
                </a:lnTo>
                <a:lnTo>
                  <a:pt x="1008063" y="75754"/>
                </a:lnTo>
                <a:lnTo>
                  <a:pt x="1024202" y="84494"/>
                </a:lnTo>
                <a:lnTo>
                  <a:pt x="1040077" y="93235"/>
                </a:lnTo>
                <a:lnTo>
                  <a:pt x="1055688" y="102771"/>
                </a:lnTo>
                <a:lnTo>
                  <a:pt x="1071298" y="112306"/>
                </a:lnTo>
                <a:lnTo>
                  <a:pt x="1086644" y="122371"/>
                </a:lnTo>
                <a:lnTo>
                  <a:pt x="1101461" y="132436"/>
                </a:lnTo>
                <a:lnTo>
                  <a:pt x="1116542" y="142767"/>
                </a:lnTo>
                <a:lnTo>
                  <a:pt x="1131094" y="153097"/>
                </a:lnTo>
                <a:lnTo>
                  <a:pt x="1145381" y="164221"/>
                </a:lnTo>
                <a:lnTo>
                  <a:pt x="1159404" y="174816"/>
                </a:lnTo>
                <a:lnTo>
                  <a:pt x="1173427" y="185941"/>
                </a:lnTo>
                <a:lnTo>
                  <a:pt x="1186921" y="197065"/>
                </a:lnTo>
                <a:lnTo>
                  <a:pt x="1200415" y="208190"/>
                </a:lnTo>
                <a:lnTo>
                  <a:pt x="1213115" y="219315"/>
                </a:lnTo>
                <a:lnTo>
                  <a:pt x="1225815" y="230704"/>
                </a:lnTo>
                <a:lnTo>
                  <a:pt x="1238515" y="242359"/>
                </a:lnTo>
                <a:lnTo>
                  <a:pt x="1250686" y="253483"/>
                </a:lnTo>
                <a:lnTo>
                  <a:pt x="1262592" y="264873"/>
                </a:lnTo>
                <a:lnTo>
                  <a:pt x="1285346" y="287387"/>
                </a:lnTo>
                <a:lnTo>
                  <a:pt x="1306777" y="309372"/>
                </a:lnTo>
                <a:lnTo>
                  <a:pt x="1327150" y="331091"/>
                </a:lnTo>
                <a:lnTo>
                  <a:pt x="1345936" y="351751"/>
                </a:lnTo>
                <a:lnTo>
                  <a:pt x="1363398" y="371882"/>
                </a:lnTo>
                <a:lnTo>
                  <a:pt x="1379273" y="390952"/>
                </a:lnTo>
                <a:lnTo>
                  <a:pt x="1393825" y="408699"/>
                </a:lnTo>
                <a:lnTo>
                  <a:pt x="1407054" y="424856"/>
                </a:lnTo>
                <a:lnTo>
                  <a:pt x="1418167" y="439424"/>
                </a:lnTo>
                <a:lnTo>
                  <a:pt x="1427956" y="452668"/>
                </a:lnTo>
                <a:lnTo>
                  <a:pt x="1436159" y="463528"/>
                </a:lnTo>
                <a:lnTo>
                  <a:pt x="1447271" y="478890"/>
                </a:lnTo>
                <a:lnTo>
                  <a:pt x="1450975" y="484188"/>
                </a:lnTo>
                <a:lnTo>
                  <a:pt x="1447271" y="489750"/>
                </a:lnTo>
                <a:lnTo>
                  <a:pt x="1436159" y="505113"/>
                </a:lnTo>
                <a:lnTo>
                  <a:pt x="1427956" y="515972"/>
                </a:lnTo>
                <a:lnTo>
                  <a:pt x="1418167" y="528951"/>
                </a:lnTo>
                <a:lnTo>
                  <a:pt x="1407054" y="543519"/>
                </a:lnTo>
                <a:lnTo>
                  <a:pt x="1393825" y="559941"/>
                </a:lnTo>
                <a:lnTo>
                  <a:pt x="1379273" y="577688"/>
                </a:lnTo>
                <a:lnTo>
                  <a:pt x="1363398" y="596759"/>
                </a:lnTo>
                <a:lnTo>
                  <a:pt x="1345936" y="616359"/>
                </a:lnTo>
                <a:lnTo>
                  <a:pt x="1327150" y="637549"/>
                </a:lnTo>
                <a:lnTo>
                  <a:pt x="1306777" y="659269"/>
                </a:lnTo>
                <a:lnTo>
                  <a:pt x="1285346" y="681253"/>
                </a:lnTo>
                <a:lnTo>
                  <a:pt x="1262592" y="703767"/>
                </a:lnTo>
                <a:lnTo>
                  <a:pt x="1250686" y="715157"/>
                </a:lnTo>
                <a:lnTo>
                  <a:pt x="1238515" y="726281"/>
                </a:lnTo>
                <a:lnTo>
                  <a:pt x="1225815" y="737671"/>
                </a:lnTo>
                <a:lnTo>
                  <a:pt x="1213115" y="749060"/>
                </a:lnTo>
                <a:lnTo>
                  <a:pt x="1200415" y="760185"/>
                </a:lnTo>
                <a:lnTo>
                  <a:pt x="1186921" y="771575"/>
                </a:lnTo>
                <a:lnTo>
                  <a:pt x="1173427" y="782434"/>
                </a:lnTo>
                <a:lnTo>
                  <a:pt x="1159404" y="793824"/>
                </a:lnTo>
                <a:lnTo>
                  <a:pt x="1145381" y="804419"/>
                </a:lnTo>
                <a:lnTo>
                  <a:pt x="1131094" y="815279"/>
                </a:lnTo>
                <a:lnTo>
                  <a:pt x="1116542" y="825874"/>
                </a:lnTo>
                <a:lnTo>
                  <a:pt x="1101461" y="836204"/>
                </a:lnTo>
                <a:lnTo>
                  <a:pt x="1086644" y="846269"/>
                </a:lnTo>
                <a:lnTo>
                  <a:pt x="1071298" y="856069"/>
                </a:lnTo>
                <a:lnTo>
                  <a:pt x="1055688" y="865869"/>
                </a:lnTo>
                <a:lnTo>
                  <a:pt x="1040077" y="874875"/>
                </a:lnTo>
                <a:lnTo>
                  <a:pt x="1024202" y="884146"/>
                </a:lnTo>
                <a:lnTo>
                  <a:pt x="1008063" y="892622"/>
                </a:lnTo>
                <a:lnTo>
                  <a:pt x="991394" y="901362"/>
                </a:lnTo>
                <a:lnTo>
                  <a:pt x="974990" y="909044"/>
                </a:lnTo>
                <a:lnTo>
                  <a:pt x="958321" y="916460"/>
                </a:lnTo>
                <a:lnTo>
                  <a:pt x="941123" y="923877"/>
                </a:lnTo>
                <a:lnTo>
                  <a:pt x="924190" y="930498"/>
                </a:lnTo>
                <a:lnTo>
                  <a:pt x="906727" y="936590"/>
                </a:lnTo>
                <a:lnTo>
                  <a:pt x="889265" y="942418"/>
                </a:lnTo>
                <a:lnTo>
                  <a:pt x="871802" y="947715"/>
                </a:lnTo>
                <a:lnTo>
                  <a:pt x="854075" y="952218"/>
                </a:lnTo>
                <a:lnTo>
                  <a:pt x="836084" y="956456"/>
                </a:lnTo>
                <a:lnTo>
                  <a:pt x="818092" y="960164"/>
                </a:lnTo>
                <a:lnTo>
                  <a:pt x="799836" y="962813"/>
                </a:lnTo>
                <a:lnTo>
                  <a:pt x="781579" y="965462"/>
                </a:lnTo>
                <a:lnTo>
                  <a:pt x="762794" y="967051"/>
                </a:lnTo>
                <a:lnTo>
                  <a:pt x="744273" y="968110"/>
                </a:lnTo>
                <a:lnTo>
                  <a:pt x="725752" y="968375"/>
                </a:lnTo>
                <a:lnTo>
                  <a:pt x="706702" y="968110"/>
                </a:lnTo>
                <a:lnTo>
                  <a:pt x="688181" y="967051"/>
                </a:lnTo>
                <a:lnTo>
                  <a:pt x="669661" y="965462"/>
                </a:lnTo>
                <a:lnTo>
                  <a:pt x="651404" y="962813"/>
                </a:lnTo>
                <a:lnTo>
                  <a:pt x="633413" y="960164"/>
                </a:lnTo>
                <a:lnTo>
                  <a:pt x="614892" y="956456"/>
                </a:lnTo>
                <a:lnTo>
                  <a:pt x="596900" y="952218"/>
                </a:lnTo>
                <a:lnTo>
                  <a:pt x="579438" y="947715"/>
                </a:lnTo>
                <a:lnTo>
                  <a:pt x="561711" y="942418"/>
                </a:lnTo>
                <a:lnTo>
                  <a:pt x="544248" y="936590"/>
                </a:lnTo>
                <a:lnTo>
                  <a:pt x="526786" y="930498"/>
                </a:lnTo>
                <a:lnTo>
                  <a:pt x="509852" y="923877"/>
                </a:lnTo>
                <a:lnTo>
                  <a:pt x="492654" y="916460"/>
                </a:lnTo>
                <a:lnTo>
                  <a:pt x="475986" y="909044"/>
                </a:lnTo>
                <a:lnTo>
                  <a:pt x="459581" y="901362"/>
                </a:lnTo>
                <a:lnTo>
                  <a:pt x="443177" y="892622"/>
                </a:lnTo>
                <a:lnTo>
                  <a:pt x="426773" y="884146"/>
                </a:lnTo>
                <a:lnTo>
                  <a:pt x="411163" y="874875"/>
                </a:lnTo>
                <a:lnTo>
                  <a:pt x="395288" y="865869"/>
                </a:lnTo>
                <a:lnTo>
                  <a:pt x="379677" y="856069"/>
                </a:lnTo>
                <a:lnTo>
                  <a:pt x="364331" y="846269"/>
                </a:lnTo>
                <a:lnTo>
                  <a:pt x="349515" y="836204"/>
                </a:lnTo>
                <a:lnTo>
                  <a:pt x="334433" y="825874"/>
                </a:lnTo>
                <a:lnTo>
                  <a:pt x="319881" y="815279"/>
                </a:lnTo>
                <a:lnTo>
                  <a:pt x="305594" y="804419"/>
                </a:lnTo>
                <a:lnTo>
                  <a:pt x="291571" y="793824"/>
                </a:lnTo>
                <a:lnTo>
                  <a:pt x="277548" y="782434"/>
                </a:lnTo>
                <a:lnTo>
                  <a:pt x="264054" y="771575"/>
                </a:lnTo>
                <a:lnTo>
                  <a:pt x="250825" y="760185"/>
                </a:lnTo>
                <a:lnTo>
                  <a:pt x="237861" y="749060"/>
                </a:lnTo>
                <a:lnTo>
                  <a:pt x="225161" y="737671"/>
                </a:lnTo>
                <a:lnTo>
                  <a:pt x="212461" y="726281"/>
                </a:lnTo>
                <a:lnTo>
                  <a:pt x="200290" y="715157"/>
                </a:lnTo>
                <a:lnTo>
                  <a:pt x="188383" y="703767"/>
                </a:lnTo>
                <a:lnTo>
                  <a:pt x="165629" y="681253"/>
                </a:lnTo>
                <a:lnTo>
                  <a:pt x="144198" y="659269"/>
                </a:lnTo>
                <a:lnTo>
                  <a:pt x="123825" y="637549"/>
                </a:lnTo>
                <a:lnTo>
                  <a:pt x="105040" y="616359"/>
                </a:lnTo>
                <a:lnTo>
                  <a:pt x="87577" y="596759"/>
                </a:lnTo>
                <a:lnTo>
                  <a:pt x="71702" y="577688"/>
                </a:lnTo>
                <a:lnTo>
                  <a:pt x="57150" y="559941"/>
                </a:lnTo>
                <a:lnTo>
                  <a:pt x="43921" y="543519"/>
                </a:lnTo>
                <a:lnTo>
                  <a:pt x="32808" y="528951"/>
                </a:lnTo>
                <a:lnTo>
                  <a:pt x="23019" y="515972"/>
                </a:lnTo>
                <a:lnTo>
                  <a:pt x="14817" y="505113"/>
                </a:lnTo>
                <a:lnTo>
                  <a:pt x="3704" y="489750"/>
                </a:lnTo>
                <a:lnTo>
                  <a:pt x="0" y="484188"/>
                </a:lnTo>
                <a:lnTo>
                  <a:pt x="3704" y="478890"/>
                </a:lnTo>
                <a:lnTo>
                  <a:pt x="14817" y="463528"/>
                </a:lnTo>
                <a:lnTo>
                  <a:pt x="23019" y="452668"/>
                </a:lnTo>
                <a:lnTo>
                  <a:pt x="32808" y="439424"/>
                </a:lnTo>
                <a:lnTo>
                  <a:pt x="43921" y="424856"/>
                </a:lnTo>
                <a:lnTo>
                  <a:pt x="57150" y="408699"/>
                </a:lnTo>
                <a:lnTo>
                  <a:pt x="71702" y="390952"/>
                </a:lnTo>
                <a:lnTo>
                  <a:pt x="87577" y="371882"/>
                </a:lnTo>
                <a:lnTo>
                  <a:pt x="105040" y="351751"/>
                </a:lnTo>
                <a:lnTo>
                  <a:pt x="123825" y="331091"/>
                </a:lnTo>
                <a:lnTo>
                  <a:pt x="144198" y="309372"/>
                </a:lnTo>
                <a:lnTo>
                  <a:pt x="165629" y="287387"/>
                </a:lnTo>
                <a:lnTo>
                  <a:pt x="188383" y="264873"/>
                </a:lnTo>
                <a:lnTo>
                  <a:pt x="200290" y="253483"/>
                </a:lnTo>
                <a:lnTo>
                  <a:pt x="212461" y="242359"/>
                </a:lnTo>
                <a:lnTo>
                  <a:pt x="225161" y="230704"/>
                </a:lnTo>
                <a:lnTo>
                  <a:pt x="237861" y="219315"/>
                </a:lnTo>
                <a:lnTo>
                  <a:pt x="250825" y="208190"/>
                </a:lnTo>
                <a:lnTo>
                  <a:pt x="264054" y="197065"/>
                </a:lnTo>
                <a:lnTo>
                  <a:pt x="277548" y="185941"/>
                </a:lnTo>
                <a:lnTo>
                  <a:pt x="291571" y="174816"/>
                </a:lnTo>
                <a:lnTo>
                  <a:pt x="305594" y="164221"/>
                </a:lnTo>
                <a:lnTo>
                  <a:pt x="319881" y="153097"/>
                </a:lnTo>
                <a:lnTo>
                  <a:pt x="334433" y="142767"/>
                </a:lnTo>
                <a:lnTo>
                  <a:pt x="349515" y="132436"/>
                </a:lnTo>
                <a:lnTo>
                  <a:pt x="364331" y="122371"/>
                </a:lnTo>
                <a:lnTo>
                  <a:pt x="379677" y="112306"/>
                </a:lnTo>
                <a:lnTo>
                  <a:pt x="395288" y="102771"/>
                </a:lnTo>
                <a:lnTo>
                  <a:pt x="411163" y="93235"/>
                </a:lnTo>
                <a:lnTo>
                  <a:pt x="426773" y="84494"/>
                </a:lnTo>
                <a:lnTo>
                  <a:pt x="443177" y="75754"/>
                </a:lnTo>
                <a:lnTo>
                  <a:pt x="459581" y="67278"/>
                </a:lnTo>
                <a:lnTo>
                  <a:pt x="475986" y="59332"/>
                </a:lnTo>
                <a:lnTo>
                  <a:pt x="492654" y="51915"/>
                </a:lnTo>
                <a:lnTo>
                  <a:pt x="509852" y="44764"/>
                </a:lnTo>
                <a:lnTo>
                  <a:pt x="526786" y="38142"/>
                </a:lnTo>
                <a:lnTo>
                  <a:pt x="544248" y="32050"/>
                </a:lnTo>
                <a:lnTo>
                  <a:pt x="561711" y="26222"/>
                </a:lnTo>
                <a:lnTo>
                  <a:pt x="579438" y="20925"/>
                </a:lnTo>
                <a:lnTo>
                  <a:pt x="596900" y="16157"/>
                </a:lnTo>
                <a:lnTo>
                  <a:pt x="614892" y="12184"/>
                </a:lnTo>
                <a:lnTo>
                  <a:pt x="633413" y="8476"/>
                </a:lnTo>
                <a:lnTo>
                  <a:pt x="651404" y="5562"/>
                </a:lnTo>
                <a:lnTo>
                  <a:pt x="669661" y="3179"/>
                </a:lnTo>
                <a:lnTo>
                  <a:pt x="688181" y="1589"/>
                </a:lnTo>
                <a:lnTo>
                  <a:pt x="706702" y="530"/>
                </a:lnTo>
                <a:lnTo>
                  <a:pt x="725752" y="0"/>
                </a:lnTo>
                <a:close/>
              </a:path>
            </a:pathLst>
          </a:custGeom>
          <a:solidFill>
            <a:srgbClr val="005DA2"/>
          </a:solid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26" name="KSO_Shape">
            <a:extLst>
              <a:ext uri="{FF2B5EF4-FFF2-40B4-BE49-F238E27FC236}">
                <a16:creationId xmlns:a16="http://schemas.microsoft.com/office/drawing/2014/main" id="{75E3439A-73ED-4CEB-95E9-0692E5D80AE8}"/>
              </a:ext>
            </a:extLst>
          </p:cNvPr>
          <p:cNvSpPr/>
          <p:nvPr/>
        </p:nvSpPr>
        <p:spPr bwMode="auto">
          <a:xfrm>
            <a:off x="8801900" y="3514906"/>
            <a:ext cx="603376" cy="550075"/>
          </a:xfrm>
          <a:custGeom>
            <a:avLst/>
            <a:gdLst>
              <a:gd name="T0" fmla="*/ 493597 w 1939925"/>
              <a:gd name="T1" fmla="*/ 1733079 h 1768475"/>
              <a:gd name="T2" fmla="*/ 432444 w 1939925"/>
              <a:gd name="T3" fmla="*/ 1731256 h 1768475"/>
              <a:gd name="T4" fmla="*/ 382481 w 1939925"/>
              <a:gd name="T5" fmla="*/ 1692447 h 1768475"/>
              <a:gd name="T6" fmla="*/ 366347 w 1939925"/>
              <a:gd name="T7" fmla="*/ 1634364 h 1768475"/>
              <a:gd name="T8" fmla="*/ 388987 w 1939925"/>
              <a:gd name="T9" fmla="*/ 1577845 h 1768475"/>
              <a:gd name="T10" fmla="*/ 978135 w 1939925"/>
              <a:gd name="T11" fmla="*/ 1097558 h 1768475"/>
              <a:gd name="T12" fmla="*/ 1023934 w 1939925"/>
              <a:gd name="T13" fmla="*/ 1140795 h 1768475"/>
              <a:gd name="T14" fmla="*/ 1033823 w 1939925"/>
              <a:gd name="T15" fmla="*/ 1199919 h 1768475"/>
              <a:gd name="T16" fmla="*/ 1005459 w 1939925"/>
              <a:gd name="T17" fmla="*/ 1254615 h 1768475"/>
              <a:gd name="T18" fmla="*/ 907874 w 1939925"/>
              <a:gd name="T19" fmla="*/ 1091828 h 1768475"/>
              <a:gd name="T20" fmla="*/ 1354102 w 1939925"/>
              <a:gd name="T21" fmla="*/ 401443 h 1768475"/>
              <a:gd name="T22" fmla="*/ 1253373 w 1939925"/>
              <a:gd name="T23" fmla="*/ 436780 h 1768475"/>
              <a:gd name="T24" fmla="*/ 1166143 w 1939925"/>
              <a:gd name="T25" fmla="*/ 503817 h 1768475"/>
              <a:gd name="T26" fmla="*/ 1105912 w 1939925"/>
              <a:gd name="T27" fmla="*/ 593460 h 1768475"/>
              <a:gd name="T28" fmla="*/ 1079172 w 1939925"/>
              <a:gd name="T29" fmla="*/ 694015 h 1768475"/>
              <a:gd name="T30" fmla="*/ 1084624 w 1939925"/>
              <a:gd name="T31" fmla="*/ 797429 h 1768475"/>
              <a:gd name="T32" fmla="*/ 1123047 w 1939925"/>
              <a:gd name="T33" fmla="*/ 895126 h 1768475"/>
              <a:gd name="T34" fmla="*/ 1194440 w 1939925"/>
              <a:gd name="T35" fmla="*/ 979052 h 1768475"/>
              <a:gd name="T36" fmla="*/ 1287641 w 1939925"/>
              <a:gd name="T37" fmla="*/ 1035436 h 1768475"/>
              <a:gd name="T38" fmla="*/ 1390967 w 1939925"/>
              <a:gd name="T39" fmla="*/ 1059341 h 1768475"/>
              <a:gd name="T40" fmla="*/ 1496370 w 1939925"/>
              <a:gd name="T41" fmla="*/ 1051286 h 1768475"/>
              <a:gd name="T42" fmla="*/ 1595282 w 1939925"/>
              <a:gd name="T43" fmla="*/ 1011011 h 1768475"/>
              <a:gd name="T44" fmla="*/ 1679656 w 1939925"/>
              <a:gd name="T45" fmla="*/ 939297 h 1768475"/>
              <a:gd name="T46" fmla="*/ 1734434 w 1939925"/>
              <a:gd name="T47" fmla="*/ 847576 h 1768475"/>
              <a:gd name="T48" fmla="*/ 1756501 w 1939925"/>
              <a:gd name="T49" fmla="*/ 745722 h 1768475"/>
              <a:gd name="T50" fmla="*/ 1745858 w 1939925"/>
              <a:gd name="T51" fmla="*/ 643087 h 1768475"/>
              <a:gd name="T52" fmla="*/ 1701983 w 1939925"/>
              <a:gd name="T53" fmla="*/ 546950 h 1768475"/>
              <a:gd name="T54" fmla="*/ 1626436 w 1939925"/>
              <a:gd name="T55" fmla="*/ 466141 h 1768475"/>
              <a:gd name="T56" fmla="*/ 1531417 w 1939925"/>
              <a:gd name="T57" fmla="*/ 414954 h 1768475"/>
              <a:gd name="T58" fmla="*/ 1427053 w 1939925"/>
              <a:gd name="T59" fmla="*/ 395727 h 1768475"/>
              <a:gd name="T60" fmla="*/ 1512985 w 1939925"/>
              <a:gd name="T61" fmla="*/ 260353 h 1768475"/>
              <a:gd name="T62" fmla="*/ 1657070 w 1939925"/>
              <a:gd name="T63" fmla="*/ 312580 h 1768475"/>
              <a:gd name="T64" fmla="*/ 1781425 w 1939925"/>
              <a:gd name="T65" fmla="*/ 410277 h 1768475"/>
              <a:gd name="T66" fmla="*/ 1865799 w 1939925"/>
              <a:gd name="T67" fmla="*/ 540454 h 1768475"/>
              <a:gd name="T68" fmla="*/ 1903182 w 1939925"/>
              <a:gd name="T69" fmla="*/ 684921 h 1768475"/>
              <a:gd name="T70" fmla="*/ 1893317 w 1939925"/>
              <a:gd name="T71" fmla="*/ 833285 h 1768475"/>
              <a:gd name="T72" fmla="*/ 1836202 w 1939925"/>
              <a:gd name="T73" fmla="*/ 972816 h 1768475"/>
              <a:gd name="T74" fmla="*/ 1732358 w 1939925"/>
              <a:gd name="T75" fmla="*/ 1092339 h 1768475"/>
              <a:gd name="T76" fmla="*/ 1598138 w 1939925"/>
              <a:gd name="T77" fmla="*/ 1171069 h 1768475"/>
              <a:gd name="T78" fmla="*/ 1449639 w 1939925"/>
              <a:gd name="T79" fmla="*/ 1204327 h 1768475"/>
              <a:gd name="T80" fmla="*/ 1298285 w 1939925"/>
              <a:gd name="T81" fmla="*/ 1190816 h 1768475"/>
              <a:gd name="T82" fmla="*/ 1156537 w 1939925"/>
              <a:gd name="T83" fmla="*/ 1131574 h 1768475"/>
              <a:gd name="T84" fmla="*/ 1036855 w 1939925"/>
              <a:gd name="T85" fmla="*/ 1027122 h 1768475"/>
              <a:gd name="T86" fmla="*/ 959751 w 1939925"/>
              <a:gd name="T87" fmla="*/ 894346 h 1768475"/>
              <a:gd name="T88" fmla="*/ 929636 w 1939925"/>
              <a:gd name="T89" fmla="*/ 748060 h 1768475"/>
              <a:gd name="T90" fmla="*/ 946770 w 1939925"/>
              <a:gd name="T91" fmla="*/ 600475 h 1768475"/>
              <a:gd name="T92" fmla="*/ 1011154 w 1939925"/>
              <a:gd name="T93" fmla="*/ 463023 h 1768475"/>
              <a:gd name="T94" fmla="*/ 1120711 w 1939925"/>
              <a:gd name="T95" fmla="*/ 348696 h 1768475"/>
              <a:gd name="T96" fmla="*/ 1258305 w 1939925"/>
              <a:gd name="T97" fmla="*/ 276463 h 1768475"/>
              <a:gd name="T98" fmla="*/ 1408102 w 1939925"/>
              <a:gd name="T99" fmla="*/ 250999 h 1768475"/>
              <a:gd name="T100" fmla="*/ 1083489 w 1939925"/>
              <a:gd name="T101" fmla="*/ 222937 h 1768475"/>
              <a:gd name="T102" fmla="*/ 944546 w 1939925"/>
              <a:gd name="T103" fmla="*/ 340381 h 1768475"/>
              <a:gd name="T104" fmla="*/ 856506 w 1939925"/>
              <a:gd name="T105" fmla="*/ 472636 h 1768475"/>
              <a:gd name="T106" fmla="*/ 807682 w 1939925"/>
              <a:gd name="T107" fmla="*/ 618663 h 1768475"/>
              <a:gd name="T108" fmla="*/ 798333 w 1939925"/>
              <a:gd name="T109" fmla="*/ 770666 h 1768475"/>
              <a:gd name="T110" fmla="*/ 828198 w 1939925"/>
              <a:gd name="T111" fmla="*/ 920849 h 1768475"/>
              <a:gd name="T112" fmla="*/ 7532 w 1939925"/>
              <a:gd name="T113" fmla="*/ 162136 h 1768475"/>
              <a:gd name="T114" fmla="*/ 43371 w 1939925"/>
              <a:gd name="T115" fmla="*/ 49888 h 1768475"/>
              <a:gd name="T116" fmla="*/ 126736 w 1939925"/>
              <a:gd name="T117" fmla="*/ 5977 h 176847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39925" h="1768475">
                <a:moveTo>
                  <a:pt x="829650" y="1186581"/>
                </a:moveTo>
                <a:lnTo>
                  <a:pt x="972217" y="1327678"/>
                </a:lnTo>
                <a:lnTo>
                  <a:pt x="545575" y="1739831"/>
                </a:lnTo>
                <a:lnTo>
                  <a:pt x="541865" y="1743544"/>
                </a:lnTo>
                <a:lnTo>
                  <a:pt x="537890" y="1746727"/>
                </a:lnTo>
                <a:lnTo>
                  <a:pt x="533650" y="1749645"/>
                </a:lnTo>
                <a:lnTo>
                  <a:pt x="529675" y="1752297"/>
                </a:lnTo>
                <a:lnTo>
                  <a:pt x="525435" y="1755214"/>
                </a:lnTo>
                <a:lnTo>
                  <a:pt x="520930" y="1757601"/>
                </a:lnTo>
                <a:lnTo>
                  <a:pt x="516425" y="1759458"/>
                </a:lnTo>
                <a:lnTo>
                  <a:pt x="511921" y="1761314"/>
                </a:lnTo>
                <a:lnTo>
                  <a:pt x="507416" y="1763171"/>
                </a:lnTo>
                <a:lnTo>
                  <a:pt x="502646" y="1764762"/>
                </a:lnTo>
                <a:lnTo>
                  <a:pt x="497876" y="1765823"/>
                </a:lnTo>
                <a:lnTo>
                  <a:pt x="493106" y="1766619"/>
                </a:lnTo>
                <a:lnTo>
                  <a:pt x="488336" y="1767680"/>
                </a:lnTo>
                <a:lnTo>
                  <a:pt x="483566" y="1768210"/>
                </a:lnTo>
                <a:lnTo>
                  <a:pt x="478531" y="1768475"/>
                </a:lnTo>
                <a:lnTo>
                  <a:pt x="473761" y="1768475"/>
                </a:lnTo>
                <a:lnTo>
                  <a:pt x="468991" y="1768475"/>
                </a:lnTo>
                <a:lnTo>
                  <a:pt x="463956" y="1767945"/>
                </a:lnTo>
                <a:lnTo>
                  <a:pt x="459186" y="1767414"/>
                </a:lnTo>
                <a:lnTo>
                  <a:pt x="454417" y="1766619"/>
                </a:lnTo>
                <a:lnTo>
                  <a:pt x="449647" y="1765558"/>
                </a:lnTo>
                <a:lnTo>
                  <a:pt x="444877" y="1764232"/>
                </a:lnTo>
                <a:lnTo>
                  <a:pt x="440372" y="1762906"/>
                </a:lnTo>
                <a:lnTo>
                  <a:pt x="435602" y="1761049"/>
                </a:lnTo>
                <a:lnTo>
                  <a:pt x="431097" y="1758927"/>
                </a:lnTo>
                <a:lnTo>
                  <a:pt x="426857" y="1756805"/>
                </a:lnTo>
                <a:lnTo>
                  <a:pt x="422352" y="1754419"/>
                </a:lnTo>
                <a:lnTo>
                  <a:pt x="418112" y="1751766"/>
                </a:lnTo>
                <a:lnTo>
                  <a:pt x="413872" y="1749114"/>
                </a:lnTo>
                <a:lnTo>
                  <a:pt x="410162" y="1745931"/>
                </a:lnTo>
                <a:lnTo>
                  <a:pt x="406187" y="1742484"/>
                </a:lnTo>
                <a:lnTo>
                  <a:pt x="402212" y="1739036"/>
                </a:lnTo>
                <a:lnTo>
                  <a:pt x="398768" y="1735323"/>
                </a:lnTo>
                <a:lnTo>
                  <a:pt x="395323" y="1731610"/>
                </a:lnTo>
                <a:lnTo>
                  <a:pt x="392143" y="1727366"/>
                </a:lnTo>
                <a:lnTo>
                  <a:pt x="389493" y="1723388"/>
                </a:lnTo>
                <a:lnTo>
                  <a:pt x="386843" y="1719409"/>
                </a:lnTo>
                <a:lnTo>
                  <a:pt x="384458" y="1714901"/>
                </a:lnTo>
                <a:lnTo>
                  <a:pt x="382338" y="1710657"/>
                </a:lnTo>
                <a:lnTo>
                  <a:pt x="380218" y="1706148"/>
                </a:lnTo>
                <a:lnTo>
                  <a:pt x="378363" y="1701640"/>
                </a:lnTo>
                <a:lnTo>
                  <a:pt x="377038" y="1696866"/>
                </a:lnTo>
                <a:lnTo>
                  <a:pt x="375713" y="1692357"/>
                </a:lnTo>
                <a:lnTo>
                  <a:pt x="374918" y="1687583"/>
                </a:lnTo>
                <a:lnTo>
                  <a:pt x="373858" y="1682809"/>
                </a:lnTo>
                <a:lnTo>
                  <a:pt x="373328" y="1678565"/>
                </a:lnTo>
                <a:lnTo>
                  <a:pt x="373063" y="1673791"/>
                </a:lnTo>
                <a:lnTo>
                  <a:pt x="373063" y="1669017"/>
                </a:lnTo>
                <a:lnTo>
                  <a:pt x="373063" y="1664243"/>
                </a:lnTo>
                <a:lnTo>
                  <a:pt x="373593" y="1659469"/>
                </a:lnTo>
                <a:lnTo>
                  <a:pt x="374388" y="1654695"/>
                </a:lnTo>
                <a:lnTo>
                  <a:pt x="374918" y="1649921"/>
                </a:lnTo>
                <a:lnTo>
                  <a:pt x="375978" y="1645413"/>
                </a:lnTo>
                <a:lnTo>
                  <a:pt x="377303" y="1640639"/>
                </a:lnTo>
                <a:lnTo>
                  <a:pt x="379158" y="1636130"/>
                </a:lnTo>
                <a:lnTo>
                  <a:pt x="380483" y="1631621"/>
                </a:lnTo>
                <a:lnTo>
                  <a:pt x="382603" y="1627113"/>
                </a:lnTo>
                <a:lnTo>
                  <a:pt x="384988" y="1622869"/>
                </a:lnTo>
                <a:lnTo>
                  <a:pt x="387373" y="1618625"/>
                </a:lnTo>
                <a:lnTo>
                  <a:pt x="390023" y="1614382"/>
                </a:lnTo>
                <a:lnTo>
                  <a:pt x="392938" y="1610404"/>
                </a:lnTo>
                <a:lnTo>
                  <a:pt x="396118" y="1606690"/>
                </a:lnTo>
                <a:lnTo>
                  <a:pt x="399563" y="1602712"/>
                </a:lnTo>
                <a:lnTo>
                  <a:pt x="403272" y="1599264"/>
                </a:lnTo>
                <a:lnTo>
                  <a:pt x="829650" y="1186581"/>
                </a:lnTo>
                <a:close/>
                <a:moveTo>
                  <a:pt x="953403" y="1108075"/>
                </a:moveTo>
                <a:lnTo>
                  <a:pt x="958173" y="1108340"/>
                </a:lnTo>
                <a:lnTo>
                  <a:pt x="963208" y="1108606"/>
                </a:lnTo>
                <a:lnTo>
                  <a:pt x="967978" y="1109136"/>
                </a:lnTo>
                <a:lnTo>
                  <a:pt x="972747" y="1109932"/>
                </a:lnTo>
                <a:lnTo>
                  <a:pt x="977517" y="1110993"/>
                </a:lnTo>
                <a:lnTo>
                  <a:pt x="982287" y="1112053"/>
                </a:lnTo>
                <a:lnTo>
                  <a:pt x="986792" y="1113910"/>
                </a:lnTo>
                <a:lnTo>
                  <a:pt x="991562" y="1115501"/>
                </a:lnTo>
                <a:lnTo>
                  <a:pt x="996067" y="1117623"/>
                </a:lnTo>
                <a:lnTo>
                  <a:pt x="1000307" y="1119480"/>
                </a:lnTo>
                <a:lnTo>
                  <a:pt x="1004547" y="1121867"/>
                </a:lnTo>
                <a:lnTo>
                  <a:pt x="1009052" y="1124784"/>
                </a:lnTo>
                <a:lnTo>
                  <a:pt x="1013292" y="1127701"/>
                </a:lnTo>
                <a:lnTo>
                  <a:pt x="1017002" y="1130619"/>
                </a:lnTo>
                <a:lnTo>
                  <a:pt x="1020977" y="1133802"/>
                </a:lnTo>
                <a:lnTo>
                  <a:pt x="1024952" y="1137515"/>
                </a:lnTo>
                <a:lnTo>
                  <a:pt x="1028396" y="1140963"/>
                </a:lnTo>
                <a:lnTo>
                  <a:pt x="1031576" y="1144941"/>
                </a:lnTo>
                <a:lnTo>
                  <a:pt x="1034756" y="1149184"/>
                </a:lnTo>
                <a:lnTo>
                  <a:pt x="1037671" y="1152897"/>
                </a:lnTo>
                <a:lnTo>
                  <a:pt x="1040321" y="1157141"/>
                </a:lnTo>
                <a:lnTo>
                  <a:pt x="1042706" y="1161650"/>
                </a:lnTo>
                <a:lnTo>
                  <a:pt x="1044826" y="1165893"/>
                </a:lnTo>
                <a:lnTo>
                  <a:pt x="1046946" y="1170402"/>
                </a:lnTo>
                <a:lnTo>
                  <a:pt x="1048801" y="1174646"/>
                </a:lnTo>
                <a:lnTo>
                  <a:pt x="1049861" y="1179420"/>
                </a:lnTo>
                <a:lnTo>
                  <a:pt x="1051451" y="1183928"/>
                </a:lnTo>
                <a:lnTo>
                  <a:pt x="1052246" y="1188702"/>
                </a:lnTo>
                <a:lnTo>
                  <a:pt x="1053041" y="1193476"/>
                </a:lnTo>
                <a:lnTo>
                  <a:pt x="1053836" y="1197985"/>
                </a:lnTo>
                <a:lnTo>
                  <a:pt x="1054101" y="1202759"/>
                </a:lnTo>
                <a:lnTo>
                  <a:pt x="1054101" y="1207533"/>
                </a:lnTo>
                <a:lnTo>
                  <a:pt x="1053836" y="1212307"/>
                </a:lnTo>
                <a:lnTo>
                  <a:pt x="1053571" y="1217081"/>
                </a:lnTo>
                <a:lnTo>
                  <a:pt x="1052776" y="1221855"/>
                </a:lnTo>
                <a:lnTo>
                  <a:pt x="1051981" y="1226629"/>
                </a:lnTo>
                <a:lnTo>
                  <a:pt x="1051186" y="1231138"/>
                </a:lnTo>
                <a:lnTo>
                  <a:pt x="1049596" y="1235912"/>
                </a:lnTo>
                <a:lnTo>
                  <a:pt x="1048006" y="1240420"/>
                </a:lnTo>
                <a:lnTo>
                  <a:pt x="1046416" y="1244929"/>
                </a:lnTo>
                <a:lnTo>
                  <a:pt x="1044561" y="1249438"/>
                </a:lnTo>
                <a:lnTo>
                  <a:pt x="1042176" y="1253681"/>
                </a:lnTo>
                <a:lnTo>
                  <a:pt x="1039791" y="1257925"/>
                </a:lnTo>
                <a:lnTo>
                  <a:pt x="1037141" y="1262168"/>
                </a:lnTo>
                <a:lnTo>
                  <a:pt x="1033961" y="1266147"/>
                </a:lnTo>
                <a:lnTo>
                  <a:pt x="1031046" y="1269860"/>
                </a:lnTo>
                <a:lnTo>
                  <a:pt x="1027601" y="1273838"/>
                </a:lnTo>
                <a:lnTo>
                  <a:pt x="1023892" y="1277551"/>
                </a:lnTo>
                <a:lnTo>
                  <a:pt x="1018592" y="1282856"/>
                </a:lnTo>
                <a:lnTo>
                  <a:pt x="876024" y="1141758"/>
                </a:lnTo>
                <a:lnTo>
                  <a:pt x="881589" y="1136719"/>
                </a:lnTo>
                <a:lnTo>
                  <a:pt x="885299" y="1133006"/>
                </a:lnTo>
                <a:lnTo>
                  <a:pt x="889274" y="1129823"/>
                </a:lnTo>
                <a:lnTo>
                  <a:pt x="893514" y="1126641"/>
                </a:lnTo>
                <a:lnTo>
                  <a:pt x="897489" y="1123988"/>
                </a:lnTo>
                <a:lnTo>
                  <a:pt x="901729" y="1121336"/>
                </a:lnTo>
                <a:lnTo>
                  <a:pt x="906234" y="1118949"/>
                </a:lnTo>
                <a:lnTo>
                  <a:pt x="910738" y="1116827"/>
                </a:lnTo>
                <a:lnTo>
                  <a:pt x="915243" y="1115236"/>
                </a:lnTo>
                <a:lnTo>
                  <a:pt x="919748" y="1113380"/>
                </a:lnTo>
                <a:lnTo>
                  <a:pt x="924518" y="1111788"/>
                </a:lnTo>
                <a:lnTo>
                  <a:pt x="929288" y="1110727"/>
                </a:lnTo>
                <a:lnTo>
                  <a:pt x="934058" y="1109666"/>
                </a:lnTo>
                <a:lnTo>
                  <a:pt x="938828" y="1108871"/>
                </a:lnTo>
                <a:lnTo>
                  <a:pt x="943598" y="1108606"/>
                </a:lnTo>
                <a:lnTo>
                  <a:pt x="948633" y="1108340"/>
                </a:lnTo>
                <a:lnTo>
                  <a:pt x="953403" y="1108075"/>
                </a:lnTo>
                <a:close/>
                <a:moveTo>
                  <a:pt x="1428629" y="402961"/>
                </a:moveTo>
                <a:lnTo>
                  <a:pt x="1420169" y="403755"/>
                </a:lnTo>
                <a:lnTo>
                  <a:pt x="1411974" y="404284"/>
                </a:lnTo>
                <a:lnTo>
                  <a:pt x="1403514" y="405078"/>
                </a:lnTo>
                <a:lnTo>
                  <a:pt x="1395318" y="406136"/>
                </a:lnTo>
                <a:lnTo>
                  <a:pt x="1387123" y="407194"/>
                </a:lnTo>
                <a:lnTo>
                  <a:pt x="1378927" y="408782"/>
                </a:lnTo>
                <a:lnTo>
                  <a:pt x="1370467" y="410105"/>
                </a:lnTo>
                <a:lnTo>
                  <a:pt x="1362536" y="411957"/>
                </a:lnTo>
                <a:lnTo>
                  <a:pt x="1354605" y="414074"/>
                </a:lnTo>
                <a:lnTo>
                  <a:pt x="1346409" y="416190"/>
                </a:lnTo>
                <a:lnTo>
                  <a:pt x="1338478" y="418571"/>
                </a:lnTo>
                <a:lnTo>
                  <a:pt x="1330547" y="421217"/>
                </a:lnTo>
                <a:lnTo>
                  <a:pt x="1322352" y="423863"/>
                </a:lnTo>
                <a:lnTo>
                  <a:pt x="1314685" y="426774"/>
                </a:lnTo>
                <a:lnTo>
                  <a:pt x="1307018" y="430213"/>
                </a:lnTo>
                <a:lnTo>
                  <a:pt x="1299351" y="433388"/>
                </a:lnTo>
                <a:lnTo>
                  <a:pt x="1291420" y="436828"/>
                </a:lnTo>
                <a:lnTo>
                  <a:pt x="1283753" y="440796"/>
                </a:lnTo>
                <a:lnTo>
                  <a:pt x="1276351" y="444765"/>
                </a:lnTo>
                <a:lnTo>
                  <a:pt x="1268948" y="448734"/>
                </a:lnTo>
                <a:lnTo>
                  <a:pt x="1261546" y="452967"/>
                </a:lnTo>
                <a:lnTo>
                  <a:pt x="1254408" y="457465"/>
                </a:lnTo>
                <a:lnTo>
                  <a:pt x="1247270" y="462228"/>
                </a:lnTo>
                <a:lnTo>
                  <a:pt x="1240132" y="466990"/>
                </a:lnTo>
                <a:lnTo>
                  <a:pt x="1232994" y="472282"/>
                </a:lnTo>
                <a:lnTo>
                  <a:pt x="1226120" y="477309"/>
                </a:lnTo>
                <a:lnTo>
                  <a:pt x="1219246" y="483130"/>
                </a:lnTo>
                <a:lnTo>
                  <a:pt x="1212637" y="488686"/>
                </a:lnTo>
                <a:lnTo>
                  <a:pt x="1206292" y="494771"/>
                </a:lnTo>
                <a:lnTo>
                  <a:pt x="1199683" y="500592"/>
                </a:lnTo>
                <a:lnTo>
                  <a:pt x="1193338" y="506942"/>
                </a:lnTo>
                <a:lnTo>
                  <a:pt x="1187522" y="513028"/>
                </a:lnTo>
                <a:lnTo>
                  <a:pt x="1181441" y="519642"/>
                </a:lnTo>
                <a:lnTo>
                  <a:pt x="1175889" y="526257"/>
                </a:lnTo>
                <a:lnTo>
                  <a:pt x="1170338" y="532871"/>
                </a:lnTo>
                <a:lnTo>
                  <a:pt x="1165050" y="539486"/>
                </a:lnTo>
                <a:lnTo>
                  <a:pt x="1160027" y="546365"/>
                </a:lnTo>
                <a:lnTo>
                  <a:pt x="1155004" y="553509"/>
                </a:lnTo>
                <a:lnTo>
                  <a:pt x="1150245" y="560388"/>
                </a:lnTo>
                <a:lnTo>
                  <a:pt x="1145751" y="567532"/>
                </a:lnTo>
                <a:lnTo>
                  <a:pt x="1141785" y="574940"/>
                </a:lnTo>
                <a:lnTo>
                  <a:pt x="1137555" y="582084"/>
                </a:lnTo>
                <a:lnTo>
                  <a:pt x="1133590" y="589492"/>
                </a:lnTo>
                <a:lnTo>
                  <a:pt x="1129889" y="596901"/>
                </a:lnTo>
                <a:lnTo>
                  <a:pt x="1126187" y="604309"/>
                </a:lnTo>
                <a:lnTo>
                  <a:pt x="1123015" y="612246"/>
                </a:lnTo>
                <a:lnTo>
                  <a:pt x="1119843" y="619919"/>
                </a:lnTo>
                <a:lnTo>
                  <a:pt x="1116934" y="627328"/>
                </a:lnTo>
                <a:lnTo>
                  <a:pt x="1114291" y="635265"/>
                </a:lnTo>
                <a:lnTo>
                  <a:pt x="1111647" y="643203"/>
                </a:lnTo>
                <a:lnTo>
                  <a:pt x="1109532" y="650876"/>
                </a:lnTo>
                <a:lnTo>
                  <a:pt x="1107153" y="658813"/>
                </a:lnTo>
                <a:lnTo>
                  <a:pt x="1105302" y="666486"/>
                </a:lnTo>
                <a:lnTo>
                  <a:pt x="1103716" y="674688"/>
                </a:lnTo>
                <a:lnTo>
                  <a:pt x="1102130" y="682626"/>
                </a:lnTo>
                <a:lnTo>
                  <a:pt x="1100808" y="690828"/>
                </a:lnTo>
                <a:lnTo>
                  <a:pt x="1099750" y="698765"/>
                </a:lnTo>
                <a:lnTo>
                  <a:pt x="1098957" y="706703"/>
                </a:lnTo>
                <a:lnTo>
                  <a:pt x="1097900" y="715169"/>
                </a:lnTo>
                <a:lnTo>
                  <a:pt x="1097371" y="723107"/>
                </a:lnTo>
                <a:lnTo>
                  <a:pt x="1097107" y="731044"/>
                </a:lnTo>
                <a:lnTo>
                  <a:pt x="1097107" y="739246"/>
                </a:lnTo>
                <a:lnTo>
                  <a:pt x="1097107" y="747449"/>
                </a:lnTo>
                <a:lnTo>
                  <a:pt x="1097371" y="755651"/>
                </a:lnTo>
                <a:lnTo>
                  <a:pt x="1097635" y="763588"/>
                </a:lnTo>
                <a:lnTo>
                  <a:pt x="1098164" y="771526"/>
                </a:lnTo>
                <a:lnTo>
                  <a:pt x="1099221" y="779992"/>
                </a:lnTo>
                <a:lnTo>
                  <a:pt x="1100279" y="787930"/>
                </a:lnTo>
                <a:lnTo>
                  <a:pt x="1101601" y="796132"/>
                </a:lnTo>
                <a:lnTo>
                  <a:pt x="1102923" y="804069"/>
                </a:lnTo>
                <a:lnTo>
                  <a:pt x="1104509" y="812007"/>
                </a:lnTo>
                <a:lnTo>
                  <a:pt x="1106360" y="819944"/>
                </a:lnTo>
                <a:lnTo>
                  <a:pt x="1108475" y="827882"/>
                </a:lnTo>
                <a:lnTo>
                  <a:pt x="1110854" y="835819"/>
                </a:lnTo>
                <a:lnTo>
                  <a:pt x="1113233" y="843757"/>
                </a:lnTo>
                <a:lnTo>
                  <a:pt x="1115877" y="851430"/>
                </a:lnTo>
                <a:lnTo>
                  <a:pt x="1118521" y="859103"/>
                </a:lnTo>
                <a:lnTo>
                  <a:pt x="1121429" y="866776"/>
                </a:lnTo>
                <a:lnTo>
                  <a:pt x="1124601" y="874449"/>
                </a:lnTo>
                <a:lnTo>
                  <a:pt x="1128302" y="882121"/>
                </a:lnTo>
                <a:lnTo>
                  <a:pt x="1131739" y="889530"/>
                </a:lnTo>
                <a:lnTo>
                  <a:pt x="1135705" y="896938"/>
                </a:lnTo>
                <a:lnTo>
                  <a:pt x="1139670" y="904346"/>
                </a:lnTo>
                <a:lnTo>
                  <a:pt x="1143636" y="911490"/>
                </a:lnTo>
                <a:lnTo>
                  <a:pt x="1148130" y="918634"/>
                </a:lnTo>
                <a:lnTo>
                  <a:pt x="1152889" y="925778"/>
                </a:lnTo>
                <a:lnTo>
                  <a:pt x="1157648" y="932921"/>
                </a:lnTo>
                <a:lnTo>
                  <a:pt x="1162671" y="939801"/>
                </a:lnTo>
                <a:lnTo>
                  <a:pt x="1167958" y="946680"/>
                </a:lnTo>
                <a:lnTo>
                  <a:pt x="1173510" y="953294"/>
                </a:lnTo>
                <a:lnTo>
                  <a:pt x="1178798" y="959909"/>
                </a:lnTo>
                <a:lnTo>
                  <a:pt x="1184878" y="966524"/>
                </a:lnTo>
                <a:lnTo>
                  <a:pt x="1190694" y="972874"/>
                </a:lnTo>
                <a:lnTo>
                  <a:pt x="1197039" y="979224"/>
                </a:lnTo>
                <a:lnTo>
                  <a:pt x="1203120" y="985309"/>
                </a:lnTo>
                <a:lnTo>
                  <a:pt x="1209729" y="991130"/>
                </a:lnTo>
                <a:lnTo>
                  <a:pt x="1216338" y="996951"/>
                </a:lnTo>
                <a:lnTo>
                  <a:pt x="1223212" y="1002507"/>
                </a:lnTo>
                <a:lnTo>
                  <a:pt x="1230086" y="1007799"/>
                </a:lnTo>
                <a:lnTo>
                  <a:pt x="1236695" y="1013090"/>
                </a:lnTo>
                <a:lnTo>
                  <a:pt x="1243833" y="1017853"/>
                </a:lnTo>
                <a:lnTo>
                  <a:pt x="1250971" y="1022615"/>
                </a:lnTo>
                <a:lnTo>
                  <a:pt x="1258109" y="1027378"/>
                </a:lnTo>
                <a:lnTo>
                  <a:pt x="1265776" y="1031876"/>
                </a:lnTo>
                <a:lnTo>
                  <a:pt x="1273178" y="1036109"/>
                </a:lnTo>
                <a:lnTo>
                  <a:pt x="1280581" y="1040078"/>
                </a:lnTo>
                <a:lnTo>
                  <a:pt x="1287983" y="1043782"/>
                </a:lnTo>
                <a:lnTo>
                  <a:pt x="1295650" y="1047486"/>
                </a:lnTo>
                <a:lnTo>
                  <a:pt x="1303317" y="1050926"/>
                </a:lnTo>
                <a:lnTo>
                  <a:pt x="1311248" y="1054365"/>
                </a:lnTo>
                <a:lnTo>
                  <a:pt x="1318915" y="1057276"/>
                </a:lnTo>
                <a:lnTo>
                  <a:pt x="1326846" y="1060186"/>
                </a:lnTo>
                <a:lnTo>
                  <a:pt x="1334513" y="1062832"/>
                </a:lnTo>
                <a:lnTo>
                  <a:pt x="1342708" y="1065213"/>
                </a:lnTo>
                <a:lnTo>
                  <a:pt x="1350639" y="1067330"/>
                </a:lnTo>
                <a:lnTo>
                  <a:pt x="1358835" y="1069446"/>
                </a:lnTo>
                <a:lnTo>
                  <a:pt x="1367030" y="1071563"/>
                </a:lnTo>
                <a:lnTo>
                  <a:pt x="1374962" y="1072886"/>
                </a:lnTo>
                <a:lnTo>
                  <a:pt x="1383422" y="1074738"/>
                </a:lnTo>
                <a:lnTo>
                  <a:pt x="1391353" y="1076061"/>
                </a:lnTo>
                <a:lnTo>
                  <a:pt x="1399813" y="1077119"/>
                </a:lnTo>
                <a:lnTo>
                  <a:pt x="1408008" y="1078178"/>
                </a:lnTo>
                <a:lnTo>
                  <a:pt x="1416468" y="1078707"/>
                </a:lnTo>
                <a:lnTo>
                  <a:pt x="1424399" y="1079236"/>
                </a:lnTo>
                <a:lnTo>
                  <a:pt x="1432859" y="1079501"/>
                </a:lnTo>
                <a:lnTo>
                  <a:pt x="1441055" y="1079765"/>
                </a:lnTo>
                <a:lnTo>
                  <a:pt x="1449515" y="1079501"/>
                </a:lnTo>
                <a:lnTo>
                  <a:pt x="1457710" y="1079501"/>
                </a:lnTo>
                <a:lnTo>
                  <a:pt x="1465906" y="1078971"/>
                </a:lnTo>
                <a:lnTo>
                  <a:pt x="1474366" y="1078442"/>
                </a:lnTo>
                <a:lnTo>
                  <a:pt x="1482561" y="1077384"/>
                </a:lnTo>
                <a:lnTo>
                  <a:pt x="1490757" y="1076590"/>
                </a:lnTo>
                <a:lnTo>
                  <a:pt x="1498952" y="1075267"/>
                </a:lnTo>
                <a:lnTo>
                  <a:pt x="1507412" y="1073944"/>
                </a:lnTo>
                <a:lnTo>
                  <a:pt x="1515343" y="1072357"/>
                </a:lnTo>
                <a:lnTo>
                  <a:pt x="1523803" y="1070505"/>
                </a:lnTo>
                <a:lnTo>
                  <a:pt x="1531734" y="1068653"/>
                </a:lnTo>
                <a:lnTo>
                  <a:pt x="1539666" y="1066536"/>
                </a:lnTo>
                <a:lnTo>
                  <a:pt x="1547861" y="1064155"/>
                </a:lnTo>
                <a:lnTo>
                  <a:pt x="1555792" y="1061509"/>
                </a:lnTo>
                <a:lnTo>
                  <a:pt x="1563459" y="1058599"/>
                </a:lnTo>
                <a:lnTo>
                  <a:pt x="1571655" y="1055688"/>
                </a:lnTo>
                <a:lnTo>
                  <a:pt x="1579321" y="1052513"/>
                </a:lnTo>
                <a:lnTo>
                  <a:pt x="1586988" y="1049074"/>
                </a:lnTo>
                <a:lnTo>
                  <a:pt x="1594655" y="1045634"/>
                </a:lnTo>
                <a:lnTo>
                  <a:pt x="1602322" y="1041930"/>
                </a:lnTo>
                <a:lnTo>
                  <a:pt x="1609988" y="1037961"/>
                </a:lnTo>
                <a:lnTo>
                  <a:pt x="1617391" y="1033728"/>
                </a:lnTo>
                <a:lnTo>
                  <a:pt x="1624529" y="1029494"/>
                </a:lnTo>
                <a:lnTo>
                  <a:pt x="1631931" y="1024996"/>
                </a:lnTo>
                <a:lnTo>
                  <a:pt x="1639069" y="1020234"/>
                </a:lnTo>
                <a:lnTo>
                  <a:pt x="1646208" y="1015471"/>
                </a:lnTo>
                <a:lnTo>
                  <a:pt x="1653081" y="1010180"/>
                </a:lnTo>
                <a:lnTo>
                  <a:pt x="1659955" y="1005153"/>
                </a:lnTo>
                <a:lnTo>
                  <a:pt x="1666829" y="999596"/>
                </a:lnTo>
                <a:lnTo>
                  <a:pt x="1673438" y="993776"/>
                </a:lnTo>
                <a:lnTo>
                  <a:pt x="1680047" y="987955"/>
                </a:lnTo>
                <a:lnTo>
                  <a:pt x="1686392" y="981869"/>
                </a:lnTo>
                <a:lnTo>
                  <a:pt x="1692473" y="975784"/>
                </a:lnTo>
                <a:lnTo>
                  <a:pt x="1698818" y="969434"/>
                </a:lnTo>
                <a:lnTo>
                  <a:pt x="1704898" y="962819"/>
                </a:lnTo>
                <a:lnTo>
                  <a:pt x="1710450" y="956469"/>
                </a:lnTo>
                <a:lnTo>
                  <a:pt x="1715737" y="949855"/>
                </a:lnTo>
                <a:lnTo>
                  <a:pt x="1721025" y="942976"/>
                </a:lnTo>
                <a:lnTo>
                  <a:pt x="1726048" y="936096"/>
                </a:lnTo>
                <a:lnTo>
                  <a:pt x="1731335" y="929217"/>
                </a:lnTo>
                <a:lnTo>
                  <a:pt x="1735565" y="922074"/>
                </a:lnTo>
                <a:lnTo>
                  <a:pt x="1740060" y="914930"/>
                </a:lnTo>
                <a:lnTo>
                  <a:pt x="1744554" y="907786"/>
                </a:lnTo>
                <a:lnTo>
                  <a:pt x="1748784" y="900378"/>
                </a:lnTo>
                <a:lnTo>
                  <a:pt x="1752750" y="892969"/>
                </a:lnTo>
                <a:lnTo>
                  <a:pt x="1756186" y="885561"/>
                </a:lnTo>
                <a:lnTo>
                  <a:pt x="1759888" y="878153"/>
                </a:lnTo>
                <a:lnTo>
                  <a:pt x="1763060" y="870480"/>
                </a:lnTo>
                <a:lnTo>
                  <a:pt x="1766232" y="863071"/>
                </a:lnTo>
                <a:lnTo>
                  <a:pt x="1769405" y="855134"/>
                </a:lnTo>
                <a:lnTo>
                  <a:pt x="1772049" y="847461"/>
                </a:lnTo>
                <a:lnTo>
                  <a:pt x="1774428" y="839524"/>
                </a:lnTo>
                <a:lnTo>
                  <a:pt x="1776807" y="831851"/>
                </a:lnTo>
                <a:lnTo>
                  <a:pt x="1778922" y="823649"/>
                </a:lnTo>
                <a:lnTo>
                  <a:pt x="1780773" y="815976"/>
                </a:lnTo>
                <a:lnTo>
                  <a:pt x="1782624" y="808038"/>
                </a:lnTo>
                <a:lnTo>
                  <a:pt x="1784210" y="799836"/>
                </a:lnTo>
                <a:lnTo>
                  <a:pt x="1785267" y="791899"/>
                </a:lnTo>
                <a:lnTo>
                  <a:pt x="1786589" y="783961"/>
                </a:lnTo>
                <a:lnTo>
                  <a:pt x="1787382" y="775759"/>
                </a:lnTo>
                <a:lnTo>
                  <a:pt x="1788440" y="767821"/>
                </a:lnTo>
                <a:lnTo>
                  <a:pt x="1788704" y="759355"/>
                </a:lnTo>
                <a:lnTo>
                  <a:pt x="1789233" y="751417"/>
                </a:lnTo>
                <a:lnTo>
                  <a:pt x="1789233" y="743480"/>
                </a:lnTo>
                <a:lnTo>
                  <a:pt x="1789233" y="735278"/>
                </a:lnTo>
                <a:lnTo>
                  <a:pt x="1788968" y="727076"/>
                </a:lnTo>
                <a:lnTo>
                  <a:pt x="1788704" y="718874"/>
                </a:lnTo>
                <a:lnTo>
                  <a:pt x="1787647" y="710936"/>
                </a:lnTo>
                <a:lnTo>
                  <a:pt x="1787118" y="702999"/>
                </a:lnTo>
                <a:lnTo>
                  <a:pt x="1786060" y="694796"/>
                </a:lnTo>
                <a:lnTo>
                  <a:pt x="1784739" y="686594"/>
                </a:lnTo>
                <a:lnTo>
                  <a:pt x="1783152" y="678392"/>
                </a:lnTo>
                <a:lnTo>
                  <a:pt x="1781830" y="670719"/>
                </a:lnTo>
                <a:lnTo>
                  <a:pt x="1779715" y="662782"/>
                </a:lnTo>
                <a:lnTo>
                  <a:pt x="1777865" y="654844"/>
                </a:lnTo>
                <a:lnTo>
                  <a:pt x="1775486" y="646907"/>
                </a:lnTo>
                <a:lnTo>
                  <a:pt x="1773106" y="638969"/>
                </a:lnTo>
                <a:lnTo>
                  <a:pt x="1770462" y="631296"/>
                </a:lnTo>
                <a:lnTo>
                  <a:pt x="1767554" y="623359"/>
                </a:lnTo>
                <a:lnTo>
                  <a:pt x="1764646" y="615686"/>
                </a:lnTo>
                <a:lnTo>
                  <a:pt x="1761209" y="608278"/>
                </a:lnTo>
                <a:lnTo>
                  <a:pt x="1758037" y="600605"/>
                </a:lnTo>
                <a:lnTo>
                  <a:pt x="1754336" y="593196"/>
                </a:lnTo>
                <a:lnTo>
                  <a:pt x="1750634" y="585788"/>
                </a:lnTo>
                <a:lnTo>
                  <a:pt x="1746405" y="578380"/>
                </a:lnTo>
                <a:lnTo>
                  <a:pt x="1742175" y="571236"/>
                </a:lnTo>
                <a:lnTo>
                  <a:pt x="1737680" y="564092"/>
                </a:lnTo>
                <a:lnTo>
                  <a:pt x="1733186" y="556949"/>
                </a:lnTo>
                <a:lnTo>
                  <a:pt x="1728427" y="549805"/>
                </a:lnTo>
                <a:lnTo>
                  <a:pt x="1723404" y="542926"/>
                </a:lnTo>
                <a:lnTo>
                  <a:pt x="1718117" y="536046"/>
                </a:lnTo>
                <a:lnTo>
                  <a:pt x="1712829" y="529167"/>
                </a:lnTo>
                <a:lnTo>
                  <a:pt x="1707278" y="522553"/>
                </a:lnTo>
                <a:lnTo>
                  <a:pt x="1701461" y="516203"/>
                </a:lnTo>
                <a:lnTo>
                  <a:pt x="1695381" y="509853"/>
                </a:lnTo>
                <a:lnTo>
                  <a:pt x="1689300" y="503238"/>
                </a:lnTo>
                <a:lnTo>
                  <a:pt x="1682691" y="497417"/>
                </a:lnTo>
                <a:lnTo>
                  <a:pt x="1676346" y="491332"/>
                </a:lnTo>
                <a:lnTo>
                  <a:pt x="1669737" y="485776"/>
                </a:lnTo>
                <a:lnTo>
                  <a:pt x="1663127" y="479955"/>
                </a:lnTo>
                <a:lnTo>
                  <a:pt x="1656254" y="474663"/>
                </a:lnTo>
                <a:lnTo>
                  <a:pt x="1649116" y="469371"/>
                </a:lnTo>
                <a:lnTo>
                  <a:pt x="1642242" y="464609"/>
                </a:lnTo>
                <a:lnTo>
                  <a:pt x="1635104" y="459846"/>
                </a:lnTo>
                <a:lnTo>
                  <a:pt x="1627966" y="455084"/>
                </a:lnTo>
                <a:lnTo>
                  <a:pt x="1620563" y="450586"/>
                </a:lnTo>
                <a:lnTo>
                  <a:pt x="1613161" y="446353"/>
                </a:lnTo>
                <a:lnTo>
                  <a:pt x="1605759" y="442649"/>
                </a:lnTo>
                <a:lnTo>
                  <a:pt x="1598356" y="438680"/>
                </a:lnTo>
                <a:lnTo>
                  <a:pt x="1590689" y="435240"/>
                </a:lnTo>
                <a:lnTo>
                  <a:pt x="1582758" y="431536"/>
                </a:lnTo>
                <a:lnTo>
                  <a:pt x="1575091" y="428361"/>
                </a:lnTo>
                <a:lnTo>
                  <a:pt x="1567425" y="425451"/>
                </a:lnTo>
                <a:lnTo>
                  <a:pt x="1559493" y="422540"/>
                </a:lnTo>
                <a:lnTo>
                  <a:pt x="1551298" y="419894"/>
                </a:lnTo>
                <a:lnTo>
                  <a:pt x="1543631" y="417249"/>
                </a:lnTo>
                <a:lnTo>
                  <a:pt x="1535436" y="415132"/>
                </a:lnTo>
                <a:lnTo>
                  <a:pt x="1527240" y="413015"/>
                </a:lnTo>
                <a:lnTo>
                  <a:pt x="1519309" y="411163"/>
                </a:lnTo>
                <a:lnTo>
                  <a:pt x="1511113" y="409576"/>
                </a:lnTo>
                <a:lnTo>
                  <a:pt x="1502918" y="407988"/>
                </a:lnTo>
                <a:lnTo>
                  <a:pt x="1494458" y="406665"/>
                </a:lnTo>
                <a:lnTo>
                  <a:pt x="1486527" y="405342"/>
                </a:lnTo>
                <a:lnTo>
                  <a:pt x="1478331" y="404549"/>
                </a:lnTo>
                <a:lnTo>
                  <a:pt x="1469871" y="404019"/>
                </a:lnTo>
                <a:lnTo>
                  <a:pt x="1461676" y="403226"/>
                </a:lnTo>
                <a:lnTo>
                  <a:pt x="1453216" y="402961"/>
                </a:lnTo>
                <a:lnTo>
                  <a:pt x="1445020" y="402961"/>
                </a:lnTo>
                <a:lnTo>
                  <a:pt x="1436560" y="402961"/>
                </a:lnTo>
                <a:lnTo>
                  <a:pt x="1428629" y="402961"/>
                </a:lnTo>
                <a:close/>
                <a:moveTo>
                  <a:pt x="1433917" y="255588"/>
                </a:moveTo>
                <a:lnTo>
                  <a:pt x="1445813" y="255588"/>
                </a:lnTo>
                <a:lnTo>
                  <a:pt x="1457710" y="255853"/>
                </a:lnTo>
                <a:lnTo>
                  <a:pt x="1469871" y="256117"/>
                </a:lnTo>
                <a:lnTo>
                  <a:pt x="1481768" y="256911"/>
                </a:lnTo>
                <a:lnTo>
                  <a:pt x="1493665" y="257969"/>
                </a:lnTo>
                <a:lnTo>
                  <a:pt x="1505297" y="259292"/>
                </a:lnTo>
                <a:lnTo>
                  <a:pt x="1517194" y="260880"/>
                </a:lnTo>
                <a:lnTo>
                  <a:pt x="1529091" y="262732"/>
                </a:lnTo>
                <a:lnTo>
                  <a:pt x="1540723" y="265113"/>
                </a:lnTo>
                <a:lnTo>
                  <a:pt x="1552620" y="267494"/>
                </a:lnTo>
                <a:lnTo>
                  <a:pt x="1564252" y="270140"/>
                </a:lnTo>
                <a:lnTo>
                  <a:pt x="1575620" y="273051"/>
                </a:lnTo>
                <a:lnTo>
                  <a:pt x="1587252" y="276226"/>
                </a:lnTo>
                <a:lnTo>
                  <a:pt x="1598885" y="279930"/>
                </a:lnTo>
                <a:lnTo>
                  <a:pt x="1610253" y="283634"/>
                </a:lnTo>
                <a:lnTo>
                  <a:pt x="1621621" y="287603"/>
                </a:lnTo>
                <a:lnTo>
                  <a:pt x="1632725" y="292101"/>
                </a:lnTo>
                <a:lnTo>
                  <a:pt x="1643828" y="296863"/>
                </a:lnTo>
                <a:lnTo>
                  <a:pt x="1654932" y="301626"/>
                </a:lnTo>
                <a:lnTo>
                  <a:pt x="1665771" y="306917"/>
                </a:lnTo>
                <a:lnTo>
                  <a:pt x="1676875" y="312209"/>
                </a:lnTo>
                <a:lnTo>
                  <a:pt x="1687450" y="318294"/>
                </a:lnTo>
                <a:lnTo>
                  <a:pt x="1698024" y="324115"/>
                </a:lnTo>
                <a:lnTo>
                  <a:pt x="1708599" y="330465"/>
                </a:lnTo>
                <a:lnTo>
                  <a:pt x="1719174" y="337080"/>
                </a:lnTo>
                <a:lnTo>
                  <a:pt x="1729220" y="343694"/>
                </a:lnTo>
                <a:lnTo>
                  <a:pt x="1739266" y="350838"/>
                </a:lnTo>
                <a:lnTo>
                  <a:pt x="1749048" y="358511"/>
                </a:lnTo>
                <a:lnTo>
                  <a:pt x="1758830" y="366184"/>
                </a:lnTo>
                <a:lnTo>
                  <a:pt x="1768612" y="374121"/>
                </a:lnTo>
                <a:lnTo>
                  <a:pt x="1778129" y="382588"/>
                </a:lnTo>
                <a:lnTo>
                  <a:pt x="1787382" y="391055"/>
                </a:lnTo>
                <a:lnTo>
                  <a:pt x="1796635" y="399786"/>
                </a:lnTo>
                <a:lnTo>
                  <a:pt x="1805624" y="409046"/>
                </a:lnTo>
                <a:lnTo>
                  <a:pt x="1814084" y="417778"/>
                </a:lnTo>
                <a:lnTo>
                  <a:pt x="1822544" y="427303"/>
                </a:lnTo>
                <a:lnTo>
                  <a:pt x="1830475" y="436828"/>
                </a:lnTo>
                <a:lnTo>
                  <a:pt x="1838142" y="446353"/>
                </a:lnTo>
                <a:lnTo>
                  <a:pt x="1845808" y="456407"/>
                </a:lnTo>
                <a:lnTo>
                  <a:pt x="1852947" y="466461"/>
                </a:lnTo>
                <a:lnTo>
                  <a:pt x="1859556" y="476515"/>
                </a:lnTo>
                <a:lnTo>
                  <a:pt x="1866430" y="486569"/>
                </a:lnTo>
                <a:lnTo>
                  <a:pt x="1872774" y="497153"/>
                </a:lnTo>
                <a:lnTo>
                  <a:pt x="1878591" y="507471"/>
                </a:lnTo>
                <a:lnTo>
                  <a:pt x="1884671" y="517790"/>
                </a:lnTo>
                <a:lnTo>
                  <a:pt x="1889959" y="528638"/>
                </a:lnTo>
                <a:lnTo>
                  <a:pt x="1895246" y="539221"/>
                </a:lnTo>
                <a:lnTo>
                  <a:pt x="1900005" y="550334"/>
                </a:lnTo>
                <a:lnTo>
                  <a:pt x="1904764" y="560917"/>
                </a:lnTo>
                <a:lnTo>
                  <a:pt x="1908993" y="572294"/>
                </a:lnTo>
                <a:lnTo>
                  <a:pt x="1913223" y="583407"/>
                </a:lnTo>
                <a:lnTo>
                  <a:pt x="1916925" y="594519"/>
                </a:lnTo>
                <a:lnTo>
                  <a:pt x="1920361" y="605632"/>
                </a:lnTo>
                <a:lnTo>
                  <a:pt x="1923534" y="617009"/>
                </a:lnTo>
                <a:lnTo>
                  <a:pt x="1926442" y="628651"/>
                </a:lnTo>
                <a:lnTo>
                  <a:pt x="1929350" y="639763"/>
                </a:lnTo>
                <a:lnTo>
                  <a:pt x="1931729" y="651405"/>
                </a:lnTo>
                <a:lnTo>
                  <a:pt x="1933580" y="662782"/>
                </a:lnTo>
                <a:lnTo>
                  <a:pt x="1935431" y="674424"/>
                </a:lnTo>
                <a:lnTo>
                  <a:pt x="1937017" y="686065"/>
                </a:lnTo>
                <a:lnTo>
                  <a:pt x="1938074" y="697442"/>
                </a:lnTo>
                <a:lnTo>
                  <a:pt x="1939132" y="709084"/>
                </a:lnTo>
                <a:lnTo>
                  <a:pt x="1939661" y="720726"/>
                </a:lnTo>
                <a:lnTo>
                  <a:pt x="1939925" y="732632"/>
                </a:lnTo>
                <a:lnTo>
                  <a:pt x="1939925" y="744274"/>
                </a:lnTo>
                <a:lnTo>
                  <a:pt x="1939925" y="755915"/>
                </a:lnTo>
                <a:lnTo>
                  <a:pt x="1939396" y="767557"/>
                </a:lnTo>
                <a:lnTo>
                  <a:pt x="1938339" y="779199"/>
                </a:lnTo>
                <a:lnTo>
                  <a:pt x="1937546" y="790576"/>
                </a:lnTo>
                <a:lnTo>
                  <a:pt x="1935959" y="802217"/>
                </a:lnTo>
                <a:lnTo>
                  <a:pt x="1934638" y="813859"/>
                </a:lnTo>
                <a:lnTo>
                  <a:pt x="1932523" y="825501"/>
                </a:lnTo>
                <a:lnTo>
                  <a:pt x="1930408" y="837142"/>
                </a:lnTo>
                <a:lnTo>
                  <a:pt x="1928028" y="848519"/>
                </a:lnTo>
                <a:lnTo>
                  <a:pt x="1925120" y="859632"/>
                </a:lnTo>
                <a:lnTo>
                  <a:pt x="1922212" y="871009"/>
                </a:lnTo>
                <a:lnTo>
                  <a:pt x="1918775" y="882386"/>
                </a:lnTo>
                <a:lnTo>
                  <a:pt x="1915338" y="893499"/>
                </a:lnTo>
                <a:lnTo>
                  <a:pt x="1911373" y="904876"/>
                </a:lnTo>
                <a:lnTo>
                  <a:pt x="1907143" y="915988"/>
                </a:lnTo>
                <a:lnTo>
                  <a:pt x="1902648" y="926836"/>
                </a:lnTo>
                <a:lnTo>
                  <a:pt x="1898154" y="937684"/>
                </a:lnTo>
                <a:lnTo>
                  <a:pt x="1892867" y="948532"/>
                </a:lnTo>
                <a:lnTo>
                  <a:pt x="1887579" y="959380"/>
                </a:lnTo>
                <a:lnTo>
                  <a:pt x="1882028" y="969699"/>
                </a:lnTo>
                <a:lnTo>
                  <a:pt x="1875947" y="980282"/>
                </a:lnTo>
                <a:lnTo>
                  <a:pt x="1869866" y="990601"/>
                </a:lnTo>
                <a:lnTo>
                  <a:pt x="1863521" y="1000919"/>
                </a:lnTo>
                <a:lnTo>
                  <a:pt x="1856648" y="1011238"/>
                </a:lnTo>
                <a:lnTo>
                  <a:pt x="1849510" y="1021028"/>
                </a:lnTo>
                <a:lnTo>
                  <a:pt x="1842372" y="1031082"/>
                </a:lnTo>
                <a:lnTo>
                  <a:pt x="1834705" y="1040607"/>
                </a:lnTo>
                <a:lnTo>
                  <a:pt x="1827038" y="1050396"/>
                </a:lnTo>
                <a:lnTo>
                  <a:pt x="1818578" y="1059657"/>
                </a:lnTo>
                <a:lnTo>
                  <a:pt x="1810383" y="1068917"/>
                </a:lnTo>
                <a:lnTo>
                  <a:pt x="1801658" y="1078178"/>
                </a:lnTo>
                <a:lnTo>
                  <a:pt x="1792405" y="1086909"/>
                </a:lnTo>
                <a:lnTo>
                  <a:pt x="1783152" y="1095640"/>
                </a:lnTo>
                <a:lnTo>
                  <a:pt x="1774164" y="1103842"/>
                </a:lnTo>
                <a:lnTo>
                  <a:pt x="1764118" y="1112309"/>
                </a:lnTo>
                <a:lnTo>
                  <a:pt x="1754600" y="1119982"/>
                </a:lnTo>
                <a:lnTo>
                  <a:pt x="1744554" y="1127655"/>
                </a:lnTo>
                <a:lnTo>
                  <a:pt x="1734772" y="1134799"/>
                </a:lnTo>
                <a:lnTo>
                  <a:pt x="1724726" y="1141942"/>
                </a:lnTo>
                <a:lnTo>
                  <a:pt x="1714416" y="1148821"/>
                </a:lnTo>
                <a:lnTo>
                  <a:pt x="1703841" y="1155171"/>
                </a:lnTo>
                <a:lnTo>
                  <a:pt x="1693266" y="1161257"/>
                </a:lnTo>
                <a:lnTo>
                  <a:pt x="1682426" y="1167342"/>
                </a:lnTo>
                <a:lnTo>
                  <a:pt x="1671852" y="1172899"/>
                </a:lnTo>
                <a:lnTo>
                  <a:pt x="1660748" y="1178190"/>
                </a:lnTo>
                <a:lnTo>
                  <a:pt x="1649644" y="1183482"/>
                </a:lnTo>
                <a:lnTo>
                  <a:pt x="1638805" y="1188244"/>
                </a:lnTo>
                <a:lnTo>
                  <a:pt x="1627437" y="1192478"/>
                </a:lnTo>
                <a:lnTo>
                  <a:pt x="1616069" y="1196976"/>
                </a:lnTo>
                <a:lnTo>
                  <a:pt x="1604965" y="1200944"/>
                </a:lnTo>
                <a:lnTo>
                  <a:pt x="1593597" y="1204384"/>
                </a:lnTo>
                <a:lnTo>
                  <a:pt x="1581965" y="1208088"/>
                </a:lnTo>
                <a:lnTo>
                  <a:pt x="1570333" y="1210999"/>
                </a:lnTo>
                <a:lnTo>
                  <a:pt x="1558700" y="1213909"/>
                </a:lnTo>
                <a:lnTo>
                  <a:pt x="1546804" y="1216819"/>
                </a:lnTo>
                <a:lnTo>
                  <a:pt x="1535436" y="1218671"/>
                </a:lnTo>
                <a:lnTo>
                  <a:pt x="1523539" y="1220788"/>
                </a:lnTo>
                <a:lnTo>
                  <a:pt x="1511906" y="1222640"/>
                </a:lnTo>
                <a:lnTo>
                  <a:pt x="1500010" y="1224228"/>
                </a:lnTo>
                <a:lnTo>
                  <a:pt x="1488113" y="1225286"/>
                </a:lnTo>
                <a:lnTo>
                  <a:pt x="1476216" y="1226344"/>
                </a:lnTo>
                <a:lnTo>
                  <a:pt x="1464319" y="1226874"/>
                </a:lnTo>
                <a:lnTo>
                  <a:pt x="1452423" y="1227138"/>
                </a:lnTo>
                <a:lnTo>
                  <a:pt x="1440526" y="1227138"/>
                </a:lnTo>
                <a:lnTo>
                  <a:pt x="1428365" y="1227138"/>
                </a:lnTo>
                <a:lnTo>
                  <a:pt x="1416468" y="1226609"/>
                </a:lnTo>
                <a:lnTo>
                  <a:pt x="1404571" y="1225815"/>
                </a:lnTo>
                <a:lnTo>
                  <a:pt x="1392675" y="1224757"/>
                </a:lnTo>
                <a:lnTo>
                  <a:pt x="1380778" y="1223434"/>
                </a:lnTo>
                <a:lnTo>
                  <a:pt x="1369145" y="1221846"/>
                </a:lnTo>
                <a:lnTo>
                  <a:pt x="1357249" y="1219994"/>
                </a:lnTo>
                <a:lnTo>
                  <a:pt x="1345352" y="1217878"/>
                </a:lnTo>
                <a:lnTo>
                  <a:pt x="1333720" y="1215496"/>
                </a:lnTo>
                <a:lnTo>
                  <a:pt x="1322087" y="1212586"/>
                </a:lnTo>
                <a:lnTo>
                  <a:pt x="1310455" y="1209676"/>
                </a:lnTo>
                <a:lnTo>
                  <a:pt x="1298822" y="1206236"/>
                </a:lnTo>
                <a:lnTo>
                  <a:pt x="1287454" y="1203061"/>
                </a:lnTo>
                <a:lnTo>
                  <a:pt x="1276086" y="1199092"/>
                </a:lnTo>
                <a:lnTo>
                  <a:pt x="1264718" y="1194859"/>
                </a:lnTo>
                <a:lnTo>
                  <a:pt x="1253350" y="1190626"/>
                </a:lnTo>
                <a:lnTo>
                  <a:pt x="1242511" y="1186128"/>
                </a:lnTo>
                <a:lnTo>
                  <a:pt x="1231143" y="1181101"/>
                </a:lnTo>
                <a:lnTo>
                  <a:pt x="1220568" y="1175809"/>
                </a:lnTo>
                <a:lnTo>
                  <a:pt x="1209465" y="1170253"/>
                </a:lnTo>
                <a:lnTo>
                  <a:pt x="1198625" y="1164696"/>
                </a:lnTo>
                <a:lnTo>
                  <a:pt x="1188051" y="1158346"/>
                </a:lnTo>
                <a:lnTo>
                  <a:pt x="1177740" y="1152261"/>
                </a:lnTo>
                <a:lnTo>
                  <a:pt x="1167165" y="1145646"/>
                </a:lnTo>
                <a:lnTo>
                  <a:pt x="1157119" y="1138767"/>
                </a:lnTo>
                <a:lnTo>
                  <a:pt x="1147073" y="1131624"/>
                </a:lnTo>
                <a:lnTo>
                  <a:pt x="1137027" y="1124215"/>
                </a:lnTo>
                <a:lnTo>
                  <a:pt x="1127509" y="1116542"/>
                </a:lnTo>
                <a:lnTo>
                  <a:pt x="1117463" y="1108340"/>
                </a:lnTo>
                <a:lnTo>
                  <a:pt x="1107946" y="1100403"/>
                </a:lnTo>
                <a:lnTo>
                  <a:pt x="1098957" y="1091671"/>
                </a:lnTo>
                <a:lnTo>
                  <a:pt x="1089704" y="1082940"/>
                </a:lnTo>
                <a:lnTo>
                  <a:pt x="1080715" y="1073944"/>
                </a:lnTo>
                <a:lnTo>
                  <a:pt x="1071991" y="1064684"/>
                </a:lnTo>
                <a:lnTo>
                  <a:pt x="1063796" y="1055159"/>
                </a:lnTo>
                <a:lnTo>
                  <a:pt x="1055864" y="1045899"/>
                </a:lnTo>
                <a:lnTo>
                  <a:pt x="1047933" y="1036109"/>
                </a:lnTo>
                <a:lnTo>
                  <a:pt x="1040531" y="1026319"/>
                </a:lnTo>
                <a:lnTo>
                  <a:pt x="1033393" y="1016530"/>
                </a:lnTo>
                <a:lnTo>
                  <a:pt x="1026519" y="1006476"/>
                </a:lnTo>
                <a:lnTo>
                  <a:pt x="1019645" y="995892"/>
                </a:lnTo>
                <a:lnTo>
                  <a:pt x="1013565" y="985838"/>
                </a:lnTo>
                <a:lnTo>
                  <a:pt x="1007484" y="975519"/>
                </a:lnTo>
                <a:lnTo>
                  <a:pt x="1001668" y="964671"/>
                </a:lnTo>
                <a:lnTo>
                  <a:pt x="996381" y="954088"/>
                </a:lnTo>
                <a:lnTo>
                  <a:pt x="990829" y="943240"/>
                </a:lnTo>
                <a:lnTo>
                  <a:pt x="986070" y="932657"/>
                </a:lnTo>
                <a:lnTo>
                  <a:pt x="981312" y="921544"/>
                </a:lnTo>
                <a:lnTo>
                  <a:pt x="977346" y="910696"/>
                </a:lnTo>
                <a:lnTo>
                  <a:pt x="973116" y="899319"/>
                </a:lnTo>
                <a:lnTo>
                  <a:pt x="969150" y="888207"/>
                </a:lnTo>
                <a:lnTo>
                  <a:pt x="965714" y="876830"/>
                </a:lnTo>
                <a:lnTo>
                  <a:pt x="962805" y="865717"/>
                </a:lnTo>
                <a:lnTo>
                  <a:pt x="959633" y="854340"/>
                </a:lnTo>
                <a:lnTo>
                  <a:pt x="956989" y="842699"/>
                </a:lnTo>
                <a:lnTo>
                  <a:pt x="954610" y="831321"/>
                </a:lnTo>
                <a:lnTo>
                  <a:pt x="952495" y="819944"/>
                </a:lnTo>
                <a:lnTo>
                  <a:pt x="950909" y="808303"/>
                </a:lnTo>
                <a:lnTo>
                  <a:pt x="949322" y="796661"/>
                </a:lnTo>
                <a:lnTo>
                  <a:pt x="948001" y="785019"/>
                </a:lnTo>
                <a:lnTo>
                  <a:pt x="947207" y="773378"/>
                </a:lnTo>
                <a:lnTo>
                  <a:pt x="946679" y="761736"/>
                </a:lnTo>
                <a:lnTo>
                  <a:pt x="946414" y="750094"/>
                </a:lnTo>
                <a:lnTo>
                  <a:pt x="946150" y="738188"/>
                </a:lnTo>
                <a:lnTo>
                  <a:pt x="946414" y="726811"/>
                </a:lnTo>
                <a:lnTo>
                  <a:pt x="946943" y="715169"/>
                </a:lnTo>
                <a:lnTo>
                  <a:pt x="947472" y="703528"/>
                </a:lnTo>
                <a:lnTo>
                  <a:pt x="948794" y="691886"/>
                </a:lnTo>
                <a:lnTo>
                  <a:pt x="949851" y="680244"/>
                </a:lnTo>
                <a:lnTo>
                  <a:pt x="951702" y="668603"/>
                </a:lnTo>
                <a:lnTo>
                  <a:pt x="953552" y="657226"/>
                </a:lnTo>
                <a:lnTo>
                  <a:pt x="955932" y="645849"/>
                </a:lnTo>
                <a:lnTo>
                  <a:pt x="958311" y="634207"/>
                </a:lnTo>
                <a:lnTo>
                  <a:pt x="960955" y="622830"/>
                </a:lnTo>
                <a:lnTo>
                  <a:pt x="964127" y="611453"/>
                </a:lnTo>
                <a:lnTo>
                  <a:pt x="967564" y="600340"/>
                </a:lnTo>
                <a:lnTo>
                  <a:pt x="971001" y="588963"/>
                </a:lnTo>
                <a:lnTo>
                  <a:pt x="974967" y="577851"/>
                </a:lnTo>
                <a:lnTo>
                  <a:pt x="978932" y="566738"/>
                </a:lnTo>
                <a:lnTo>
                  <a:pt x="983426" y="555890"/>
                </a:lnTo>
                <a:lnTo>
                  <a:pt x="988185" y="545042"/>
                </a:lnTo>
                <a:lnTo>
                  <a:pt x="993208" y="534194"/>
                </a:lnTo>
                <a:lnTo>
                  <a:pt x="998760" y="523611"/>
                </a:lnTo>
                <a:lnTo>
                  <a:pt x="1004312" y="512763"/>
                </a:lnTo>
                <a:lnTo>
                  <a:pt x="1010128" y="502444"/>
                </a:lnTo>
                <a:lnTo>
                  <a:pt x="1016473" y="491861"/>
                </a:lnTo>
                <a:lnTo>
                  <a:pt x="1022818" y="481542"/>
                </a:lnTo>
                <a:lnTo>
                  <a:pt x="1029692" y="471488"/>
                </a:lnTo>
                <a:lnTo>
                  <a:pt x="1036830" y="461699"/>
                </a:lnTo>
                <a:lnTo>
                  <a:pt x="1043968" y="451909"/>
                </a:lnTo>
                <a:lnTo>
                  <a:pt x="1051634" y="442119"/>
                </a:lnTo>
                <a:lnTo>
                  <a:pt x="1059301" y="432594"/>
                </a:lnTo>
                <a:lnTo>
                  <a:pt x="1067761" y="423069"/>
                </a:lnTo>
                <a:lnTo>
                  <a:pt x="1075957" y="413809"/>
                </a:lnTo>
                <a:lnTo>
                  <a:pt x="1084681" y="404549"/>
                </a:lnTo>
                <a:lnTo>
                  <a:pt x="1093670" y="395553"/>
                </a:lnTo>
                <a:lnTo>
                  <a:pt x="1102923" y="387086"/>
                </a:lnTo>
                <a:lnTo>
                  <a:pt x="1112176" y="378619"/>
                </a:lnTo>
                <a:lnTo>
                  <a:pt x="1121693" y="370682"/>
                </a:lnTo>
                <a:lnTo>
                  <a:pt x="1131475" y="362480"/>
                </a:lnTo>
                <a:lnTo>
                  <a:pt x="1141257" y="355071"/>
                </a:lnTo>
                <a:lnTo>
                  <a:pt x="1151567" y="347663"/>
                </a:lnTo>
                <a:lnTo>
                  <a:pt x="1161613" y="340519"/>
                </a:lnTo>
                <a:lnTo>
                  <a:pt x="1171924" y="333905"/>
                </a:lnTo>
                <a:lnTo>
                  <a:pt x="1182499" y="327555"/>
                </a:lnTo>
                <a:lnTo>
                  <a:pt x="1193074" y="321205"/>
                </a:lnTo>
                <a:lnTo>
                  <a:pt x="1203913" y="315384"/>
                </a:lnTo>
                <a:lnTo>
                  <a:pt x="1214488" y="309563"/>
                </a:lnTo>
                <a:lnTo>
                  <a:pt x="1225591" y="304271"/>
                </a:lnTo>
                <a:lnTo>
                  <a:pt x="1236431" y="299244"/>
                </a:lnTo>
                <a:lnTo>
                  <a:pt x="1247534" y="294482"/>
                </a:lnTo>
                <a:lnTo>
                  <a:pt x="1258902" y="289984"/>
                </a:lnTo>
                <a:lnTo>
                  <a:pt x="1270006" y="285751"/>
                </a:lnTo>
                <a:lnTo>
                  <a:pt x="1281374" y="281517"/>
                </a:lnTo>
                <a:lnTo>
                  <a:pt x="1292742" y="278078"/>
                </a:lnTo>
                <a:lnTo>
                  <a:pt x="1304374" y="274638"/>
                </a:lnTo>
                <a:lnTo>
                  <a:pt x="1316007" y="271463"/>
                </a:lnTo>
                <a:lnTo>
                  <a:pt x="1327375" y="268553"/>
                </a:lnTo>
                <a:lnTo>
                  <a:pt x="1339007" y="266171"/>
                </a:lnTo>
                <a:lnTo>
                  <a:pt x="1350904" y="263790"/>
                </a:lnTo>
                <a:lnTo>
                  <a:pt x="1362801" y="261674"/>
                </a:lnTo>
                <a:lnTo>
                  <a:pt x="1374433" y="259821"/>
                </a:lnTo>
                <a:lnTo>
                  <a:pt x="1386330" y="258499"/>
                </a:lnTo>
                <a:lnTo>
                  <a:pt x="1398226" y="257176"/>
                </a:lnTo>
                <a:lnTo>
                  <a:pt x="1410123" y="256382"/>
                </a:lnTo>
                <a:lnTo>
                  <a:pt x="1422020" y="255853"/>
                </a:lnTo>
                <a:lnTo>
                  <a:pt x="1433917" y="255588"/>
                </a:lnTo>
                <a:close/>
                <a:moveTo>
                  <a:pt x="200465" y="0"/>
                </a:moveTo>
                <a:lnTo>
                  <a:pt x="213953" y="0"/>
                </a:lnTo>
                <a:lnTo>
                  <a:pt x="227970" y="0"/>
                </a:lnTo>
                <a:lnTo>
                  <a:pt x="574420" y="2381"/>
                </a:lnTo>
                <a:lnTo>
                  <a:pt x="711943" y="177536"/>
                </a:lnTo>
                <a:lnTo>
                  <a:pt x="1193800" y="180711"/>
                </a:lnTo>
                <a:lnTo>
                  <a:pt x="1180577" y="186531"/>
                </a:lnTo>
                <a:lnTo>
                  <a:pt x="1167353" y="192352"/>
                </a:lnTo>
                <a:lnTo>
                  <a:pt x="1154130" y="198967"/>
                </a:lnTo>
                <a:lnTo>
                  <a:pt x="1141436" y="205581"/>
                </a:lnTo>
                <a:lnTo>
                  <a:pt x="1128477" y="212461"/>
                </a:lnTo>
                <a:lnTo>
                  <a:pt x="1115782" y="219340"/>
                </a:lnTo>
                <a:lnTo>
                  <a:pt x="1103353" y="227013"/>
                </a:lnTo>
                <a:lnTo>
                  <a:pt x="1090923" y="234950"/>
                </a:lnTo>
                <a:lnTo>
                  <a:pt x="1078757" y="242888"/>
                </a:lnTo>
                <a:lnTo>
                  <a:pt x="1066327" y="251619"/>
                </a:lnTo>
                <a:lnTo>
                  <a:pt x="1054426" y="260350"/>
                </a:lnTo>
                <a:lnTo>
                  <a:pt x="1043054" y="269346"/>
                </a:lnTo>
                <a:lnTo>
                  <a:pt x="1031418" y="278607"/>
                </a:lnTo>
                <a:lnTo>
                  <a:pt x="1019781" y="288396"/>
                </a:lnTo>
                <a:lnTo>
                  <a:pt x="1008409" y="298715"/>
                </a:lnTo>
                <a:lnTo>
                  <a:pt x="997566" y="309034"/>
                </a:lnTo>
                <a:lnTo>
                  <a:pt x="988310" y="318294"/>
                </a:lnTo>
                <a:lnTo>
                  <a:pt x="979318" y="327554"/>
                </a:lnTo>
                <a:lnTo>
                  <a:pt x="970326" y="337079"/>
                </a:lnTo>
                <a:lnTo>
                  <a:pt x="961863" y="346604"/>
                </a:lnTo>
                <a:lnTo>
                  <a:pt x="953665" y="356129"/>
                </a:lnTo>
                <a:lnTo>
                  <a:pt x="945466" y="365919"/>
                </a:lnTo>
                <a:lnTo>
                  <a:pt x="937532" y="375973"/>
                </a:lnTo>
                <a:lnTo>
                  <a:pt x="929863" y="385763"/>
                </a:lnTo>
                <a:lnTo>
                  <a:pt x="922722" y="396082"/>
                </a:lnTo>
                <a:lnTo>
                  <a:pt x="915582" y="406400"/>
                </a:lnTo>
                <a:lnTo>
                  <a:pt x="908441" y="416719"/>
                </a:lnTo>
                <a:lnTo>
                  <a:pt x="902094" y="427038"/>
                </a:lnTo>
                <a:lnTo>
                  <a:pt x="895482" y="437886"/>
                </a:lnTo>
                <a:lnTo>
                  <a:pt x="889400" y="448469"/>
                </a:lnTo>
                <a:lnTo>
                  <a:pt x="883581" y="459317"/>
                </a:lnTo>
                <a:lnTo>
                  <a:pt x="877499" y="470165"/>
                </a:lnTo>
                <a:lnTo>
                  <a:pt x="872209" y="481277"/>
                </a:lnTo>
                <a:lnTo>
                  <a:pt x="866920" y="492390"/>
                </a:lnTo>
                <a:lnTo>
                  <a:pt x="861895" y="503238"/>
                </a:lnTo>
                <a:lnTo>
                  <a:pt x="857135" y="514615"/>
                </a:lnTo>
                <a:lnTo>
                  <a:pt x="852639" y="525992"/>
                </a:lnTo>
                <a:lnTo>
                  <a:pt x="848407" y="537105"/>
                </a:lnTo>
                <a:lnTo>
                  <a:pt x="844176" y="548482"/>
                </a:lnTo>
                <a:lnTo>
                  <a:pt x="840473" y="560123"/>
                </a:lnTo>
                <a:lnTo>
                  <a:pt x="836771" y="571765"/>
                </a:lnTo>
                <a:lnTo>
                  <a:pt x="833597" y="583407"/>
                </a:lnTo>
                <a:lnTo>
                  <a:pt x="830688" y="595048"/>
                </a:lnTo>
                <a:lnTo>
                  <a:pt x="827514" y="606425"/>
                </a:lnTo>
                <a:lnTo>
                  <a:pt x="824870" y="618067"/>
                </a:lnTo>
                <a:lnTo>
                  <a:pt x="822490" y="629973"/>
                </a:lnTo>
                <a:lnTo>
                  <a:pt x="820374" y="641880"/>
                </a:lnTo>
                <a:lnTo>
                  <a:pt x="818523" y="653521"/>
                </a:lnTo>
                <a:lnTo>
                  <a:pt x="816936" y="665428"/>
                </a:lnTo>
                <a:lnTo>
                  <a:pt x="815349" y="677334"/>
                </a:lnTo>
                <a:lnTo>
                  <a:pt x="814291" y="689240"/>
                </a:lnTo>
                <a:lnTo>
                  <a:pt x="812969" y="701146"/>
                </a:lnTo>
                <a:lnTo>
                  <a:pt x="812440" y="713053"/>
                </a:lnTo>
                <a:lnTo>
                  <a:pt x="811911" y="725223"/>
                </a:lnTo>
                <a:lnTo>
                  <a:pt x="811646" y="737130"/>
                </a:lnTo>
                <a:lnTo>
                  <a:pt x="811646" y="749036"/>
                </a:lnTo>
                <a:lnTo>
                  <a:pt x="811911" y="760942"/>
                </a:lnTo>
                <a:lnTo>
                  <a:pt x="812175" y="772848"/>
                </a:lnTo>
                <a:lnTo>
                  <a:pt x="812969" y="784755"/>
                </a:lnTo>
                <a:lnTo>
                  <a:pt x="814027" y="796926"/>
                </a:lnTo>
                <a:lnTo>
                  <a:pt x="815085" y="808832"/>
                </a:lnTo>
                <a:lnTo>
                  <a:pt x="816671" y="820738"/>
                </a:lnTo>
                <a:lnTo>
                  <a:pt x="817994" y="832380"/>
                </a:lnTo>
                <a:lnTo>
                  <a:pt x="819845" y="844286"/>
                </a:lnTo>
                <a:lnTo>
                  <a:pt x="821961" y="856192"/>
                </a:lnTo>
                <a:lnTo>
                  <a:pt x="824341" y="868098"/>
                </a:lnTo>
                <a:lnTo>
                  <a:pt x="826986" y="879740"/>
                </a:lnTo>
                <a:lnTo>
                  <a:pt x="829630" y="891117"/>
                </a:lnTo>
                <a:lnTo>
                  <a:pt x="833068" y="903024"/>
                </a:lnTo>
                <a:lnTo>
                  <a:pt x="836242" y="914665"/>
                </a:lnTo>
                <a:lnTo>
                  <a:pt x="839680" y="926042"/>
                </a:lnTo>
                <a:lnTo>
                  <a:pt x="843382" y="937684"/>
                </a:lnTo>
                <a:lnTo>
                  <a:pt x="847614" y="949326"/>
                </a:lnTo>
                <a:lnTo>
                  <a:pt x="851581" y="960438"/>
                </a:lnTo>
                <a:lnTo>
                  <a:pt x="856077" y="971815"/>
                </a:lnTo>
                <a:lnTo>
                  <a:pt x="860837" y="983192"/>
                </a:lnTo>
                <a:lnTo>
                  <a:pt x="865862" y="994040"/>
                </a:lnTo>
                <a:lnTo>
                  <a:pt x="871151" y="1005153"/>
                </a:lnTo>
                <a:lnTo>
                  <a:pt x="876705" y="1016265"/>
                </a:lnTo>
                <a:lnTo>
                  <a:pt x="882259" y="1027113"/>
                </a:lnTo>
                <a:lnTo>
                  <a:pt x="0" y="1021292"/>
                </a:lnTo>
                <a:lnTo>
                  <a:pt x="5289" y="214313"/>
                </a:lnTo>
                <a:lnTo>
                  <a:pt x="5818" y="196850"/>
                </a:lnTo>
                <a:lnTo>
                  <a:pt x="6347" y="180446"/>
                </a:lnTo>
                <a:lnTo>
                  <a:pt x="7670" y="165100"/>
                </a:lnTo>
                <a:lnTo>
                  <a:pt x="9256" y="150284"/>
                </a:lnTo>
                <a:lnTo>
                  <a:pt x="10843" y="136525"/>
                </a:lnTo>
                <a:lnTo>
                  <a:pt x="13223" y="123296"/>
                </a:lnTo>
                <a:lnTo>
                  <a:pt x="15868" y="111390"/>
                </a:lnTo>
                <a:lnTo>
                  <a:pt x="19306" y="100277"/>
                </a:lnTo>
                <a:lnTo>
                  <a:pt x="22744" y="89429"/>
                </a:lnTo>
                <a:lnTo>
                  <a:pt x="26711" y="79640"/>
                </a:lnTo>
                <a:lnTo>
                  <a:pt x="31207" y="70644"/>
                </a:lnTo>
                <a:lnTo>
                  <a:pt x="33587" y="66146"/>
                </a:lnTo>
                <a:lnTo>
                  <a:pt x="36232" y="62177"/>
                </a:lnTo>
                <a:lnTo>
                  <a:pt x="38612" y="58208"/>
                </a:lnTo>
                <a:lnTo>
                  <a:pt x="41257" y="54240"/>
                </a:lnTo>
                <a:lnTo>
                  <a:pt x="44166" y="50800"/>
                </a:lnTo>
                <a:lnTo>
                  <a:pt x="47075" y="47625"/>
                </a:lnTo>
                <a:lnTo>
                  <a:pt x="50249" y="43921"/>
                </a:lnTo>
                <a:lnTo>
                  <a:pt x="53158" y="41011"/>
                </a:lnTo>
                <a:lnTo>
                  <a:pt x="56331" y="38100"/>
                </a:lnTo>
                <a:lnTo>
                  <a:pt x="60034" y="34925"/>
                </a:lnTo>
                <a:lnTo>
                  <a:pt x="66910" y="29633"/>
                </a:lnTo>
                <a:lnTo>
                  <a:pt x="74315" y="24871"/>
                </a:lnTo>
                <a:lnTo>
                  <a:pt x="82249" y="20638"/>
                </a:lnTo>
                <a:lnTo>
                  <a:pt x="90712" y="16933"/>
                </a:lnTo>
                <a:lnTo>
                  <a:pt x="99439" y="13494"/>
                </a:lnTo>
                <a:lnTo>
                  <a:pt x="108696" y="10583"/>
                </a:lnTo>
                <a:lnTo>
                  <a:pt x="118481" y="8202"/>
                </a:lnTo>
                <a:lnTo>
                  <a:pt x="129059" y="6086"/>
                </a:lnTo>
                <a:lnTo>
                  <a:pt x="139638" y="4498"/>
                </a:lnTo>
                <a:lnTo>
                  <a:pt x="150746" y="2911"/>
                </a:lnTo>
                <a:lnTo>
                  <a:pt x="162647" y="1588"/>
                </a:lnTo>
                <a:lnTo>
                  <a:pt x="174812" y="794"/>
                </a:lnTo>
                <a:lnTo>
                  <a:pt x="187242" y="265"/>
                </a:lnTo>
                <a:lnTo>
                  <a:pt x="200465" y="0"/>
                </a:lnTo>
                <a:close/>
              </a:path>
            </a:pathLst>
          </a:custGeom>
          <a:solidFill>
            <a:srgbClr val="0070C0"/>
          </a:solidFill>
          <a:ln>
            <a:noFill/>
          </a:ln>
        </p:spPr>
        <p:txBody>
          <a:bodyPr anchor="ctr">
            <a:scene3d>
              <a:camera prst="orthographicFront"/>
              <a:lightRig rig="threePt" dir="t"/>
            </a:scene3d>
            <a:sp3d>
              <a:contourClr>
                <a:srgbClr val="FFFFFF"/>
              </a:contourClr>
            </a:sp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chemeClr val="tx1">
                  <a:lumMod val="75000"/>
                  <a:lumOff val="25000"/>
                </a:schemeClr>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27" name="TextBox 5">
            <a:extLst>
              <a:ext uri="{FF2B5EF4-FFF2-40B4-BE49-F238E27FC236}">
                <a16:creationId xmlns:a16="http://schemas.microsoft.com/office/drawing/2014/main" id="{81F36D1C-57A8-4625-90E0-740D5A03F0B6}"/>
              </a:ext>
            </a:extLst>
          </p:cNvPr>
          <p:cNvSpPr txBox="1"/>
          <p:nvPr/>
        </p:nvSpPr>
        <p:spPr>
          <a:xfrm>
            <a:off x="1841116" y="1821322"/>
            <a:ext cx="2985899" cy="579261"/>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28" name="矩形 27">
            <a:extLst>
              <a:ext uri="{FF2B5EF4-FFF2-40B4-BE49-F238E27FC236}">
                <a16:creationId xmlns:a16="http://schemas.microsoft.com/office/drawing/2014/main" id="{F8AD4640-2FB5-4D47-BED9-9A630299CC05}"/>
              </a:ext>
            </a:extLst>
          </p:cNvPr>
          <p:cNvSpPr>
            <a:spLocks noChangeArrowheads="1"/>
          </p:cNvSpPr>
          <p:nvPr/>
        </p:nvSpPr>
        <p:spPr bwMode="auto">
          <a:xfrm>
            <a:off x="2338935" y="1402202"/>
            <a:ext cx="1990261" cy="29990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rPr>
              <a:t>单击编辑标题</a:t>
            </a:r>
            <a:endParaRPr kumimoji="0" lang="en-US" altLang="zh-CN"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endParaRPr>
          </a:p>
        </p:txBody>
      </p:sp>
      <p:sp>
        <p:nvSpPr>
          <p:cNvPr id="29" name="TextBox 5">
            <a:extLst>
              <a:ext uri="{FF2B5EF4-FFF2-40B4-BE49-F238E27FC236}">
                <a16:creationId xmlns:a16="http://schemas.microsoft.com/office/drawing/2014/main" id="{0309E4E2-D7E3-4BD1-A29B-8C4345FCB28F}"/>
              </a:ext>
            </a:extLst>
          </p:cNvPr>
          <p:cNvSpPr txBox="1"/>
          <p:nvPr/>
        </p:nvSpPr>
        <p:spPr>
          <a:xfrm>
            <a:off x="5647493" y="1821322"/>
            <a:ext cx="2985899" cy="579261"/>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30" name="矩形 29">
            <a:extLst>
              <a:ext uri="{FF2B5EF4-FFF2-40B4-BE49-F238E27FC236}">
                <a16:creationId xmlns:a16="http://schemas.microsoft.com/office/drawing/2014/main" id="{26EDFF80-4884-41BD-AF85-4A52033BE0E8}"/>
              </a:ext>
            </a:extLst>
          </p:cNvPr>
          <p:cNvSpPr>
            <a:spLocks noChangeArrowheads="1"/>
          </p:cNvSpPr>
          <p:nvPr/>
        </p:nvSpPr>
        <p:spPr bwMode="auto">
          <a:xfrm>
            <a:off x="6145312" y="1402202"/>
            <a:ext cx="1990261" cy="29990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rPr>
              <a:t>单击编辑标题</a:t>
            </a:r>
            <a:endParaRPr kumimoji="0" lang="en-US" altLang="zh-CN"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endParaRPr>
          </a:p>
        </p:txBody>
      </p:sp>
      <p:sp>
        <p:nvSpPr>
          <p:cNvPr id="31" name="TextBox 5">
            <a:extLst>
              <a:ext uri="{FF2B5EF4-FFF2-40B4-BE49-F238E27FC236}">
                <a16:creationId xmlns:a16="http://schemas.microsoft.com/office/drawing/2014/main" id="{81A8BFA7-C45B-4942-BC38-129593289A20}"/>
              </a:ext>
            </a:extLst>
          </p:cNvPr>
          <p:cNvSpPr txBox="1"/>
          <p:nvPr/>
        </p:nvSpPr>
        <p:spPr>
          <a:xfrm>
            <a:off x="3869464" y="5623128"/>
            <a:ext cx="2985899" cy="579261"/>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32" name="矩形 31">
            <a:extLst>
              <a:ext uri="{FF2B5EF4-FFF2-40B4-BE49-F238E27FC236}">
                <a16:creationId xmlns:a16="http://schemas.microsoft.com/office/drawing/2014/main" id="{5E8B609B-A1A4-4588-A1FC-34501B4A99FB}"/>
              </a:ext>
            </a:extLst>
          </p:cNvPr>
          <p:cNvSpPr>
            <a:spLocks noChangeArrowheads="1"/>
          </p:cNvSpPr>
          <p:nvPr/>
        </p:nvSpPr>
        <p:spPr bwMode="auto">
          <a:xfrm>
            <a:off x="4367283" y="5204008"/>
            <a:ext cx="1990261" cy="29990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rPr>
              <a:t>单击编辑标题</a:t>
            </a:r>
            <a:endParaRPr kumimoji="0" lang="en-US" altLang="zh-CN"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endParaRPr>
          </a:p>
        </p:txBody>
      </p:sp>
      <p:sp>
        <p:nvSpPr>
          <p:cNvPr id="33" name="TextBox 5">
            <a:extLst>
              <a:ext uri="{FF2B5EF4-FFF2-40B4-BE49-F238E27FC236}">
                <a16:creationId xmlns:a16="http://schemas.microsoft.com/office/drawing/2014/main" id="{15127BCC-99B8-4319-AB03-15D05A7E2E3B}"/>
              </a:ext>
            </a:extLst>
          </p:cNvPr>
          <p:cNvSpPr txBox="1"/>
          <p:nvPr/>
        </p:nvSpPr>
        <p:spPr>
          <a:xfrm>
            <a:off x="7592081" y="5623128"/>
            <a:ext cx="2985899" cy="579261"/>
          </a:xfrm>
          <a:prstGeom prst="rect">
            <a:avLst/>
          </a:prstGeom>
          <a:noFill/>
        </p:spPr>
        <p:txBody>
          <a:bodyPr wrap="square" lIns="0" tIns="0" rIns="0" bIns="0" rtlCol="0">
            <a:spAutoFit/>
          </a:bodyPr>
          <a:lstStyle>
            <a:defPPr>
              <a:defRPr lang="zh-CN"/>
            </a:defPPr>
            <a:lvl1pPr algn="just">
              <a:lnSpc>
                <a:spcPts val="1300"/>
              </a:lnSpc>
              <a:defRPr sz="9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cs typeface="+mn-cs"/>
              </a:rPr>
              <a:t>此部分内容作为文字排版占位显示（建议使用主题字体）</a:t>
            </a:r>
          </a:p>
        </p:txBody>
      </p:sp>
      <p:sp>
        <p:nvSpPr>
          <p:cNvPr id="34" name="矩形 33">
            <a:extLst>
              <a:ext uri="{FF2B5EF4-FFF2-40B4-BE49-F238E27FC236}">
                <a16:creationId xmlns:a16="http://schemas.microsoft.com/office/drawing/2014/main" id="{9CABBE73-273E-40E5-8774-6FE8CAFF5F3B}"/>
              </a:ext>
            </a:extLst>
          </p:cNvPr>
          <p:cNvSpPr>
            <a:spLocks noChangeArrowheads="1"/>
          </p:cNvSpPr>
          <p:nvPr/>
        </p:nvSpPr>
        <p:spPr bwMode="auto">
          <a:xfrm>
            <a:off x="8089900" y="5204008"/>
            <a:ext cx="1990261" cy="299903"/>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rPr>
              <a:t>单击编辑标题</a:t>
            </a:r>
            <a:endParaRPr kumimoji="0" lang="en-US" altLang="zh-CN" sz="1867" i="0" u="none" strike="noStrike" kern="1200" cap="all" spc="0" normalizeH="0" baseline="0" noProof="0" dirty="0">
              <a:ln>
                <a:noFill/>
              </a:ln>
              <a:solidFill>
                <a:schemeClr val="tx1">
                  <a:lumMod val="75000"/>
                  <a:lumOff val="25000"/>
                </a:schemeClr>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66000562"/>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anim calcmode="lin" valueType="num">
                                      <p:cBhvr>
                                        <p:cTn id="10" dur="500" fill="hold"/>
                                        <p:tgtEl>
                                          <p:spTgt spid="17"/>
                                        </p:tgtEl>
                                        <p:attrNameLst>
                                          <p:attrName>ppt_x</p:attrName>
                                        </p:attrNameLst>
                                      </p:cBhvr>
                                      <p:tavLst>
                                        <p:tav tm="0">
                                          <p:val>
                                            <p:fltVal val="0.5"/>
                                          </p:val>
                                        </p:tav>
                                        <p:tav tm="100000">
                                          <p:val>
                                            <p:strVal val="#ppt_x"/>
                                          </p:val>
                                        </p:tav>
                                      </p:tavLst>
                                    </p:anim>
                                    <p:anim calcmode="lin" valueType="num">
                                      <p:cBhvr>
                                        <p:cTn id="11" dur="500" fill="hold"/>
                                        <p:tgtEl>
                                          <p:spTgt spid="17"/>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anim calcmode="lin" valueType="num">
                                      <p:cBhvr>
                                        <p:cTn id="17" dur="500" fill="hold"/>
                                        <p:tgtEl>
                                          <p:spTgt spid="12"/>
                                        </p:tgtEl>
                                        <p:attrNameLst>
                                          <p:attrName>ppt_x</p:attrName>
                                        </p:attrNameLst>
                                      </p:cBhvr>
                                      <p:tavLst>
                                        <p:tav tm="0">
                                          <p:val>
                                            <p:fltVal val="0.5"/>
                                          </p:val>
                                        </p:tav>
                                        <p:tav tm="100000">
                                          <p:val>
                                            <p:strVal val="#ppt_x"/>
                                          </p:val>
                                        </p:tav>
                                      </p:tavLst>
                                    </p:anim>
                                    <p:anim calcmode="lin" valueType="num">
                                      <p:cBhvr>
                                        <p:cTn id="18" dur="500" fill="hold"/>
                                        <p:tgtEl>
                                          <p:spTgt spid="12"/>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30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anim calcmode="lin" valueType="num">
                                      <p:cBhvr>
                                        <p:cTn id="24" dur="500" fill="hold"/>
                                        <p:tgtEl>
                                          <p:spTgt spid="16"/>
                                        </p:tgtEl>
                                        <p:attrNameLst>
                                          <p:attrName>ppt_x</p:attrName>
                                        </p:attrNameLst>
                                      </p:cBhvr>
                                      <p:tavLst>
                                        <p:tav tm="0">
                                          <p:val>
                                            <p:fltVal val="0.5"/>
                                          </p:val>
                                        </p:tav>
                                        <p:tav tm="100000">
                                          <p:val>
                                            <p:strVal val="#ppt_x"/>
                                          </p:val>
                                        </p:tav>
                                      </p:tavLst>
                                    </p:anim>
                                    <p:anim calcmode="lin" valueType="num">
                                      <p:cBhvr>
                                        <p:cTn id="25" dur="500" fill="hold"/>
                                        <p:tgtEl>
                                          <p:spTgt spid="16"/>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300"/>
                                  </p:stCondLst>
                                  <p:childTnLst>
                                    <p:set>
                                      <p:cBhvr>
                                        <p:cTn id="27" dur="1" fill="hold">
                                          <p:stCondLst>
                                            <p:cond delay="0"/>
                                          </p:stCondLst>
                                        </p:cTn>
                                        <p:tgtEl>
                                          <p:spTgt spid="13"/>
                                        </p:tgtEl>
                                        <p:attrNameLst>
                                          <p:attrName>style.visibility</p:attrName>
                                        </p:attrNameLst>
                                      </p:cBhvr>
                                      <p:to>
                                        <p:strVal val="visible"/>
                                      </p:to>
                                    </p:set>
                                    <p:anim calcmode="lin" valueType="num">
                                      <p:cBhvr>
                                        <p:cTn id="28" dur="500" fill="hold"/>
                                        <p:tgtEl>
                                          <p:spTgt spid="13"/>
                                        </p:tgtEl>
                                        <p:attrNameLst>
                                          <p:attrName>ppt_w</p:attrName>
                                        </p:attrNameLst>
                                      </p:cBhvr>
                                      <p:tavLst>
                                        <p:tav tm="0">
                                          <p:val>
                                            <p:fltVal val="0"/>
                                          </p:val>
                                        </p:tav>
                                        <p:tav tm="100000">
                                          <p:val>
                                            <p:strVal val="#ppt_w"/>
                                          </p:val>
                                        </p:tav>
                                      </p:tavLst>
                                    </p:anim>
                                    <p:anim calcmode="lin" valueType="num">
                                      <p:cBhvr>
                                        <p:cTn id="29" dur="500" fill="hold"/>
                                        <p:tgtEl>
                                          <p:spTgt spid="13"/>
                                        </p:tgtEl>
                                        <p:attrNameLst>
                                          <p:attrName>ppt_h</p:attrName>
                                        </p:attrNameLst>
                                      </p:cBhvr>
                                      <p:tavLst>
                                        <p:tav tm="0">
                                          <p:val>
                                            <p:fltVal val="0"/>
                                          </p:val>
                                        </p:tav>
                                        <p:tav tm="100000">
                                          <p:val>
                                            <p:strVal val="#ppt_h"/>
                                          </p:val>
                                        </p:tav>
                                      </p:tavLst>
                                    </p:anim>
                                    <p:animEffect transition="in" filter="fade">
                                      <p:cBhvr>
                                        <p:cTn id="30" dur="500"/>
                                        <p:tgtEl>
                                          <p:spTgt spid="13"/>
                                        </p:tgtEl>
                                      </p:cBhvr>
                                    </p:animEffect>
                                    <p:anim calcmode="lin" valueType="num">
                                      <p:cBhvr>
                                        <p:cTn id="31" dur="500" fill="hold"/>
                                        <p:tgtEl>
                                          <p:spTgt spid="13"/>
                                        </p:tgtEl>
                                        <p:attrNameLst>
                                          <p:attrName>ppt_x</p:attrName>
                                        </p:attrNameLst>
                                      </p:cBhvr>
                                      <p:tavLst>
                                        <p:tav tm="0">
                                          <p:val>
                                            <p:fltVal val="0.5"/>
                                          </p:val>
                                        </p:tav>
                                        <p:tav tm="100000">
                                          <p:val>
                                            <p:strVal val="#ppt_x"/>
                                          </p:val>
                                        </p:tav>
                                      </p:tavLst>
                                    </p:anim>
                                    <p:anim calcmode="lin" valueType="num">
                                      <p:cBhvr>
                                        <p:cTn id="32" dur="500" fill="hold"/>
                                        <p:tgtEl>
                                          <p:spTgt spid="13"/>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60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00" fill="hold"/>
                                        <p:tgtEl>
                                          <p:spTgt spid="25"/>
                                        </p:tgtEl>
                                        <p:attrNameLst>
                                          <p:attrName>ppt_w</p:attrName>
                                        </p:attrNameLst>
                                      </p:cBhvr>
                                      <p:tavLst>
                                        <p:tav tm="0">
                                          <p:val>
                                            <p:fltVal val="0"/>
                                          </p:val>
                                        </p:tav>
                                        <p:tav tm="100000">
                                          <p:val>
                                            <p:strVal val="#ppt_w"/>
                                          </p:val>
                                        </p:tav>
                                      </p:tavLst>
                                    </p:anim>
                                    <p:anim calcmode="lin" valueType="num">
                                      <p:cBhvr>
                                        <p:cTn id="36" dur="500" fill="hold"/>
                                        <p:tgtEl>
                                          <p:spTgt spid="25"/>
                                        </p:tgtEl>
                                        <p:attrNameLst>
                                          <p:attrName>ppt_h</p:attrName>
                                        </p:attrNameLst>
                                      </p:cBhvr>
                                      <p:tavLst>
                                        <p:tav tm="0">
                                          <p:val>
                                            <p:fltVal val="0"/>
                                          </p:val>
                                        </p:tav>
                                        <p:tav tm="100000">
                                          <p:val>
                                            <p:strVal val="#ppt_h"/>
                                          </p:val>
                                        </p:tav>
                                      </p:tavLst>
                                    </p:anim>
                                    <p:animEffect transition="in" filter="fade">
                                      <p:cBhvr>
                                        <p:cTn id="37" dur="500"/>
                                        <p:tgtEl>
                                          <p:spTgt spid="25"/>
                                        </p:tgtEl>
                                      </p:cBhvr>
                                    </p:animEffect>
                                    <p:anim calcmode="lin" valueType="num">
                                      <p:cBhvr>
                                        <p:cTn id="38" dur="500" fill="hold"/>
                                        <p:tgtEl>
                                          <p:spTgt spid="25"/>
                                        </p:tgtEl>
                                        <p:attrNameLst>
                                          <p:attrName>ppt_x</p:attrName>
                                        </p:attrNameLst>
                                      </p:cBhvr>
                                      <p:tavLst>
                                        <p:tav tm="0">
                                          <p:val>
                                            <p:fltVal val="0.5"/>
                                          </p:val>
                                        </p:tav>
                                        <p:tav tm="100000">
                                          <p:val>
                                            <p:strVal val="#ppt_x"/>
                                          </p:val>
                                        </p:tav>
                                      </p:tavLst>
                                    </p:anim>
                                    <p:anim calcmode="lin" valueType="num">
                                      <p:cBhvr>
                                        <p:cTn id="39" dur="500" fill="hold"/>
                                        <p:tgtEl>
                                          <p:spTgt spid="25"/>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600"/>
                                  </p:stCondLst>
                                  <p:childTnLst>
                                    <p:set>
                                      <p:cBhvr>
                                        <p:cTn id="41" dur="1" fill="hold">
                                          <p:stCondLst>
                                            <p:cond delay="0"/>
                                          </p:stCondLst>
                                        </p:cTn>
                                        <p:tgtEl>
                                          <p:spTgt spid="14"/>
                                        </p:tgtEl>
                                        <p:attrNameLst>
                                          <p:attrName>style.visibility</p:attrName>
                                        </p:attrNameLst>
                                      </p:cBhvr>
                                      <p:to>
                                        <p:strVal val="visible"/>
                                      </p:to>
                                    </p:set>
                                    <p:anim calcmode="lin" valueType="num">
                                      <p:cBhvr>
                                        <p:cTn id="42" dur="500" fill="hold"/>
                                        <p:tgtEl>
                                          <p:spTgt spid="14"/>
                                        </p:tgtEl>
                                        <p:attrNameLst>
                                          <p:attrName>ppt_w</p:attrName>
                                        </p:attrNameLst>
                                      </p:cBhvr>
                                      <p:tavLst>
                                        <p:tav tm="0">
                                          <p:val>
                                            <p:fltVal val="0"/>
                                          </p:val>
                                        </p:tav>
                                        <p:tav tm="100000">
                                          <p:val>
                                            <p:strVal val="#ppt_w"/>
                                          </p:val>
                                        </p:tav>
                                      </p:tavLst>
                                    </p:anim>
                                    <p:anim calcmode="lin" valueType="num">
                                      <p:cBhvr>
                                        <p:cTn id="43" dur="500" fill="hold"/>
                                        <p:tgtEl>
                                          <p:spTgt spid="14"/>
                                        </p:tgtEl>
                                        <p:attrNameLst>
                                          <p:attrName>ppt_h</p:attrName>
                                        </p:attrNameLst>
                                      </p:cBhvr>
                                      <p:tavLst>
                                        <p:tav tm="0">
                                          <p:val>
                                            <p:fltVal val="0"/>
                                          </p:val>
                                        </p:tav>
                                        <p:tav tm="100000">
                                          <p:val>
                                            <p:strVal val="#ppt_h"/>
                                          </p:val>
                                        </p:tav>
                                      </p:tavLst>
                                    </p:anim>
                                    <p:animEffect transition="in" filter="fade">
                                      <p:cBhvr>
                                        <p:cTn id="44" dur="500"/>
                                        <p:tgtEl>
                                          <p:spTgt spid="14"/>
                                        </p:tgtEl>
                                      </p:cBhvr>
                                    </p:animEffect>
                                    <p:anim calcmode="lin" valueType="num">
                                      <p:cBhvr>
                                        <p:cTn id="45" dur="500" fill="hold"/>
                                        <p:tgtEl>
                                          <p:spTgt spid="14"/>
                                        </p:tgtEl>
                                        <p:attrNameLst>
                                          <p:attrName>ppt_x</p:attrName>
                                        </p:attrNameLst>
                                      </p:cBhvr>
                                      <p:tavLst>
                                        <p:tav tm="0">
                                          <p:val>
                                            <p:fltVal val="0.5"/>
                                          </p:val>
                                        </p:tav>
                                        <p:tav tm="100000">
                                          <p:val>
                                            <p:strVal val="#ppt_x"/>
                                          </p:val>
                                        </p:tav>
                                      </p:tavLst>
                                    </p:anim>
                                    <p:anim calcmode="lin" valueType="num">
                                      <p:cBhvr>
                                        <p:cTn id="46" dur="500" fill="hold"/>
                                        <p:tgtEl>
                                          <p:spTgt spid="14"/>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90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animEffect transition="in" filter="fade">
                                      <p:cBhvr>
                                        <p:cTn id="51" dur="500"/>
                                        <p:tgtEl>
                                          <p:spTgt spid="26"/>
                                        </p:tgtEl>
                                      </p:cBhvr>
                                    </p:animEffect>
                                    <p:anim calcmode="lin" valueType="num">
                                      <p:cBhvr>
                                        <p:cTn id="52" dur="500" fill="hold"/>
                                        <p:tgtEl>
                                          <p:spTgt spid="26"/>
                                        </p:tgtEl>
                                        <p:attrNameLst>
                                          <p:attrName>ppt_x</p:attrName>
                                        </p:attrNameLst>
                                      </p:cBhvr>
                                      <p:tavLst>
                                        <p:tav tm="0">
                                          <p:val>
                                            <p:fltVal val="0.5"/>
                                          </p:val>
                                        </p:tav>
                                        <p:tav tm="100000">
                                          <p:val>
                                            <p:strVal val="#ppt_x"/>
                                          </p:val>
                                        </p:tav>
                                      </p:tavLst>
                                    </p:anim>
                                    <p:anim calcmode="lin" valueType="num">
                                      <p:cBhvr>
                                        <p:cTn id="53" dur="500" fill="hold"/>
                                        <p:tgtEl>
                                          <p:spTgt spid="26"/>
                                        </p:tgtEl>
                                        <p:attrNameLst>
                                          <p:attrName>ppt_y</p:attrName>
                                        </p:attrNameLst>
                                      </p:cBhvr>
                                      <p:tavLst>
                                        <p:tav tm="0">
                                          <p:val>
                                            <p:fltVal val="0.5"/>
                                          </p:val>
                                        </p:tav>
                                        <p:tav tm="100000">
                                          <p:val>
                                            <p:strVal val="#ppt_y"/>
                                          </p:val>
                                        </p:tav>
                                      </p:tavLst>
                                    </p:anim>
                                  </p:childTnLst>
                                </p:cTn>
                              </p:par>
                              <p:par>
                                <p:cTn id="54" presetID="53" presetClass="entr" presetSubtype="528" fill="hold" grpId="0" nodeType="withEffect">
                                  <p:stCondLst>
                                    <p:cond delay="900"/>
                                  </p:stCondLst>
                                  <p:childTnLst>
                                    <p:set>
                                      <p:cBhvr>
                                        <p:cTn id="55" dur="1" fill="hold">
                                          <p:stCondLst>
                                            <p:cond delay="0"/>
                                          </p:stCondLst>
                                        </p:cTn>
                                        <p:tgtEl>
                                          <p:spTgt spid="15"/>
                                        </p:tgtEl>
                                        <p:attrNameLst>
                                          <p:attrName>style.visibility</p:attrName>
                                        </p:attrNameLst>
                                      </p:cBhvr>
                                      <p:to>
                                        <p:strVal val="visible"/>
                                      </p:to>
                                    </p:set>
                                    <p:anim calcmode="lin" valueType="num">
                                      <p:cBhvr>
                                        <p:cTn id="56" dur="500" fill="hold"/>
                                        <p:tgtEl>
                                          <p:spTgt spid="15"/>
                                        </p:tgtEl>
                                        <p:attrNameLst>
                                          <p:attrName>ppt_w</p:attrName>
                                        </p:attrNameLst>
                                      </p:cBhvr>
                                      <p:tavLst>
                                        <p:tav tm="0">
                                          <p:val>
                                            <p:fltVal val="0"/>
                                          </p:val>
                                        </p:tav>
                                        <p:tav tm="100000">
                                          <p:val>
                                            <p:strVal val="#ppt_w"/>
                                          </p:val>
                                        </p:tav>
                                      </p:tavLst>
                                    </p:anim>
                                    <p:anim calcmode="lin" valueType="num">
                                      <p:cBhvr>
                                        <p:cTn id="57" dur="500" fill="hold"/>
                                        <p:tgtEl>
                                          <p:spTgt spid="15"/>
                                        </p:tgtEl>
                                        <p:attrNameLst>
                                          <p:attrName>ppt_h</p:attrName>
                                        </p:attrNameLst>
                                      </p:cBhvr>
                                      <p:tavLst>
                                        <p:tav tm="0">
                                          <p:val>
                                            <p:fltVal val="0"/>
                                          </p:val>
                                        </p:tav>
                                        <p:tav tm="100000">
                                          <p:val>
                                            <p:strVal val="#ppt_h"/>
                                          </p:val>
                                        </p:tav>
                                      </p:tavLst>
                                    </p:anim>
                                    <p:animEffect transition="in" filter="fade">
                                      <p:cBhvr>
                                        <p:cTn id="58" dur="500"/>
                                        <p:tgtEl>
                                          <p:spTgt spid="15"/>
                                        </p:tgtEl>
                                      </p:cBhvr>
                                    </p:animEffect>
                                    <p:anim calcmode="lin" valueType="num">
                                      <p:cBhvr>
                                        <p:cTn id="59" dur="500" fill="hold"/>
                                        <p:tgtEl>
                                          <p:spTgt spid="15"/>
                                        </p:tgtEl>
                                        <p:attrNameLst>
                                          <p:attrName>ppt_x</p:attrName>
                                        </p:attrNameLst>
                                      </p:cBhvr>
                                      <p:tavLst>
                                        <p:tav tm="0">
                                          <p:val>
                                            <p:fltVal val="0.5"/>
                                          </p:val>
                                        </p:tav>
                                        <p:tav tm="100000">
                                          <p:val>
                                            <p:strVal val="#ppt_x"/>
                                          </p:val>
                                        </p:tav>
                                      </p:tavLst>
                                    </p:anim>
                                    <p:anim calcmode="lin" valueType="num">
                                      <p:cBhvr>
                                        <p:cTn id="60" dur="500" fill="hold"/>
                                        <p:tgtEl>
                                          <p:spTgt spid="15"/>
                                        </p:tgtEl>
                                        <p:attrNameLst>
                                          <p:attrName>ppt_y</p:attrName>
                                        </p:attrNameLst>
                                      </p:cBhvr>
                                      <p:tavLst>
                                        <p:tav tm="0">
                                          <p:val>
                                            <p:fltVal val="0.5"/>
                                          </p:val>
                                        </p:tav>
                                        <p:tav tm="100000">
                                          <p:val>
                                            <p:strVal val="#ppt_y"/>
                                          </p:val>
                                        </p:tav>
                                      </p:tavLst>
                                    </p:anim>
                                  </p:childTnLst>
                                </p:cTn>
                              </p:par>
                            </p:childTnLst>
                          </p:cTn>
                        </p:par>
                        <p:par>
                          <p:cTn id="61" fill="hold">
                            <p:stCondLst>
                              <p:cond delay="1400"/>
                            </p:stCondLst>
                            <p:childTnLst>
                              <p:par>
                                <p:cTn id="62" presetID="16" presetClass="entr" presetSubtype="37" fill="hold" grpId="0" nodeType="after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barn(outVertical)">
                                      <p:cBhvr>
                                        <p:cTn id="64" dur="500"/>
                                        <p:tgtEl>
                                          <p:spTgt spid="28"/>
                                        </p:tgtEl>
                                      </p:cBhvr>
                                    </p:animEffect>
                                  </p:childTnLst>
                                </p:cTn>
                              </p:par>
                              <p:par>
                                <p:cTn id="65" presetID="16" presetClass="entr" presetSubtype="37"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barn(outVertical)">
                                      <p:cBhvr>
                                        <p:cTn id="67" dur="500"/>
                                        <p:tgtEl>
                                          <p:spTgt spid="27"/>
                                        </p:tgtEl>
                                      </p:cBhvr>
                                    </p:animEffect>
                                  </p:childTnLst>
                                </p:cTn>
                              </p:par>
                              <p:par>
                                <p:cTn id="68" presetID="16" presetClass="entr" presetSubtype="37" fill="hold" grpId="0" nodeType="withEffect">
                                  <p:stCondLst>
                                    <p:cond delay="300"/>
                                  </p:stCondLst>
                                  <p:childTnLst>
                                    <p:set>
                                      <p:cBhvr>
                                        <p:cTn id="69" dur="1" fill="hold">
                                          <p:stCondLst>
                                            <p:cond delay="0"/>
                                          </p:stCondLst>
                                        </p:cTn>
                                        <p:tgtEl>
                                          <p:spTgt spid="32"/>
                                        </p:tgtEl>
                                        <p:attrNameLst>
                                          <p:attrName>style.visibility</p:attrName>
                                        </p:attrNameLst>
                                      </p:cBhvr>
                                      <p:to>
                                        <p:strVal val="visible"/>
                                      </p:to>
                                    </p:set>
                                    <p:animEffect transition="in" filter="barn(outVertical)">
                                      <p:cBhvr>
                                        <p:cTn id="70" dur="500"/>
                                        <p:tgtEl>
                                          <p:spTgt spid="32"/>
                                        </p:tgtEl>
                                      </p:cBhvr>
                                    </p:animEffect>
                                  </p:childTnLst>
                                </p:cTn>
                              </p:par>
                              <p:par>
                                <p:cTn id="71" presetID="16" presetClass="entr" presetSubtype="37" fill="hold" grpId="0" nodeType="withEffect">
                                  <p:stCondLst>
                                    <p:cond delay="300"/>
                                  </p:stCondLst>
                                  <p:childTnLst>
                                    <p:set>
                                      <p:cBhvr>
                                        <p:cTn id="72" dur="1" fill="hold">
                                          <p:stCondLst>
                                            <p:cond delay="0"/>
                                          </p:stCondLst>
                                        </p:cTn>
                                        <p:tgtEl>
                                          <p:spTgt spid="31"/>
                                        </p:tgtEl>
                                        <p:attrNameLst>
                                          <p:attrName>style.visibility</p:attrName>
                                        </p:attrNameLst>
                                      </p:cBhvr>
                                      <p:to>
                                        <p:strVal val="visible"/>
                                      </p:to>
                                    </p:set>
                                    <p:animEffect transition="in" filter="barn(outVertical)">
                                      <p:cBhvr>
                                        <p:cTn id="73" dur="500"/>
                                        <p:tgtEl>
                                          <p:spTgt spid="31"/>
                                        </p:tgtEl>
                                      </p:cBhvr>
                                    </p:animEffect>
                                  </p:childTnLst>
                                </p:cTn>
                              </p:par>
                              <p:par>
                                <p:cTn id="74" presetID="16" presetClass="entr" presetSubtype="37" fill="hold" grpId="0" nodeType="withEffect">
                                  <p:stCondLst>
                                    <p:cond delay="600"/>
                                  </p:stCondLst>
                                  <p:childTnLst>
                                    <p:set>
                                      <p:cBhvr>
                                        <p:cTn id="75" dur="1" fill="hold">
                                          <p:stCondLst>
                                            <p:cond delay="0"/>
                                          </p:stCondLst>
                                        </p:cTn>
                                        <p:tgtEl>
                                          <p:spTgt spid="30"/>
                                        </p:tgtEl>
                                        <p:attrNameLst>
                                          <p:attrName>style.visibility</p:attrName>
                                        </p:attrNameLst>
                                      </p:cBhvr>
                                      <p:to>
                                        <p:strVal val="visible"/>
                                      </p:to>
                                    </p:set>
                                    <p:animEffect transition="in" filter="barn(outVertical)">
                                      <p:cBhvr>
                                        <p:cTn id="76" dur="500"/>
                                        <p:tgtEl>
                                          <p:spTgt spid="30"/>
                                        </p:tgtEl>
                                      </p:cBhvr>
                                    </p:animEffect>
                                  </p:childTnLst>
                                </p:cTn>
                              </p:par>
                              <p:par>
                                <p:cTn id="77" presetID="16" presetClass="entr" presetSubtype="37" fill="hold" grpId="0" nodeType="withEffect">
                                  <p:stCondLst>
                                    <p:cond delay="600"/>
                                  </p:stCondLst>
                                  <p:childTnLst>
                                    <p:set>
                                      <p:cBhvr>
                                        <p:cTn id="78" dur="1" fill="hold">
                                          <p:stCondLst>
                                            <p:cond delay="0"/>
                                          </p:stCondLst>
                                        </p:cTn>
                                        <p:tgtEl>
                                          <p:spTgt spid="29"/>
                                        </p:tgtEl>
                                        <p:attrNameLst>
                                          <p:attrName>style.visibility</p:attrName>
                                        </p:attrNameLst>
                                      </p:cBhvr>
                                      <p:to>
                                        <p:strVal val="visible"/>
                                      </p:to>
                                    </p:set>
                                    <p:animEffect transition="in" filter="barn(outVertical)">
                                      <p:cBhvr>
                                        <p:cTn id="79" dur="500"/>
                                        <p:tgtEl>
                                          <p:spTgt spid="29"/>
                                        </p:tgtEl>
                                      </p:cBhvr>
                                    </p:animEffect>
                                  </p:childTnLst>
                                </p:cTn>
                              </p:par>
                              <p:par>
                                <p:cTn id="80" presetID="16" presetClass="entr" presetSubtype="37" fill="hold" grpId="0" nodeType="withEffect">
                                  <p:stCondLst>
                                    <p:cond delay="900"/>
                                  </p:stCondLst>
                                  <p:childTnLst>
                                    <p:set>
                                      <p:cBhvr>
                                        <p:cTn id="81" dur="1" fill="hold">
                                          <p:stCondLst>
                                            <p:cond delay="0"/>
                                          </p:stCondLst>
                                        </p:cTn>
                                        <p:tgtEl>
                                          <p:spTgt spid="34"/>
                                        </p:tgtEl>
                                        <p:attrNameLst>
                                          <p:attrName>style.visibility</p:attrName>
                                        </p:attrNameLst>
                                      </p:cBhvr>
                                      <p:to>
                                        <p:strVal val="visible"/>
                                      </p:to>
                                    </p:set>
                                    <p:animEffect transition="in" filter="barn(outVertical)">
                                      <p:cBhvr>
                                        <p:cTn id="82" dur="500"/>
                                        <p:tgtEl>
                                          <p:spTgt spid="34"/>
                                        </p:tgtEl>
                                      </p:cBhvr>
                                    </p:animEffect>
                                  </p:childTnLst>
                                </p:cTn>
                              </p:par>
                              <p:par>
                                <p:cTn id="83" presetID="16" presetClass="entr" presetSubtype="37" fill="hold" grpId="0" nodeType="withEffect">
                                  <p:stCondLst>
                                    <p:cond delay="900"/>
                                  </p:stCondLst>
                                  <p:childTnLst>
                                    <p:set>
                                      <p:cBhvr>
                                        <p:cTn id="84" dur="1" fill="hold">
                                          <p:stCondLst>
                                            <p:cond delay="0"/>
                                          </p:stCondLst>
                                        </p:cTn>
                                        <p:tgtEl>
                                          <p:spTgt spid="33"/>
                                        </p:tgtEl>
                                        <p:attrNameLst>
                                          <p:attrName>style.visibility</p:attrName>
                                        </p:attrNameLst>
                                      </p:cBhvr>
                                      <p:to>
                                        <p:strVal val="visible"/>
                                      </p:to>
                                    </p:set>
                                    <p:animEffect transition="in" filter="barn(outVertical)">
                                      <p:cBhvr>
                                        <p:cTn id="85"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25" grpId="0" animBg="1"/>
      <p:bldP spid="26" grpId="0" animBg="1"/>
      <p:bldP spid="27" grpId="0"/>
      <p:bldP spid="28" grpId="0"/>
      <p:bldP spid="29" grpId="0"/>
      <p:bldP spid="30" grpId="0"/>
      <p:bldP spid="31" grpId="0"/>
      <p:bldP spid="32" grpId="0"/>
      <p:bldP spid="33"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应用前景</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04</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437FEFDA-487D-49CA-8832-B48F069677E2}"/>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1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60F10B-2E66-44B9-8FA3-EA9EAB5CA7DA}"/>
              </a:ext>
            </a:extLst>
          </p:cNvPr>
          <p:cNvSpPr/>
          <p:nvPr/>
        </p:nvSpPr>
        <p:spPr>
          <a:xfrm rot="5400000">
            <a:off x="39310" y="1167609"/>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20" name="矩形 1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601384C-9774-4269-8D68-99030D5467D3}"/>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21" name="矩形 2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33C7BB61-BBEA-472B-9161-A571DC99F4E5}"/>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22" name="矩形 2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7DE6D483-C123-42DC-8C23-372D76075F47}"/>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23" name="矩形 2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9FF72F99-5DED-4302-9F0E-D5E49F878A15}"/>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24" name="矩形 23"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65A650E-341D-4563-9E6C-C736C1070421}"/>
              </a:ext>
            </a:extLst>
          </p:cNvPr>
          <p:cNvSpPr/>
          <p:nvPr/>
        </p:nvSpPr>
        <p:spPr>
          <a:xfrm>
            <a:off x="525341" y="4116725"/>
            <a:ext cx="45719" cy="65835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sp>
        <p:nvSpPr>
          <p:cNvPr id="32" name="矩形 31">
            <a:extLst>
              <a:ext uri="{FF2B5EF4-FFF2-40B4-BE49-F238E27FC236}">
                <a16:creationId xmlns:a16="http://schemas.microsoft.com/office/drawing/2014/main" id="{9541650F-C869-438A-A316-908DA4BD2BEF}"/>
              </a:ext>
            </a:extLst>
          </p:cNvPr>
          <p:cNvSpPr/>
          <p:nvPr/>
        </p:nvSpPr>
        <p:spPr>
          <a:xfrm rot="1400643">
            <a:off x="6587178" y="2841846"/>
            <a:ext cx="5623970" cy="1768901"/>
          </a:xfrm>
          <a:prstGeom prst="rect">
            <a:avLst/>
          </a:prstGeom>
          <a:gradFill flip="none" rotWithShape="1">
            <a:gsLst>
              <a:gs pos="54000">
                <a:sysClr val="window" lastClr="FFFFFF">
                  <a:lumMod val="65000"/>
                  <a:lumOff val="35000"/>
                  <a:alpha val="0"/>
                </a:sysClr>
              </a:gs>
              <a:gs pos="0">
                <a:srgbClr val="0070C0">
                  <a:alpha val="54000"/>
                  <a:lumMod val="65000"/>
                  <a:lumOff val="35000"/>
                </a:srgbClr>
              </a:gs>
              <a:gs pos="0">
                <a:sysClr val="window" lastClr="FFFFFF">
                  <a:lumMod val="75000"/>
                </a:sysClr>
              </a:gs>
            </a:gsLst>
            <a:lin ang="2400000" scaled="0"/>
            <a:tileRect/>
          </a:gradFill>
          <a:ln w="12700" cap="flat" cmpd="sng" algn="ctr">
            <a:noFill/>
            <a:prstDash val="solid"/>
            <a:miter lim="800000"/>
          </a:ln>
          <a:effectLst/>
        </p:spPr>
        <p:txBody>
          <a:bodyPr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lang="zh-CN" altLang="en-US" sz="2399" b="0" i="0" u="none" strike="noStrike" kern="0" cap="none" spc="0" normalizeH="0" baseline="0" noProof="0" dirty="0">
              <a:ln>
                <a:noFill/>
              </a:ln>
              <a:solidFill>
                <a:prstClr val="white"/>
              </a:solidFill>
              <a:effectLst/>
              <a:uLnTx/>
              <a:uFillTx/>
              <a:latin typeface="Calibri"/>
              <a:ea typeface="宋体" panose="02010600030101010101" pitchFamily="2" charset="-122"/>
              <a:cs typeface="+mn-cs"/>
            </a:endParaRPr>
          </a:p>
        </p:txBody>
      </p:sp>
      <p:sp>
        <p:nvSpPr>
          <p:cNvPr id="34" name="副标题 2">
            <a:extLst>
              <a:ext uri="{FF2B5EF4-FFF2-40B4-BE49-F238E27FC236}">
                <a16:creationId xmlns:a16="http://schemas.microsoft.com/office/drawing/2014/main" id="{BD14986D-9317-42F2-B810-972FF4CEA44A}"/>
              </a:ext>
            </a:extLst>
          </p:cNvPr>
          <p:cNvSpPr txBox="1">
            <a:spLocks/>
          </p:cNvSpPr>
          <p:nvPr/>
        </p:nvSpPr>
        <p:spPr>
          <a:xfrm>
            <a:off x="5552461" y="5204327"/>
            <a:ext cx="1655666" cy="311347"/>
          </a:xfrm>
          <a:prstGeom prst="rect">
            <a:avLst/>
          </a:prstGeom>
          <a:ln>
            <a:solidFill>
              <a:sysClr val="window" lastClr="FFFFFF"/>
            </a:solidFill>
          </a:ln>
        </p:spPr>
        <p:txBody>
          <a:bodyPr vert="horz" lIns="91400" tIns="45699" rIns="91400" bIns="45699" rtlCol="0">
            <a:normAutofit lnSpcReduction="10000"/>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marL="0" marR="0" lvl="0" indent="0" algn="ctr" defTabSz="1218804" rtl="0" eaLnBrk="1" fontAlgn="base" latinLnBrk="0" hangingPunct="1">
              <a:lnSpc>
                <a:spcPct val="100000"/>
              </a:lnSpc>
              <a:spcBef>
                <a:spcPct val="20000"/>
              </a:spcBef>
              <a:spcAft>
                <a:spcPct val="0"/>
              </a:spcAft>
              <a:buClrTx/>
              <a:buSzTx/>
              <a:buFont typeface="Arial" panose="020B0604020202020204" pitchFamily="34" charset="0"/>
              <a:buNone/>
              <a:tabLst/>
              <a:defRPr/>
            </a:pPr>
            <a:r>
              <a:rPr kumimoji="0" lang="zh-CN" altLang="en-US" sz="1599"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汇报：张三</a:t>
            </a:r>
          </a:p>
        </p:txBody>
      </p:sp>
      <p:sp>
        <p:nvSpPr>
          <p:cNvPr id="35" name="矩形 34">
            <a:extLst>
              <a:ext uri="{FF2B5EF4-FFF2-40B4-BE49-F238E27FC236}">
                <a16:creationId xmlns:a16="http://schemas.microsoft.com/office/drawing/2014/main" id="{6155E614-1666-4396-A1D7-7F33D73A0BEE}"/>
              </a:ext>
            </a:extLst>
          </p:cNvPr>
          <p:cNvSpPr/>
          <p:nvPr/>
        </p:nvSpPr>
        <p:spPr>
          <a:xfrm>
            <a:off x="1730534" y="2140432"/>
            <a:ext cx="2713415" cy="137160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w="57150" cap="flat" cmpd="sng" algn="ctr">
            <a:noFill/>
            <a:prstDash val="solid"/>
            <a:miter lim="800000"/>
          </a:ln>
          <a:effectLst/>
        </p:spPr>
        <p:txBody>
          <a:bodyPr lIns="91400" tIns="45699" rIns="91400"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36" name="矩形 35">
            <a:extLst>
              <a:ext uri="{FF2B5EF4-FFF2-40B4-BE49-F238E27FC236}">
                <a16:creationId xmlns:a16="http://schemas.microsoft.com/office/drawing/2014/main" id="{264FEE89-5085-4D83-A2F9-684534C57F03}"/>
              </a:ext>
            </a:extLst>
          </p:cNvPr>
          <p:cNvSpPr/>
          <p:nvPr/>
        </p:nvSpPr>
        <p:spPr>
          <a:xfrm>
            <a:off x="4724665" y="2140432"/>
            <a:ext cx="2713415" cy="1371601"/>
          </a:xfrm>
          <a:prstGeom prst="rect">
            <a:avLst/>
          </a:prstGeom>
          <a:blipFill dpi="0" rotWithShape="1">
            <a:blip r:embed="rId4">
              <a:extLst>
                <a:ext uri="{28A0092B-C50C-407E-A947-70E740481C1C}">
                  <a14:useLocalDpi xmlns:a14="http://schemas.microsoft.com/office/drawing/2010/main" val="0"/>
                </a:ext>
              </a:extLst>
            </a:blip>
            <a:srcRect/>
            <a:stretch>
              <a:fillRect/>
            </a:stretch>
          </a:blipFill>
          <a:ln w="57150" cap="flat" cmpd="sng" algn="ctr">
            <a:noFill/>
            <a:prstDash val="solid"/>
            <a:miter lim="800000"/>
          </a:ln>
          <a:effectLst/>
        </p:spPr>
        <p:txBody>
          <a:bodyPr lIns="91400" tIns="45699" rIns="91400"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37" name="矩形 36">
            <a:extLst>
              <a:ext uri="{FF2B5EF4-FFF2-40B4-BE49-F238E27FC236}">
                <a16:creationId xmlns:a16="http://schemas.microsoft.com/office/drawing/2014/main" id="{9E19CE0C-92A7-4A19-8F88-198CF23C0835}"/>
              </a:ext>
            </a:extLst>
          </p:cNvPr>
          <p:cNvSpPr/>
          <p:nvPr/>
        </p:nvSpPr>
        <p:spPr>
          <a:xfrm>
            <a:off x="7748052" y="2140432"/>
            <a:ext cx="2713415" cy="1371601"/>
          </a:xfrm>
          <a:prstGeom prst="rect">
            <a:avLst/>
          </a:prstGeom>
          <a:blipFill dpi="0" rotWithShape="1">
            <a:blip r:embed="rId5">
              <a:extLst>
                <a:ext uri="{28A0092B-C50C-407E-A947-70E740481C1C}">
                  <a14:useLocalDpi xmlns:a14="http://schemas.microsoft.com/office/drawing/2010/main" val="0"/>
                </a:ext>
              </a:extLst>
            </a:blip>
            <a:srcRect/>
            <a:stretch>
              <a:fillRect/>
            </a:stretch>
          </a:blipFill>
          <a:ln w="57150" cap="flat" cmpd="sng" algn="ctr">
            <a:noFill/>
            <a:prstDash val="solid"/>
            <a:miter lim="800000"/>
          </a:ln>
          <a:effectLst/>
        </p:spPr>
        <p:txBody>
          <a:bodyPr lIns="91400" tIns="45699" rIns="91400"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endPar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endParaRPr>
          </a:p>
        </p:txBody>
      </p:sp>
      <p:sp>
        <p:nvSpPr>
          <p:cNvPr id="38" name="矩形 37">
            <a:extLst>
              <a:ext uri="{FF2B5EF4-FFF2-40B4-BE49-F238E27FC236}">
                <a16:creationId xmlns:a16="http://schemas.microsoft.com/office/drawing/2014/main" id="{B174B643-B85C-4BDB-8905-25BE2806F5B3}"/>
              </a:ext>
            </a:extLst>
          </p:cNvPr>
          <p:cNvSpPr/>
          <p:nvPr/>
        </p:nvSpPr>
        <p:spPr>
          <a:xfrm>
            <a:off x="1730534" y="1773262"/>
            <a:ext cx="2713415" cy="367169"/>
          </a:xfrm>
          <a:prstGeom prst="rect">
            <a:avLst/>
          </a:prstGeom>
          <a:solidFill>
            <a:srgbClr val="0070C0"/>
          </a:solidFill>
          <a:ln w="12700" cap="flat" cmpd="sng" algn="ctr">
            <a:noFill/>
            <a:prstDash val="solid"/>
            <a:miter lim="800000"/>
          </a:ln>
          <a:effectLst/>
        </p:spPr>
        <p:txBody>
          <a:bodyPr lIns="35985" tIns="45699" rIns="35985"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添加标题内容</a:t>
            </a:r>
          </a:p>
        </p:txBody>
      </p:sp>
      <p:sp>
        <p:nvSpPr>
          <p:cNvPr id="39" name="矩形 38">
            <a:extLst>
              <a:ext uri="{FF2B5EF4-FFF2-40B4-BE49-F238E27FC236}">
                <a16:creationId xmlns:a16="http://schemas.microsoft.com/office/drawing/2014/main" id="{01BC9CA8-85EB-4B9E-B653-C7E1F3CB1C40}"/>
              </a:ext>
            </a:extLst>
          </p:cNvPr>
          <p:cNvSpPr/>
          <p:nvPr/>
        </p:nvSpPr>
        <p:spPr>
          <a:xfrm>
            <a:off x="4724664" y="1773262"/>
            <a:ext cx="2713415" cy="367169"/>
          </a:xfrm>
          <a:prstGeom prst="rect">
            <a:avLst/>
          </a:prstGeom>
          <a:solidFill>
            <a:srgbClr val="005DA2"/>
          </a:solidFill>
          <a:ln w="12700" cap="flat" cmpd="sng" algn="ctr">
            <a:noFill/>
            <a:prstDash val="solid"/>
            <a:miter lim="800000"/>
          </a:ln>
          <a:effectLst/>
        </p:spPr>
        <p:txBody>
          <a:bodyPr lIns="35985" tIns="45699" rIns="35985"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添加标题内容</a:t>
            </a:r>
          </a:p>
        </p:txBody>
      </p:sp>
      <p:sp>
        <p:nvSpPr>
          <p:cNvPr id="40" name="矩形 39">
            <a:extLst>
              <a:ext uri="{FF2B5EF4-FFF2-40B4-BE49-F238E27FC236}">
                <a16:creationId xmlns:a16="http://schemas.microsoft.com/office/drawing/2014/main" id="{80CAD3B4-C56B-47F4-8C62-DF19657DA531}"/>
              </a:ext>
            </a:extLst>
          </p:cNvPr>
          <p:cNvSpPr/>
          <p:nvPr/>
        </p:nvSpPr>
        <p:spPr>
          <a:xfrm>
            <a:off x="7748052" y="1773262"/>
            <a:ext cx="2713415" cy="367169"/>
          </a:xfrm>
          <a:prstGeom prst="rect">
            <a:avLst/>
          </a:prstGeom>
          <a:solidFill>
            <a:srgbClr val="0070C0"/>
          </a:solidFill>
          <a:ln w="12700" cap="flat" cmpd="sng" algn="ctr">
            <a:noFill/>
            <a:prstDash val="solid"/>
            <a:miter lim="800000"/>
          </a:ln>
          <a:effectLst/>
        </p:spPr>
        <p:txBody>
          <a:bodyPr lIns="35985" tIns="45699" rIns="35985" bIns="45699" rtlCol="0" anchor="ctr"/>
          <a:lstStyle/>
          <a:p>
            <a:pPr marL="0" marR="0" lvl="0" indent="0" algn="ctr" defTabSz="1218804" eaLnBrk="1" fontAlgn="base" latinLnBrk="0" hangingPunct="1">
              <a:lnSpc>
                <a:spcPct val="100000"/>
              </a:lnSpc>
              <a:spcBef>
                <a:spcPct val="0"/>
              </a:spcBef>
              <a:spcAft>
                <a:spcPct val="0"/>
              </a:spcAft>
              <a:buClrTx/>
              <a:buSzTx/>
              <a:buFontTx/>
              <a:buNone/>
              <a:tabLst/>
              <a:defRPr/>
            </a:pPr>
            <a:r>
              <a:rPr kumimoji="0" lang="zh-CN" altLang="en-US" sz="1599" b="0" i="0" u="none" strike="noStrike" kern="0" cap="none" spc="0" normalizeH="0" baseline="0" noProof="0" dirty="0">
                <a:ln>
                  <a:noFill/>
                </a:ln>
                <a:solidFill>
                  <a:prstClr val="white"/>
                </a:solidFill>
                <a:effectLst/>
                <a:uLnTx/>
                <a:uFillTx/>
                <a:latin typeface="微软雅黑" pitchFamily="34" charset="-122"/>
                <a:ea typeface="微软雅黑" pitchFamily="34" charset="-122"/>
                <a:cs typeface="+mn-cs"/>
              </a:rPr>
              <a:t>添加标题内容</a:t>
            </a:r>
          </a:p>
        </p:txBody>
      </p:sp>
      <p:sp>
        <p:nvSpPr>
          <p:cNvPr id="41" name="TextBox 15">
            <a:extLst>
              <a:ext uri="{FF2B5EF4-FFF2-40B4-BE49-F238E27FC236}">
                <a16:creationId xmlns:a16="http://schemas.microsoft.com/office/drawing/2014/main" id="{0A070E82-8F90-4256-A332-DF3EFB2B7699}"/>
              </a:ext>
            </a:extLst>
          </p:cNvPr>
          <p:cNvSpPr txBox="1"/>
          <p:nvPr/>
        </p:nvSpPr>
        <p:spPr>
          <a:xfrm>
            <a:off x="1632905" y="3674621"/>
            <a:ext cx="2811043" cy="549019"/>
          </a:xfrm>
          <a:prstGeom prst="rect">
            <a:avLst/>
          </a:prstGeom>
          <a:noFill/>
        </p:spPr>
        <p:txBody>
          <a:bodyPr wrap="square" lIns="91400" tIns="45699" rIns="91400" bIns="45699" rtlCol="0">
            <a:spAutoFit/>
          </a:bodyPr>
          <a:lstStyle/>
          <a:p>
            <a:pPr algn="just" defTabSz="1218804" fontAlgn="base">
              <a:lnSpc>
                <a:spcPct val="130000"/>
              </a:lnSpc>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此部分内容作为文字排版占位显示（建议使用主题字体）</a:t>
            </a:r>
          </a:p>
        </p:txBody>
      </p:sp>
      <p:sp>
        <p:nvSpPr>
          <p:cNvPr id="42" name="TextBox 16">
            <a:extLst>
              <a:ext uri="{FF2B5EF4-FFF2-40B4-BE49-F238E27FC236}">
                <a16:creationId xmlns:a16="http://schemas.microsoft.com/office/drawing/2014/main" id="{C882BF0C-F32D-4A56-A16F-5A1686511866}"/>
              </a:ext>
            </a:extLst>
          </p:cNvPr>
          <p:cNvSpPr txBox="1"/>
          <p:nvPr/>
        </p:nvSpPr>
        <p:spPr>
          <a:xfrm>
            <a:off x="4710556" y="3674620"/>
            <a:ext cx="2727525" cy="549019"/>
          </a:xfrm>
          <a:prstGeom prst="rect">
            <a:avLst/>
          </a:prstGeom>
          <a:noFill/>
        </p:spPr>
        <p:txBody>
          <a:bodyPr wrap="square" lIns="91400" tIns="45699" rIns="91400" bIns="45699" rtlCol="0">
            <a:spAutoFit/>
          </a:bodyPr>
          <a:lstStyle/>
          <a:p>
            <a:pPr algn="just" defTabSz="1218804" fontAlgn="base">
              <a:lnSpc>
                <a:spcPct val="130000"/>
              </a:lnSpc>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此部分内容作为文字排版占位显示（建议使用主题字体）</a:t>
            </a:r>
          </a:p>
        </p:txBody>
      </p:sp>
      <p:sp>
        <p:nvSpPr>
          <p:cNvPr id="43" name="TextBox 17">
            <a:extLst>
              <a:ext uri="{FF2B5EF4-FFF2-40B4-BE49-F238E27FC236}">
                <a16:creationId xmlns:a16="http://schemas.microsoft.com/office/drawing/2014/main" id="{718500F7-4932-4495-8776-DAD8940E1965}"/>
              </a:ext>
            </a:extLst>
          </p:cNvPr>
          <p:cNvSpPr txBox="1"/>
          <p:nvPr/>
        </p:nvSpPr>
        <p:spPr>
          <a:xfrm>
            <a:off x="7748052" y="3674620"/>
            <a:ext cx="2713415" cy="549019"/>
          </a:xfrm>
          <a:prstGeom prst="rect">
            <a:avLst/>
          </a:prstGeom>
          <a:noFill/>
        </p:spPr>
        <p:txBody>
          <a:bodyPr wrap="square" lIns="91400" tIns="45699" rIns="91400" bIns="45699" rtlCol="0">
            <a:spAutoFit/>
          </a:bodyPr>
          <a:lstStyle/>
          <a:p>
            <a:pPr algn="just" defTabSz="1218804" fontAlgn="base">
              <a:lnSpc>
                <a:spcPct val="130000"/>
              </a:lnSpc>
              <a:spcBef>
                <a:spcPct val="0"/>
              </a:spcBef>
              <a:spcAft>
                <a:spcPct val="0"/>
              </a:spcAft>
            </a:pPr>
            <a:r>
              <a:rPr lang="zh-CN" altLang="en-US" sz="1200" dirty="0">
                <a:solidFill>
                  <a:prstClr val="black">
                    <a:lumMod val="50000"/>
                    <a:lumOff val="50000"/>
                  </a:prstClr>
                </a:solidFill>
                <a:latin typeface="微软雅黑" pitchFamily="34" charset="-122"/>
                <a:ea typeface="微软雅黑" pitchFamily="34" charset="-122"/>
              </a:rPr>
              <a:t>此部分内容作为文字排版占位显示（建议使用主题字体）</a:t>
            </a:r>
          </a:p>
        </p:txBody>
      </p:sp>
      <p:sp>
        <p:nvSpPr>
          <p:cNvPr id="44" name="Rectangle 5">
            <a:extLst>
              <a:ext uri="{FF2B5EF4-FFF2-40B4-BE49-F238E27FC236}">
                <a16:creationId xmlns:a16="http://schemas.microsoft.com/office/drawing/2014/main" id="{71910534-D2DF-4711-A4AD-E076704FEF61}"/>
              </a:ext>
            </a:extLst>
          </p:cNvPr>
          <p:cNvSpPr>
            <a:spLocks/>
          </p:cNvSpPr>
          <p:nvPr/>
        </p:nvSpPr>
        <p:spPr bwMode="auto">
          <a:xfrm>
            <a:off x="953037" y="4939820"/>
            <a:ext cx="10895526" cy="712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a:solidFill>
                  <a:schemeClr val="tx1"/>
                </a:solidFill>
                <a:miter lim="800000"/>
                <a:headEnd type="none" w="med" len="med"/>
                <a:tailEnd type="none" w="med" len="med"/>
              </a14:hiddenLine>
            </a:ext>
          </a:extLst>
        </p:spPr>
        <p:txBody>
          <a:bodyPr lIns="0" tIns="0" rIns="0" bIns="0" anchor="t"/>
          <a:lstStyle/>
          <a:p>
            <a:pPr defTabSz="1218804" fontAlgn="base">
              <a:lnSpc>
                <a:spcPct val="150000"/>
              </a:lnSpc>
              <a:spcBef>
                <a:spcPct val="0"/>
              </a:spcBef>
              <a:spcAft>
                <a:spcPct val="0"/>
              </a:spcAft>
            </a:pPr>
            <a:r>
              <a:rPr lang="zh-CN" altLang="en-US" sz="1600" dirty="0">
                <a:solidFill>
                  <a:srgbClr val="0070C0"/>
                </a:solidFill>
                <a:latin typeface="微软雅黑"/>
                <a:ea typeface="微软雅黑"/>
                <a:sym typeface="Gill Sans" charset="0"/>
              </a:rPr>
              <a:t>      此处添加详细文本描述，建议与标题相关并符合整体语言风格，语言描述尽量简洁生动。尽量将每页幻灯片的字数控制在  </a:t>
            </a:r>
            <a:r>
              <a:rPr lang="en-US" altLang="zh-CN" sz="1600" dirty="0">
                <a:solidFill>
                  <a:srgbClr val="0070C0"/>
                </a:solidFill>
                <a:latin typeface="微软雅黑"/>
                <a:ea typeface="微软雅黑"/>
                <a:sym typeface="Gill Sans" charset="0"/>
              </a:rPr>
              <a:t>200</a:t>
            </a:r>
            <a:r>
              <a:rPr lang="zh-CN" altLang="en-US" sz="1600" dirty="0">
                <a:solidFill>
                  <a:srgbClr val="0070C0"/>
                </a:solidFill>
                <a:latin typeface="微软雅黑"/>
                <a:ea typeface="微软雅黑"/>
                <a:sym typeface="Gill Sans" charset="0"/>
              </a:rPr>
              <a:t>字以内，据统计每页幻灯片的最好控制在</a:t>
            </a:r>
            <a:r>
              <a:rPr lang="en-US" altLang="zh-CN" sz="1600" dirty="0">
                <a:solidFill>
                  <a:srgbClr val="0070C0"/>
                </a:solidFill>
                <a:latin typeface="微软雅黑"/>
                <a:ea typeface="微软雅黑"/>
                <a:sym typeface="Gill Sans" charset="0"/>
              </a:rPr>
              <a:t>5</a:t>
            </a:r>
            <a:r>
              <a:rPr lang="zh-CN" altLang="en-US" sz="1600" dirty="0">
                <a:solidFill>
                  <a:srgbClr val="0070C0"/>
                </a:solidFill>
                <a:latin typeface="微软雅黑"/>
                <a:ea typeface="微软雅黑"/>
                <a:sym typeface="Gill Sans" charset="0"/>
              </a:rPr>
              <a:t>分钟之内。此处添加详细文本描述，建议与标题相关并符合整体语言风格，语言描述尽量简洁生动。</a:t>
            </a:r>
            <a:endParaRPr lang="en-US" altLang="zh-CN" sz="1600" dirty="0">
              <a:solidFill>
                <a:srgbClr val="0070C0"/>
              </a:solidFill>
              <a:latin typeface="微软雅黑"/>
              <a:ea typeface="微软雅黑"/>
              <a:sym typeface="Gill Sans" charset="0"/>
            </a:endParaRPr>
          </a:p>
        </p:txBody>
      </p:sp>
    </p:spTree>
    <p:extLst>
      <p:ext uri="{BB962C8B-B14F-4D97-AF65-F5344CB8AC3E}">
        <p14:creationId xmlns:p14="http://schemas.microsoft.com/office/powerpoint/2010/main" val="1100808353"/>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wipe(down)">
                                      <p:cBhvr>
                                        <p:cTn id="7" dur="500"/>
                                        <p:tgtEl>
                                          <p:spTgt spid="34"/>
                                        </p:tgtEl>
                                      </p:cBhvr>
                                    </p:animEffect>
                                  </p:childTnLst>
                                </p:cTn>
                              </p:par>
                            </p:childTnLst>
                          </p:cTn>
                        </p:par>
                        <p:par>
                          <p:cTn id="8" fill="hold">
                            <p:stCondLst>
                              <p:cond delay="500"/>
                            </p:stCondLst>
                            <p:childTnLst>
                              <p:par>
                                <p:cTn id="9" presetID="2" presetClass="entr" presetSubtype="2" decel="100000" fill="hold" grpId="0" nodeType="afterEffect">
                                  <p:stCondLst>
                                    <p:cond delay="0"/>
                                  </p:stCondLst>
                                  <p:childTnLst>
                                    <p:set>
                                      <p:cBhvr>
                                        <p:cTn id="10" dur="1" fill="hold">
                                          <p:stCondLst>
                                            <p:cond delay="0"/>
                                          </p:stCondLst>
                                        </p:cTn>
                                        <p:tgtEl>
                                          <p:spTgt spid="35"/>
                                        </p:tgtEl>
                                        <p:attrNameLst>
                                          <p:attrName>style.visibility</p:attrName>
                                        </p:attrNameLst>
                                      </p:cBhvr>
                                      <p:to>
                                        <p:strVal val="visible"/>
                                      </p:to>
                                    </p:set>
                                    <p:anim calcmode="lin" valueType="num">
                                      <p:cBhvr additive="base">
                                        <p:cTn id="11" dur="1000" fill="hold"/>
                                        <p:tgtEl>
                                          <p:spTgt spid="35"/>
                                        </p:tgtEl>
                                        <p:attrNameLst>
                                          <p:attrName>ppt_x</p:attrName>
                                        </p:attrNameLst>
                                      </p:cBhvr>
                                      <p:tavLst>
                                        <p:tav tm="0">
                                          <p:val>
                                            <p:strVal val="1+#ppt_w/2"/>
                                          </p:val>
                                        </p:tav>
                                        <p:tav tm="100000">
                                          <p:val>
                                            <p:strVal val="#ppt_x"/>
                                          </p:val>
                                        </p:tav>
                                      </p:tavLst>
                                    </p:anim>
                                    <p:anim calcmode="lin" valueType="num">
                                      <p:cBhvr additive="base">
                                        <p:cTn id="12" dur="1000" fill="hold"/>
                                        <p:tgtEl>
                                          <p:spTgt spid="35"/>
                                        </p:tgtEl>
                                        <p:attrNameLst>
                                          <p:attrName>ppt_y</p:attrName>
                                        </p:attrNameLst>
                                      </p:cBhvr>
                                      <p:tavLst>
                                        <p:tav tm="0">
                                          <p:val>
                                            <p:strVal val="#ppt_y"/>
                                          </p:val>
                                        </p:tav>
                                        <p:tav tm="100000">
                                          <p:val>
                                            <p:strVal val="#ppt_y"/>
                                          </p:val>
                                        </p:tav>
                                      </p:tavLst>
                                    </p:anim>
                                  </p:childTnLst>
                                </p:cTn>
                              </p:par>
                              <p:par>
                                <p:cTn id="13" presetID="2" presetClass="entr" presetSubtype="8" decel="100000"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 calcmode="lin" valueType="num">
                                      <p:cBhvr additive="base">
                                        <p:cTn id="15" dur="1000" fill="hold"/>
                                        <p:tgtEl>
                                          <p:spTgt spid="37"/>
                                        </p:tgtEl>
                                        <p:attrNameLst>
                                          <p:attrName>ppt_x</p:attrName>
                                        </p:attrNameLst>
                                      </p:cBhvr>
                                      <p:tavLst>
                                        <p:tav tm="0">
                                          <p:val>
                                            <p:strVal val="0-#ppt_w/2"/>
                                          </p:val>
                                        </p:tav>
                                        <p:tav tm="100000">
                                          <p:val>
                                            <p:strVal val="#ppt_x"/>
                                          </p:val>
                                        </p:tav>
                                      </p:tavLst>
                                    </p:anim>
                                    <p:anim calcmode="lin" valueType="num">
                                      <p:cBhvr additive="base">
                                        <p:cTn id="16" dur="1000" fill="hold"/>
                                        <p:tgtEl>
                                          <p:spTgt spid="37"/>
                                        </p:tgtEl>
                                        <p:attrNameLst>
                                          <p:attrName>ppt_y</p:attrName>
                                        </p:attrNameLst>
                                      </p:cBhvr>
                                      <p:tavLst>
                                        <p:tav tm="0">
                                          <p:val>
                                            <p:strVal val="#ppt_y"/>
                                          </p:val>
                                        </p:tav>
                                        <p:tav tm="100000">
                                          <p:val>
                                            <p:strVal val="#ppt_y"/>
                                          </p:val>
                                        </p:tav>
                                      </p:tavLst>
                                    </p:anim>
                                  </p:childTnLst>
                                </p:cTn>
                              </p:par>
                              <p:par>
                                <p:cTn id="17" presetID="2" presetClass="entr" presetSubtype="8" decel="100000" fill="hold" grpId="0" nodeType="withEffect">
                                  <p:stCondLst>
                                    <p:cond delay="0"/>
                                  </p:stCondLst>
                                  <p:childTnLst>
                                    <p:set>
                                      <p:cBhvr>
                                        <p:cTn id="18" dur="1" fill="hold">
                                          <p:stCondLst>
                                            <p:cond delay="0"/>
                                          </p:stCondLst>
                                        </p:cTn>
                                        <p:tgtEl>
                                          <p:spTgt spid="36"/>
                                        </p:tgtEl>
                                        <p:attrNameLst>
                                          <p:attrName>style.visibility</p:attrName>
                                        </p:attrNameLst>
                                      </p:cBhvr>
                                      <p:to>
                                        <p:strVal val="visible"/>
                                      </p:to>
                                    </p:set>
                                    <p:anim calcmode="lin" valueType="num">
                                      <p:cBhvr additive="base">
                                        <p:cTn id="19" dur="1000" fill="hold"/>
                                        <p:tgtEl>
                                          <p:spTgt spid="36"/>
                                        </p:tgtEl>
                                        <p:attrNameLst>
                                          <p:attrName>ppt_x</p:attrName>
                                        </p:attrNameLst>
                                      </p:cBhvr>
                                      <p:tavLst>
                                        <p:tav tm="0">
                                          <p:val>
                                            <p:strVal val="0-#ppt_w/2"/>
                                          </p:val>
                                        </p:tav>
                                        <p:tav tm="100000">
                                          <p:val>
                                            <p:strVal val="#ppt_x"/>
                                          </p:val>
                                        </p:tav>
                                      </p:tavLst>
                                    </p:anim>
                                    <p:anim calcmode="lin" valueType="num">
                                      <p:cBhvr additive="base">
                                        <p:cTn id="20" dur="1000" fill="hold"/>
                                        <p:tgtEl>
                                          <p:spTgt spid="36"/>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12" presetClass="entr" presetSubtype="1" fill="hold" grpId="0" nodeType="afterEffect">
                                  <p:stCondLst>
                                    <p:cond delay="0"/>
                                  </p:stCondLst>
                                  <p:childTnLst>
                                    <p:set>
                                      <p:cBhvr>
                                        <p:cTn id="23" dur="1" fill="hold">
                                          <p:stCondLst>
                                            <p:cond delay="0"/>
                                          </p:stCondLst>
                                        </p:cTn>
                                        <p:tgtEl>
                                          <p:spTgt spid="38"/>
                                        </p:tgtEl>
                                        <p:attrNameLst>
                                          <p:attrName>style.visibility</p:attrName>
                                        </p:attrNameLst>
                                      </p:cBhvr>
                                      <p:to>
                                        <p:strVal val="visible"/>
                                      </p:to>
                                    </p:set>
                                    <p:anim calcmode="lin" valueType="num">
                                      <p:cBhvr additive="base">
                                        <p:cTn id="24" dur="500"/>
                                        <p:tgtEl>
                                          <p:spTgt spid="38"/>
                                        </p:tgtEl>
                                        <p:attrNameLst>
                                          <p:attrName>ppt_y</p:attrName>
                                        </p:attrNameLst>
                                      </p:cBhvr>
                                      <p:tavLst>
                                        <p:tav tm="0">
                                          <p:val>
                                            <p:strVal val="#ppt_y-#ppt_h*1.125000"/>
                                          </p:val>
                                        </p:tav>
                                        <p:tav tm="100000">
                                          <p:val>
                                            <p:strVal val="#ppt_y"/>
                                          </p:val>
                                        </p:tav>
                                      </p:tavLst>
                                    </p:anim>
                                    <p:animEffect transition="in" filter="wipe(down)">
                                      <p:cBhvr>
                                        <p:cTn id="25" dur="500"/>
                                        <p:tgtEl>
                                          <p:spTgt spid="38"/>
                                        </p:tgtEl>
                                      </p:cBhvr>
                                    </p:animEffect>
                                  </p:childTnLst>
                                </p:cTn>
                              </p:par>
                              <p:par>
                                <p:cTn id="26" presetID="12" presetClass="entr" presetSubtype="1"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 calcmode="lin" valueType="num">
                                      <p:cBhvr additive="base">
                                        <p:cTn id="28" dur="500"/>
                                        <p:tgtEl>
                                          <p:spTgt spid="39"/>
                                        </p:tgtEl>
                                        <p:attrNameLst>
                                          <p:attrName>ppt_y</p:attrName>
                                        </p:attrNameLst>
                                      </p:cBhvr>
                                      <p:tavLst>
                                        <p:tav tm="0">
                                          <p:val>
                                            <p:strVal val="#ppt_y-#ppt_h*1.125000"/>
                                          </p:val>
                                        </p:tav>
                                        <p:tav tm="100000">
                                          <p:val>
                                            <p:strVal val="#ppt_y"/>
                                          </p:val>
                                        </p:tav>
                                      </p:tavLst>
                                    </p:anim>
                                    <p:animEffect transition="in" filter="wipe(down)">
                                      <p:cBhvr>
                                        <p:cTn id="29" dur="500"/>
                                        <p:tgtEl>
                                          <p:spTgt spid="39"/>
                                        </p:tgtEl>
                                      </p:cBhvr>
                                    </p:animEffect>
                                  </p:childTnLst>
                                </p:cTn>
                              </p:par>
                              <p:par>
                                <p:cTn id="30" presetID="12" presetClass="entr" presetSubtype="1" fill="hold" grpId="0" nodeType="withEffect">
                                  <p:stCondLst>
                                    <p:cond delay="0"/>
                                  </p:stCondLst>
                                  <p:childTnLst>
                                    <p:set>
                                      <p:cBhvr>
                                        <p:cTn id="31" dur="1" fill="hold">
                                          <p:stCondLst>
                                            <p:cond delay="0"/>
                                          </p:stCondLst>
                                        </p:cTn>
                                        <p:tgtEl>
                                          <p:spTgt spid="40"/>
                                        </p:tgtEl>
                                        <p:attrNameLst>
                                          <p:attrName>style.visibility</p:attrName>
                                        </p:attrNameLst>
                                      </p:cBhvr>
                                      <p:to>
                                        <p:strVal val="visible"/>
                                      </p:to>
                                    </p:set>
                                    <p:anim calcmode="lin" valueType="num">
                                      <p:cBhvr additive="base">
                                        <p:cTn id="32" dur="500"/>
                                        <p:tgtEl>
                                          <p:spTgt spid="40"/>
                                        </p:tgtEl>
                                        <p:attrNameLst>
                                          <p:attrName>ppt_y</p:attrName>
                                        </p:attrNameLst>
                                      </p:cBhvr>
                                      <p:tavLst>
                                        <p:tav tm="0">
                                          <p:val>
                                            <p:strVal val="#ppt_y-#ppt_h*1.125000"/>
                                          </p:val>
                                        </p:tav>
                                        <p:tav tm="100000">
                                          <p:val>
                                            <p:strVal val="#ppt_y"/>
                                          </p:val>
                                        </p:tav>
                                      </p:tavLst>
                                    </p:anim>
                                    <p:animEffect transition="in" filter="wipe(down)">
                                      <p:cBhvr>
                                        <p:cTn id="33" dur="500"/>
                                        <p:tgtEl>
                                          <p:spTgt spid="40"/>
                                        </p:tgtEl>
                                      </p:cBhvr>
                                    </p:animEffect>
                                  </p:childTnLst>
                                </p:cTn>
                              </p:par>
                            </p:childTnLst>
                          </p:cTn>
                        </p:par>
                        <p:par>
                          <p:cTn id="34" fill="hold">
                            <p:stCondLst>
                              <p:cond delay="2000"/>
                            </p:stCondLst>
                            <p:childTnLst>
                              <p:par>
                                <p:cTn id="35" presetID="14" presetClass="entr" presetSubtype="10" fill="hold" grpId="0" nodeType="afterEffect">
                                  <p:stCondLst>
                                    <p:cond delay="0"/>
                                  </p:stCondLst>
                                  <p:iterate type="lt">
                                    <p:tmPct val="10000"/>
                                  </p:iterate>
                                  <p:childTnLst>
                                    <p:set>
                                      <p:cBhvr>
                                        <p:cTn id="36" dur="1" fill="hold">
                                          <p:stCondLst>
                                            <p:cond delay="0"/>
                                          </p:stCondLst>
                                        </p:cTn>
                                        <p:tgtEl>
                                          <p:spTgt spid="41"/>
                                        </p:tgtEl>
                                        <p:attrNameLst>
                                          <p:attrName>style.visibility</p:attrName>
                                        </p:attrNameLst>
                                      </p:cBhvr>
                                      <p:to>
                                        <p:strVal val="visible"/>
                                      </p:to>
                                    </p:set>
                                    <p:animEffect transition="in" filter="randombar(horizontal)">
                                      <p:cBhvr>
                                        <p:cTn id="37" dur="200"/>
                                        <p:tgtEl>
                                          <p:spTgt spid="41"/>
                                        </p:tgtEl>
                                      </p:cBhvr>
                                    </p:animEffect>
                                  </p:childTnLst>
                                </p:cTn>
                              </p:par>
                              <p:par>
                                <p:cTn id="38" presetID="14" presetClass="entr" presetSubtype="10" fill="hold" grpId="0" nodeType="withEffect">
                                  <p:stCondLst>
                                    <p:cond delay="0"/>
                                  </p:stCondLst>
                                  <p:iterate type="lt">
                                    <p:tmPct val="10000"/>
                                  </p:iterate>
                                  <p:childTnLst>
                                    <p:set>
                                      <p:cBhvr>
                                        <p:cTn id="39" dur="1" fill="hold">
                                          <p:stCondLst>
                                            <p:cond delay="0"/>
                                          </p:stCondLst>
                                        </p:cTn>
                                        <p:tgtEl>
                                          <p:spTgt spid="42"/>
                                        </p:tgtEl>
                                        <p:attrNameLst>
                                          <p:attrName>style.visibility</p:attrName>
                                        </p:attrNameLst>
                                      </p:cBhvr>
                                      <p:to>
                                        <p:strVal val="visible"/>
                                      </p:to>
                                    </p:set>
                                    <p:animEffect transition="in" filter="randombar(horizontal)">
                                      <p:cBhvr>
                                        <p:cTn id="40" dur="200"/>
                                        <p:tgtEl>
                                          <p:spTgt spid="42"/>
                                        </p:tgtEl>
                                      </p:cBhvr>
                                    </p:animEffect>
                                  </p:childTnLst>
                                </p:cTn>
                              </p:par>
                              <p:par>
                                <p:cTn id="41" presetID="14" presetClass="entr" presetSubtype="10" fill="hold" grpId="0" nodeType="withEffect">
                                  <p:stCondLst>
                                    <p:cond delay="0"/>
                                  </p:stCondLst>
                                  <p:iterate type="lt">
                                    <p:tmPct val="10000"/>
                                  </p:iterate>
                                  <p:childTnLst>
                                    <p:set>
                                      <p:cBhvr>
                                        <p:cTn id="42" dur="1" fill="hold">
                                          <p:stCondLst>
                                            <p:cond delay="0"/>
                                          </p:stCondLst>
                                        </p:cTn>
                                        <p:tgtEl>
                                          <p:spTgt spid="43"/>
                                        </p:tgtEl>
                                        <p:attrNameLst>
                                          <p:attrName>style.visibility</p:attrName>
                                        </p:attrNameLst>
                                      </p:cBhvr>
                                      <p:to>
                                        <p:strVal val="visible"/>
                                      </p:to>
                                    </p:set>
                                    <p:animEffect transition="in" filter="randombar(horizontal)">
                                      <p:cBhvr>
                                        <p:cTn id="43" dur="200"/>
                                        <p:tgtEl>
                                          <p:spTgt spid="43"/>
                                        </p:tgtEl>
                                      </p:cBhvr>
                                    </p:animEffect>
                                  </p:childTnLst>
                                </p:cTn>
                              </p:par>
                              <p:par>
                                <p:cTn id="44" presetID="22" presetClass="entr" presetSubtype="8" fill="hold" grpId="0" nodeType="withEffect">
                                  <p:stCondLst>
                                    <p:cond delay="500"/>
                                  </p:stCondLst>
                                  <p:childTnLst>
                                    <p:set>
                                      <p:cBhvr>
                                        <p:cTn id="45" dur="1" fill="hold">
                                          <p:stCondLst>
                                            <p:cond delay="0"/>
                                          </p:stCondLst>
                                        </p:cTn>
                                        <p:tgtEl>
                                          <p:spTgt spid="44"/>
                                        </p:tgtEl>
                                        <p:attrNameLst>
                                          <p:attrName>style.visibility</p:attrName>
                                        </p:attrNameLst>
                                      </p:cBhvr>
                                      <p:to>
                                        <p:strVal val="visible"/>
                                      </p:to>
                                    </p:set>
                                    <p:animEffect transition="in" filter="wipe(left)">
                                      <p:cBhvr>
                                        <p:cTn id="46" dur="500"/>
                                        <p:tgtEl>
                                          <p:spTgt spid="44"/>
                                        </p:tgtEl>
                                      </p:cBhvr>
                                    </p:animEffect>
                                  </p:childTnLst>
                                </p:cTn>
                              </p:par>
                            </p:childTnLst>
                          </p:cTn>
                        </p:par>
                        <p:par>
                          <p:cTn id="47" fill="hold">
                            <p:stCondLst>
                              <p:cond delay="3000"/>
                            </p:stCondLst>
                            <p:childTnLst>
                              <p:par>
                                <p:cTn id="48" presetID="22" presetClass="entr" presetSubtype="8" fill="hold" grpId="0" nodeType="after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left)">
                                      <p:cBhvr>
                                        <p:cTn id="5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animBg="1"/>
      <p:bldP spid="35" grpId="0" animBg="1"/>
      <p:bldP spid="36" grpId="0" animBg="1"/>
      <p:bldP spid="37" grpId="0" animBg="1"/>
      <p:bldP spid="38" grpId="0" animBg="1"/>
      <p:bldP spid="39" grpId="0" animBg="1"/>
      <p:bldP spid="40" grpId="0" animBg="1"/>
      <p:bldP spid="41" grpId="0"/>
      <p:bldP spid="42" grpId="0"/>
      <p:bldP spid="43" grpId="0"/>
      <p:bldP spid="4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DBE5E0FA-3DFC-4164-8712-8993B5A1BDE7}"/>
              </a:ext>
            </a:extLst>
          </p:cNvPr>
          <p:cNvGrpSpPr/>
          <p:nvPr/>
        </p:nvGrpSpPr>
        <p:grpSpPr>
          <a:xfrm>
            <a:off x="0" y="1395413"/>
            <a:ext cx="12192000" cy="4392612"/>
            <a:chOff x="0" y="1395413"/>
            <a:chExt cx="12192000" cy="4392612"/>
          </a:xfrm>
        </p:grpSpPr>
        <p:sp>
          <p:nvSpPr>
            <p:cNvPr id="8" name="Freeform 5"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3308645" y="1395413"/>
              <a:ext cx="8883355" cy="1881187"/>
            </a:xfrm>
            <a:custGeom>
              <a:avLst/>
              <a:gdLst>
                <a:gd name="T0" fmla="*/ 11567 w 11567"/>
                <a:gd name="T1" fmla="*/ 2441 h 2441"/>
                <a:gd name="T2" fmla="*/ 0 w 11567"/>
                <a:gd name="T3" fmla="*/ 2441 h 2441"/>
                <a:gd name="T4" fmla="*/ 1542 w 11567"/>
                <a:gd name="T5" fmla="*/ 0 h 2441"/>
                <a:gd name="T6" fmla="*/ 11567 w 11567"/>
                <a:gd name="T7" fmla="*/ 0 h 2441"/>
                <a:gd name="T8" fmla="*/ 11567 w 11567"/>
                <a:gd name="T9" fmla="*/ 2441 h 2441"/>
              </a:gdLst>
              <a:ahLst/>
              <a:cxnLst>
                <a:cxn ang="0">
                  <a:pos x="T0" y="T1"/>
                </a:cxn>
                <a:cxn ang="0">
                  <a:pos x="T2" y="T3"/>
                </a:cxn>
                <a:cxn ang="0">
                  <a:pos x="T4" y="T5"/>
                </a:cxn>
                <a:cxn ang="0">
                  <a:pos x="T6" y="T7"/>
                </a:cxn>
                <a:cxn ang="0">
                  <a:pos x="T8" y="T9"/>
                </a:cxn>
              </a:cxnLst>
              <a:rect l="0" t="0" r="r" b="b"/>
              <a:pathLst>
                <a:path w="11567" h="2441">
                  <a:moveTo>
                    <a:pt x="11567" y="2441"/>
                  </a:moveTo>
                  <a:lnTo>
                    <a:pt x="0" y="2441"/>
                  </a:lnTo>
                  <a:lnTo>
                    <a:pt x="1542" y="0"/>
                  </a:lnTo>
                  <a:lnTo>
                    <a:pt x="11567" y="0"/>
                  </a:lnTo>
                  <a:lnTo>
                    <a:pt x="11567" y="2441"/>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 name="Freeform 6"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4075113"/>
              <a:ext cx="5693725" cy="1712912"/>
            </a:xfrm>
            <a:custGeom>
              <a:avLst/>
              <a:gdLst>
                <a:gd name="T0" fmla="*/ 0 w 7413"/>
                <a:gd name="T1" fmla="*/ 0 h 2222"/>
                <a:gd name="T2" fmla="*/ 7413 w 7413"/>
                <a:gd name="T3" fmla="*/ 0 h 2222"/>
                <a:gd name="T4" fmla="*/ 6010 w 7413"/>
                <a:gd name="T5" fmla="*/ 2222 h 2222"/>
                <a:gd name="T6" fmla="*/ 0 w 7413"/>
                <a:gd name="T7" fmla="*/ 2222 h 2222"/>
                <a:gd name="T8" fmla="*/ 0 w 7413"/>
                <a:gd name="T9" fmla="*/ 0 h 2222"/>
              </a:gdLst>
              <a:ahLst/>
              <a:cxnLst>
                <a:cxn ang="0">
                  <a:pos x="T0" y="T1"/>
                </a:cxn>
                <a:cxn ang="0">
                  <a:pos x="T2" y="T3"/>
                </a:cxn>
                <a:cxn ang="0">
                  <a:pos x="T4" y="T5"/>
                </a:cxn>
                <a:cxn ang="0">
                  <a:pos x="T6" y="T7"/>
                </a:cxn>
                <a:cxn ang="0">
                  <a:pos x="T8" y="T9"/>
                </a:cxn>
              </a:cxnLst>
              <a:rect l="0" t="0" r="r" b="b"/>
              <a:pathLst>
                <a:path w="7413" h="2222">
                  <a:moveTo>
                    <a:pt x="0" y="0"/>
                  </a:moveTo>
                  <a:lnTo>
                    <a:pt x="7413" y="0"/>
                  </a:lnTo>
                  <a:lnTo>
                    <a:pt x="6010" y="2222"/>
                  </a:lnTo>
                  <a:lnTo>
                    <a:pt x="0" y="2222"/>
                  </a:lnTo>
                  <a:lnTo>
                    <a:pt x="0" y="0"/>
                  </a:lnTo>
                  <a:close/>
                </a:path>
              </a:pathLst>
            </a:custGeom>
            <a:solidFill>
              <a:srgbClr val="00467A"/>
            </a:solidFill>
            <a:ln>
              <a:noFill/>
            </a:ln>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 name="Freeform 7" descr="e7d195523061f1c060910eeaeeff1464599dc3392e14be42F6605DBF3376AA578EAD49A2F34CDE9F8BA873D9FC4305B94F8C98BE913D0BB55B77B4982D855D57316D9666CF50C0C1F882EEA92AB650391898752DC0F28C027E30AABBE39009D367F52CF2EB08CFD5B7F9FB4301E8C18380EF535FE4A4CCCE7A68EA8B854FFF693052B82C6FF16E3D"/>
            <p:cNvSpPr>
              <a:spLocks/>
            </p:cNvSpPr>
            <p:nvPr/>
          </p:nvSpPr>
          <p:spPr bwMode="auto">
            <a:xfrm>
              <a:off x="0" y="2052639"/>
              <a:ext cx="10728896" cy="2981325"/>
            </a:xfrm>
            <a:custGeom>
              <a:avLst/>
              <a:gdLst>
                <a:gd name="T0" fmla="*/ 0 w 13970"/>
                <a:gd name="T1" fmla="*/ 0 h 3869"/>
                <a:gd name="T2" fmla="*/ 13970 w 13970"/>
                <a:gd name="T3" fmla="*/ 0 h 3869"/>
                <a:gd name="T4" fmla="*/ 11527 w 13970"/>
                <a:gd name="T5" fmla="*/ 3869 h 3869"/>
                <a:gd name="T6" fmla="*/ 0 w 13970"/>
                <a:gd name="T7" fmla="*/ 3869 h 3869"/>
                <a:gd name="T8" fmla="*/ 0 w 13970"/>
                <a:gd name="T9" fmla="*/ 0 h 3869"/>
              </a:gdLst>
              <a:ahLst/>
              <a:cxnLst>
                <a:cxn ang="0">
                  <a:pos x="T0" y="T1"/>
                </a:cxn>
                <a:cxn ang="0">
                  <a:pos x="T2" y="T3"/>
                </a:cxn>
                <a:cxn ang="0">
                  <a:pos x="T4" y="T5"/>
                </a:cxn>
                <a:cxn ang="0">
                  <a:pos x="T6" y="T7"/>
                </a:cxn>
                <a:cxn ang="0">
                  <a:pos x="T8" y="T9"/>
                </a:cxn>
              </a:cxnLst>
              <a:rect l="0" t="0" r="r" b="b"/>
              <a:pathLst>
                <a:path w="13970" h="3869">
                  <a:moveTo>
                    <a:pt x="0" y="0"/>
                  </a:moveTo>
                  <a:lnTo>
                    <a:pt x="13970" y="0"/>
                  </a:lnTo>
                  <a:lnTo>
                    <a:pt x="11527" y="3869"/>
                  </a:lnTo>
                  <a:lnTo>
                    <a:pt x="0" y="3869"/>
                  </a:lnTo>
                  <a:lnTo>
                    <a:pt x="0" y="0"/>
                  </a:lnTo>
                  <a:close/>
                </a:path>
              </a:pathLst>
            </a:custGeom>
            <a:solidFill>
              <a:srgbClr val="005DA2"/>
            </a:solidFill>
            <a:ln>
              <a:noFill/>
            </a:ln>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
        <p:nvSpPr>
          <p:cNvPr id="2" name="e7d195523061f1c0" descr="e7d195523061f1c060910eeaeeff1464599dc3392e14be42F6605DBF3376AA578EAD49A2F34CDE9F8BA873D9FC4305B94F8C98BE913D0BB55B77B4982D855D57316D9666CF50C0C1F882EEA92AB650391898752DC0F28C027E30AABBE39009D367F52CF2EB08CFD5B7F9FB4301E8C18380EF535FE4A4CCCE7A68EA8B854FFF693052B82C6FF16E3D" hidden="1"/>
          <p:cNvSpPr txBox="1"/>
          <p:nvPr/>
        </p:nvSpPr>
        <p:spPr>
          <a:xfrm>
            <a:off x="-355600" y="1803400"/>
            <a:ext cx="262251" cy="1016000"/>
          </a:xfrm>
          <a:prstGeom prst="rect">
            <a:avLst/>
          </a:prstGeom>
          <a:noFill/>
        </p:spPr>
        <p:txBody>
          <a:bodyPr vert="wordArtVert"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rPr>
              <a:t>e7d195523061f1c060910eeaeeff1464599dc3392e14be42F6605DBF3376AA578EAD49A2F34CDE9F8BA873D9FC4305B94F8C98BE913D0BB55B77B4982D855D57316D9666CF50C0C1F882EEA92AB650391898752DC0F28C027E30AABBE39009D367F52CF2EB08CFD5B7F9FB4301E8C18380EF535FE4A4CCCE7A68EA8B854FFF693052B82C6FF16E3D</a:t>
            </a:r>
            <a:endParaRPr kumimoji="0" lang="zh-CN" altLang="en-US" sz="1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3" name="文本框 12"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B0A26906-AE60-40D2-8C87-949BF8255D0E}"/>
              </a:ext>
            </a:extLst>
          </p:cNvPr>
          <p:cNvSpPr txBox="1"/>
          <p:nvPr/>
        </p:nvSpPr>
        <p:spPr>
          <a:xfrm>
            <a:off x="1106396" y="1908176"/>
            <a:ext cx="1478290" cy="315471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5</a:t>
            </a:r>
            <a:endParaRPr kumimoji="0" lang="zh-CN" altLang="en-US" sz="19900"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4" name="文本框 13"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5255F36E-6EFB-43A9-BB90-0BC2840ADB2D}"/>
              </a:ext>
            </a:extLst>
          </p:cNvPr>
          <p:cNvSpPr txBox="1"/>
          <p:nvPr/>
        </p:nvSpPr>
        <p:spPr>
          <a:xfrm>
            <a:off x="2846861" y="3598452"/>
            <a:ext cx="4410383" cy="5025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One needs 3 things to be truly happy living in the </a:t>
            </a:r>
            <a:r>
              <a:rPr kumimoji="0" lang="en-US" altLang="zh-CN" sz="1333" b="0" i="0" u="none" strike="noStrike" kern="1200" cap="none" spc="0" normalizeH="0" baseline="0" noProof="0" dirty="0" err="1">
                <a:ln>
                  <a:noFill/>
                </a:ln>
                <a:solidFill>
                  <a:prstClr val="white"/>
                </a:solidFill>
                <a:effectLst/>
                <a:uLnTx/>
                <a:uFillTx/>
                <a:latin typeface="Calibri Light" panose="020F0302020204030204" pitchFamily="34" charset="0"/>
                <a:ea typeface="等线" panose="02010600030101010101" pitchFamily="2" charset="-122"/>
                <a:cs typeface="+mn-cs"/>
              </a:rPr>
              <a:t>worl</a:t>
            </a:r>
            <a:r>
              <a:rPr kumimoji="0" lang="en-US" altLang="zh-CN"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rPr>
              <a:t> needs 3 things to be truly happy</a:t>
            </a:r>
            <a:endParaRPr kumimoji="0" lang="zh-CN" altLang="en-US" sz="1333" b="0" i="0" u="none" strike="noStrike" kern="1200" cap="none" spc="0" normalizeH="0" baseline="0" noProof="0" dirty="0">
              <a:ln>
                <a:noFill/>
              </a:ln>
              <a:solidFill>
                <a:prstClr val="white"/>
              </a:solidFill>
              <a:effectLst/>
              <a:uLnTx/>
              <a:uFillTx/>
              <a:latin typeface="Calibri Light" panose="020F0302020204030204" pitchFamily="34" charset="0"/>
              <a:ea typeface="等线" panose="02010600030101010101" pitchFamily="2" charset="-122"/>
              <a:cs typeface="+mn-cs"/>
            </a:endParaRPr>
          </a:p>
        </p:txBody>
      </p:sp>
      <p:sp>
        <p:nvSpPr>
          <p:cNvPr id="15" name="文本框 14"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7ADB3DBB-7273-448D-A338-7792C31A338C}"/>
              </a:ext>
            </a:extLst>
          </p:cNvPr>
          <p:cNvSpPr txBox="1"/>
          <p:nvPr/>
        </p:nvSpPr>
        <p:spPr>
          <a:xfrm>
            <a:off x="2846862" y="2668383"/>
            <a:ext cx="2476903" cy="769441"/>
          </a:xfrm>
          <a:prstGeom prst="rect">
            <a:avLst/>
          </a:prstGeom>
          <a:noFill/>
        </p:spPr>
        <p:txBody>
          <a:bodyPr wrap="square" rtlCol="0">
            <a:spAutoFit/>
          </a:bodyPr>
          <a:lstStyle/>
          <a:p>
            <a:pPr lvl="0"/>
            <a:r>
              <a:rPr lang="zh-CN" altLang="en-US" sz="4400" dirty="0">
                <a:solidFill>
                  <a:prstClr val="white"/>
                </a:solidFill>
                <a:latin typeface="华康俪金黑W8" panose="020B0809000000000000" pitchFamily="49" charset="-122"/>
                <a:ea typeface="华康俪金黑W8" panose="020B0809000000000000" pitchFamily="49" charset="-122"/>
              </a:rPr>
              <a:t>发展建议</a:t>
            </a:r>
          </a:p>
        </p:txBody>
      </p:sp>
      <p:sp>
        <p:nvSpPr>
          <p:cNvPr id="16" name="矩形 15" descr="e7d195523061f1c060910eeaeeff1464599dc3392e14be42F6605DBF3376AA578EAD49A2F34CDE9F8BA873D9FC4305B94F8C98BE913D0BB55B77B4982D855D57316D9666CF50C0C1F882EEA92AB650396E1778977ABF941FB65177D6883232DFBC3F3168BD9BD0485E96A7ADBC6152F51AEFDD4DC1585EA5788F3B2196A7697FB05ACDF1C9823A42">
            <a:extLst>
              <a:ext uri="{FF2B5EF4-FFF2-40B4-BE49-F238E27FC236}">
                <a16:creationId xmlns:a16="http://schemas.microsoft.com/office/drawing/2014/main" id="{13A26355-50C4-4371-8ED6-C726847550A2}"/>
              </a:ext>
            </a:extLst>
          </p:cNvPr>
          <p:cNvSpPr/>
          <p:nvPr/>
        </p:nvSpPr>
        <p:spPr>
          <a:xfrm>
            <a:off x="2956407" y="3466746"/>
            <a:ext cx="566069" cy="609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7" name="Freeform 8" descr="e7d195523061f1c060910eeaeeff1464599dc3392e14be42F6605DBF3376AA578EAD49A2F34CDE9F8BA873D9FC4305B94F8C98BE913D0BB55B77B4982D855D57316D9666CF50C0C1F882EEA92AB650391898752DC0F28C027E30AABBE39009D367F52CF2EB08CFD5B7F9FB4301E8C18380EF535FE4A4CCCE7A68EA8B854FFF693052B82C6FF16E3D">
            <a:extLst>
              <a:ext uri="{FF2B5EF4-FFF2-40B4-BE49-F238E27FC236}">
                <a16:creationId xmlns:a16="http://schemas.microsoft.com/office/drawing/2014/main" id="{6C9D0C74-BBBE-423C-945F-1C1159608125}"/>
              </a:ext>
            </a:extLst>
          </p:cNvPr>
          <p:cNvSpPr>
            <a:spLocks/>
          </p:cNvSpPr>
          <p:nvPr/>
        </p:nvSpPr>
        <p:spPr bwMode="auto">
          <a:xfrm>
            <a:off x="11227177" y="1908176"/>
            <a:ext cx="556995" cy="900113"/>
          </a:xfrm>
          <a:custGeom>
            <a:avLst/>
            <a:gdLst>
              <a:gd name="T0" fmla="*/ 584 w 725"/>
              <a:gd name="T1" fmla="*/ 443 h 1169"/>
              <a:gd name="T2" fmla="*/ 725 w 725"/>
              <a:gd name="T3" fmla="*/ 585 h 1169"/>
              <a:gd name="T4" fmla="*/ 584 w 725"/>
              <a:gd name="T5" fmla="*/ 726 h 1169"/>
              <a:gd name="T6" fmla="*/ 141 w 725"/>
              <a:gd name="T7" fmla="*/ 1169 h 1169"/>
              <a:gd name="T8" fmla="*/ 0 w 725"/>
              <a:gd name="T9" fmla="*/ 1028 h 1169"/>
              <a:gd name="T10" fmla="*/ 443 w 725"/>
              <a:gd name="T11" fmla="*/ 585 h 1169"/>
              <a:gd name="T12" fmla="*/ 0 w 725"/>
              <a:gd name="T13" fmla="*/ 141 h 1169"/>
              <a:gd name="T14" fmla="*/ 141 w 725"/>
              <a:gd name="T15" fmla="*/ 0 h 1169"/>
              <a:gd name="T16" fmla="*/ 584 w 725"/>
              <a:gd name="T17" fmla="*/ 443 h 1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5" h="1169">
                <a:moveTo>
                  <a:pt x="584" y="443"/>
                </a:moveTo>
                <a:lnTo>
                  <a:pt x="725" y="585"/>
                </a:lnTo>
                <a:lnTo>
                  <a:pt x="584" y="726"/>
                </a:lnTo>
                <a:lnTo>
                  <a:pt x="141" y="1169"/>
                </a:lnTo>
                <a:lnTo>
                  <a:pt x="0" y="1028"/>
                </a:lnTo>
                <a:lnTo>
                  <a:pt x="443" y="585"/>
                </a:lnTo>
                <a:lnTo>
                  <a:pt x="0" y="141"/>
                </a:lnTo>
                <a:lnTo>
                  <a:pt x="141" y="0"/>
                </a:lnTo>
                <a:lnTo>
                  <a:pt x="584" y="44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91416" tIns="45708" rIns="91416" bIns="45708"/>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44396738"/>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42" presetClass="entr" presetSubtype="0" fill="hold" grpId="0"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anim calcmode="lin" valueType="num">
                                      <p:cBhvr>
                                        <p:cTn id="16" dur="1000" fill="hold"/>
                                        <p:tgtEl>
                                          <p:spTgt spid="15"/>
                                        </p:tgtEl>
                                        <p:attrNameLst>
                                          <p:attrName>ppt_x</p:attrName>
                                        </p:attrNameLst>
                                      </p:cBhvr>
                                      <p:tavLst>
                                        <p:tav tm="0">
                                          <p:val>
                                            <p:strVal val="#ppt_x"/>
                                          </p:val>
                                        </p:tav>
                                        <p:tav tm="100000">
                                          <p:val>
                                            <p:strVal val="#ppt_x"/>
                                          </p:val>
                                        </p:tav>
                                      </p:tavLst>
                                    </p:anim>
                                    <p:anim calcmode="lin" valueType="num">
                                      <p:cBhvr>
                                        <p:cTn id="17" dur="1000" fill="hold"/>
                                        <p:tgtEl>
                                          <p:spTgt spid="15"/>
                                        </p:tgtEl>
                                        <p:attrNameLst>
                                          <p:attrName>ppt_y</p:attrName>
                                        </p:attrNameLst>
                                      </p:cBhvr>
                                      <p:tavLst>
                                        <p:tav tm="0">
                                          <p:val>
                                            <p:strVal val="#ppt_y+.1"/>
                                          </p:val>
                                        </p:tav>
                                        <p:tav tm="100000">
                                          <p:val>
                                            <p:strVal val="#ppt_y"/>
                                          </p:val>
                                        </p:tav>
                                      </p:tavLst>
                                    </p:anim>
                                  </p:childTnLst>
                                </p:cTn>
                              </p:par>
                              <p:par>
                                <p:cTn id="18" presetID="16" presetClass="entr" presetSubtype="21" fill="hold" grpId="0" nodeType="with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barn(inVertical)">
                                      <p:cBhvr>
                                        <p:cTn id="20" dur="500"/>
                                        <p:tgtEl>
                                          <p:spTgt spid="1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fade">
                                      <p:cBhvr>
                                        <p:cTn id="23" dur="500"/>
                                        <p:tgtEl>
                                          <p:spTgt spid="14"/>
                                        </p:tgtEl>
                                      </p:cBhvr>
                                    </p:animEffect>
                                  </p:childTnLst>
                                </p:cTn>
                              </p:par>
                            </p:childTnLst>
                          </p:cTn>
                        </p:par>
                        <p:par>
                          <p:cTn id="24" fill="hold">
                            <p:stCondLst>
                              <p:cond delay="2000"/>
                            </p:stCondLst>
                            <p:childTnLst>
                              <p:par>
                                <p:cTn id="25" presetID="22" presetClass="entr" presetSubtype="8"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left)">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animBg="1"/>
      <p:bldP spid="1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639030EA-AE85-407B-AE4D-37DAD38F5C2E}"/>
              </a:ext>
            </a:extLst>
          </p:cNvPr>
          <p:cNvSpPr/>
          <p:nvPr/>
        </p:nvSpPr>
        <p:spPr>
          <a:xfrm>
            <a:off x="571061" y="0"/>
            <a:ext cx="11620939" cy="546931"/>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005DA2"/>
                </a:solidFill>
                <a:latin typeface="华康俪金黑W8" panose="020B0809000000000000" pitchFamily="49" charset="-122"/>
                <a:ea typeface="华康俪金黑W8" panose="020B0809000000000000" pitchFamily="49" charset="-122"/>
              </a:rPr>
              <a:t>发展建议</a:t>
            </a:r>
          </a:p>
        </p:txBody>
      </p:sp>
      <p:sp>
        <p:nvSpPr>
          <p:cNvPr id="62" name="矩形 61"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C2E5BAA0-5C87-4B05-9B83-42750A014234}"/>
              </a:ext>
            </a:extLst>
          </p:cNvPr>
          <p:cNvSpPr/>
          <p:nvPr/>
        </p:nvSpPr>
        <p:spPr>
          <a:xfrm>
            <a:off x="1" y="0"/>
            <a:ext cx="571060" cy="54693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rPr>
              <a:t>04</a:t>
            </a:r>
            <a:endParaRPr kumimoji="0" lang="zh-CN" altLang="en-US" sz="1600" b="1" i="0" u="none" strike="noStrike" kern="1200" cap="none" spc="0" normalizeH="0" baseline="0" noProof="0" dirty="0">
              <a:ln>
                <a:noFill/>
              </a:ln>
              <a:solidFill>
                <a:prstClr val="white"/>
              </a:solidFill>
              <a:effectLst/>
              <a:uLnTx/>
              <a:uFillTx/>
              <a:latin typeface="Meiryo UI" panose="020B0604030504040204" pitchFamily="34" charset="-128"/>
              <a:ea typeface="Meiryo UI" panose="020B0604030504040204" pitchFamily="34" charset="-128"/>
              <a:cs typeface="Meiryo UI" panose="020B0604030504040204" pitchFamily="34" charset="-128"/>
            </a:endParaRPr>
          </a:p>
        </p:txBody>
      </p:sp>
      <p:sp>
        <p:nvSpPr>
          <p:cNvPr id="63" name="矩形 62"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1356AD-2FD4-4D47-A432-43AD4A5848C8}"/>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8" name="矩形 17"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437FEFDA-487D-49CA-8832-B48F069677E2}"/>
              </a:ext>
            </a:extLst>
          </p:cNvPr>
          <p:cNvSpPr/>
          <p:nvPr/>
        </p:nvSpPr>
        <p:spPr>
          <a:xfrm>
            <a:off x="1" y="546930"/>
            <a:ext cx="571060" cy="6311069"/>
          </a:xfrm>
          <a:prstGeom prst="rect">
            <a:avLst/>
          </a:prstGeom>
          <a:solidFill>
            <a:srgbClr val="F6F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矩形 18"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5560F10B-2E66-44B9-8FA3-EA9EAB5CA7DA}"/>
              </a:ext>
            </a:extLst>
          </p:cNvPr>
          <p:cNvSpPr/>
          <p:nvPr/>
        </p:nvSpPr>
        <p:spPr>
          <a:xfrm rot="5400000">
            <a:off x="39310" y="1167609"/>
            <a:ext cx="492444"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绪论</a:t>
            </a:r>
          </a:p>
        </p:txBody>
      </p:sp>
      <p:sp>
        <p:nvSpPr>
          <p:cNvPr id="20" name="矩形 19"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2601384C-9774-4269-8D68-99030D5467D3}"/>
              </a:ext>
            </a:extLst>
          </p:cNvPr>
          <p:cNvSpPr/>
          <p:nvPr/>
        </p:nvSpPr>
        <p:spPr>
          <a:xfrm rot="5400000">
            <a:off x="-114578" y="2209131"/>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研究方法</a:t>
            </a:r>
          </a:p>
        </p:txBody>
      </p:sp>
      <p:sp>
        <p:nvSpPr>
          <p:cNvPr id="21" name="矩形 20"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33C7BB61-BBEA-472B-9161-A571DC99F4E5}"/>
              </a:ext>
            </a:extLst>
          </p:cNvPr>
          <p:cNvSpPr/>
          <p:nvPr/>
        </p:nvSpPr>
        <p:spPr>
          <a:xfrm rot="5400000">
            <a:off x="-114578" y="3293133"/>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内容阐述</a:t>
            </a:r>
          </a:p>
        </p:txBody>
      </p:sp>
      <p:sp>
        <p:nvSpPr>
          <p:cNvPr id="25" name="矩形 24"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0FAE2A86-C6E9-498F-A351-AE4F11B6BE58}"/>
              </a:ext>
            </a:extLst>
          </p:cNvPr>
          <p:cNvSpPr/>
          <p:nvPr/>
        </p:nvSpPr>
        <p:spPr>
          <a:xfrm rot="5400000">
            <a:off x="-114578" y="4307404"/>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E0520"/>
                </a:solidFill>
                <a:effectLst/>
                <a:uLnTx/>
                <a:uFillTx/>
                <a:latin typeface="微软雅黑" panose="020B0503020204020204" pitchFamily="34" charset="-122"/>
                <a:ea typeface="微软雅黑" panose="020B0503020204020204" pitchFamily="34" charset="-122"/>
                <a:cs typeface="Meiryo UI" panose="020B0604030504040204" pitchFamily="34" charset="-128"/>
              </a:rPr>
              <a:t>研究成果</a:t>
            </a:r>
          </a:p>
        </p:txBody>
      </p:sp>
      <p:sp>
        <p:nvSpPr>
          <p:cNvPr id="26" name="矩形 25"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C3A0659-ECBE-4D38-86E1-258E02429865}"/>
              </a:ext>
            </a:extLst>
          </p:cNvPr>
          <p:cNvSpPr/>
          <p:nvPr/>
        </p:nvSpPr>
        <p:spPr>
          <a:xfrm rot="5400000">
            <a:off x="-114577" y="5166987"/>
            <a:ext cx="800219" cy="276999"/>
          </a:xfrm>
          <a:prstGeom prst="rect">
            <a:avLst/>
          </a:prstGeom>
          <a:noFill/>
        </p:spPr>
        <p:txBody>
          <a:bodyPr wrap="none" lIns="91440" tIns="45720" rIns="91440" bIns="4572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200" b="0" i="0" u="none" strike="noStrike" kern="1200" cap="none" spc="0" normalizeH="0" baseline="0" noProof="0" dirty="0">
                <a:ln w="0"/>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rPr>
              <a:t>发展建议</a:t>
            </a:r>
          </a:p>
        </p:txBody>
      </p:sp>
      <p:sp>
        <p:nvSpPr>
          <p:cNvPr id="27" name="矩形 26" descr="e7d195523061f1c0f0ec610a92cff745ee13794c7b8d98f8E73673273C9E8BE17CC3D63B9B1D6426C348A354AD505654C28F453CD7C8F90EADD06C08281DAED7140E5AAAED5880ECE414DFB6A93B82BE163F12A16A2F7E5CA866BD8D1BE2DF3D0FFB12D23FAF5821CB9F1F392B7320627FA8E703253ECABD4FC5D80B64DCF9CDC1037D297C7DC636">
            <a:extLst>
              <a:ext uri="{FF2B5EF4-FFF2-40B4-BE49-F238E27FC236}">
                <a16:creationId xmlns:a16="http://schemas.microsoft.com/office/drawing/2014/main" id="{195E6EDF-2D15-43A9-91FD-5D5FF076B952}"/>
              </a:ext>
            </a:extLst>
          </p:cNvPr>
          <p:cNvSpPr/>
          <p:nvPr/>
        </p:nvSpPr>
        <p:spPr>
          <a:xfrm>
            <a:off x="525342" y="4976308"/>
            <a:ext cx="45719" cy="658353"/>
          </a:xfrm>
          <a:prstGeom prst="rect">
            <a:avLst/>
          </a:pr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1" i="0" u="none" strike="noStrike" kern="1200" cap="none" spc="0" normalizeH="0" baseline="0" noProof="0">
              <a:ln>
                <a:noFill/>
              </a:ln>
              <a:solidFill>
                <a:srgbClr val="0070C0"/>
              </a:solidFill>
              <a:effectLst/>
              <a:uLnTx/>
              <a:uFillTx/>
              <a:latin typeface="微软雅黑" panose="020B0503020204020204" pitchFamily="34" charset="-122"/>
              <a:ea typeface="微软雅黑" panose="020B0503020204020204" pitchFamily="34" charset="-122"/>
              <a:cs typeface="Meiryo UI" panose="020B0604030504040204" pitchFamily="34" charset="-128"/>
            </a:endParaRPr>
          </a:p>
        </p:txBody>
      </p:sp>
      <p:grpSp>
        <p:nvGrpSpPr>
          <p:cNvPr id="28" name="组合 27"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477C97D0-5C1E-44B9-B5E6-CC48D6B1E82B}"/>
              </a:ext>
            </a:extLst>
          </p:cNvPr>
          <p:cNvGrpSpPr/>
          <p:nvPr/>
        </p:nvGrpSpPr>
        <p:grpSpPr>
          <a:xfrm>
            <a:off x="1247530" y="1673148"/>
            <a:ext cx="3360187" cy="3438680"/>
            <a:chOff x="3979864" y="1510123"/>
            <a:chExt cx="511177" cy="523118"/>
          </a:xfrm>
          <a:solidFill>
            <a:srgbClr val="005DA2"/>
          </a:solidFill>
        </p:grpSpPr>
        <p:sp>
          <p:nvSpPr>
            <p:cNvPr id="29" name="Freeform 92">
              <a:extLst>
                <a:ext uri="{FF2B5EF4-FFF2-40B4-BE49-F238E27FC236}">
                  <a16:creationId xmlns:a16="http://schemas.microsoft.com/office/drawing/2014/main" id="{7488D8E4-119E-4478-B24C-E92D5C88FE28}"/>
                </a:ext>
              </a:extLst>
            </p:cNvPr>
            <p:cNvSpPr>
              <a:spLocks/>
            </p:cNvSpPr>
            <p:nvPr/>
          </p:nvSpPr>
          <p:spPr bwMode="auto">
            <a:xfrm>
              <a:off x="4227515" y="1622836"/>
              <a:ext cx="31750" cy="80963"/>
            </a:xfrm>
            <a:custGeom>
              <a:avLst/>
              <a:gdLst>
                <a:gd name="T0" fmla="*/ 10 w 20"/>
                <a:gd name="T1" fmla="*/ 51 h 51"/>
                <a:gd name="T2" fmla="*/ 0 w 20"/>
                <a:gd name="T3" fmla="*/ 26 h 51"/>
                <a:gd name="T4" fmla="*/ 7 w 20"/>
                <a:gd name="T5" fmla="*/ 0 h 51"/>
                <a:gd name="T6" fmla="*/ 11 w 20"/>
                <a:gd name="T7" fmla="*/ 0 h 51"/>
                <a:gd name="T8" fmla="*/ 20 w 20"/>
                <a:gd name="T9" fmla="*/ 26 h 51"/>
                <a:gd name="T10" fmla="*/ 10 w 20"/>
                <a:gd name="T11" fmla="*/ 51 h 51"/>
              </a:gdLst>
              <a:ahLst/>
              <a:cxnLst>
                <a:cxn ang="0">
                  <a:pos x="T0" y="T1"/>
                </a:cxn>
                <a:cxn ang="0">
                  <a:pos x="T2" y="T3"/>
                </a:cxn>
                <a:cxn ang="0">
                  <a:pos x="T4" y="T5"/>
                </a:cxn>
                <a:cxn ang="0">
                  <a:pos x="T6" y="T7"/>
                </a:cxn>
                <a:cxn ang="0">
                  <a:pos x="T8" y="T9"/>
                </a:cxn>
                <a:cxn ang="0">
                  <a:pos x="T10" y="T11"/>
                </a:cxn>
              </a:cxnLst>
              <a:rect l="0" t="0" r="r" b="b"/>
              <a:pathLst>
                <a:path w="20" h="51">
                  <a:moveTo>
                    <a:pt x="10" y="51"/>
                  </a:moveTo>
                  <a:lnTo>
                    <a:pt x="0" y="26"/>
                  </a:lnTo>
                  <a:lnTo>
                    <a:pt x="7" y="0"/>
                  </a:lnTo>
                  <a:lnTo>
                    <a:pt x="11" y="0"/>
                  </a:lnTo>
                  <a:lnTo>
                    <a:pt x="20" y="26"/>
                  </a:lnTo>
                  <a:lnTo>
                    <a:pt x="10" y="51"/>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0" name="Freeform 93">
              <a:extLst>
                <a:ext uri="{FF2B5EF4-FFF2-40B4-BE49-F238E27FC236}">
                  <a16:creationId xmlns:a16="http://schemas.microsoft.com/office/drawing/2014/main" id="{9CEC480D-B53A-4F50-B01A-FEB9306A0C58}"/>
                </a:ext>
              </a:extLst>
            </p:cNvPr>
            <p:cNvSpPr>
              <a:spLocks/>
            </p:cNvSpPr>
            <p:nvPr/>
          </p:nvSpPr>
          <p:spPr bwMode="auto">
            <a:xfrm>
              <a:off x="4202115" y="1510123"/>
              <a:ext cx="79375" cy="101601"/>
            </a:xfrm>
            <a:custGeom>
              <a:avLst/>
              <a:gdLst>
                <a:gd name="T0" fmla="*/ 35 w 35"/>
                <a:gd name="T1" fmla="*/ 23 h 45"/>
                <a:gd name="T2" fmla="*/ 17 w 35"/>
                <a:gd name="T3" fmla="*/ 45 h 45"/>
                <a:gd name="T4" fmla="*/ 0 w 35"/>
                <a:gd name="T5" fmla="*/ 23 h 45"/>
                <a:gd name="T6" fmla="*/ 17 w 35"/>
                <a:gd name="T7" fmla="*/ 0 h 45"/>
                <a:gd name="T8" fmla="*/ 35 w 35"/>
                <a:gd name="T9" fmla="*/ 23 h 45"/>
              </a:gdLst>
              <a:ahLst/>
              <a:cxnLst>
                <a:cxn ang="0">
                  <a:pos x="T0" y="T1"/>
                </a:cxn>
                <a:cxn ang="0">
                  <a:pos x="T2" y="T3"/>
                </a:cxn>
                <a:cxn ang="0">
                  <a:pos x="T4" y="T5"/>
                </a:cxn>
                <a:cxn ang="0">
                  <a:pos x="T6" y="T7"/>
                </a:cxn>
                <a:cxn ang="0">
                  <a:pos x="T8" y="T9"/>
                </a:cxn>
              </a:cxnLst>
              <a:rect l="0" t="0" r="r" b="b"/>
              <a:pathLst>
                <a:path w="35" h="45">
                  <a:moveTo>
                    <a:pt x="35" y="23"/>
                  </a:moveTo>
                  <a:cubicBezTo>
                    <a:pt x="35" y="35"/>
                    <a:pt x="25" y="45"/>
                    <a:pt x="17" y="45"/>
                  </a:cubicBezTo>
                  <a:cubicBezTo>
                    <a:pt x="10" y="45"/>
                    <a:pt x="0" y="35"/>
                    <a:pt x="0" y="23"/>
                  </a:cubicBezTo>
                  <a:cubicBezTo>
                    <a:pt x="0" y="10"/>
                    <a:pt x="4" y="0"/>
                    <a:pt x="17" y="0"/>
                  </a:cubicBezTo>
                  <a:cubicBezTo>
                    <a:pt x="31" y="0"/>
                    <a:pt x="35" y="10"/>
                    <a:pt x="35" y="23"/>
                  </a:cubicBez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1" name="Freeform 94">
              <a:extLst>
                <a:ext uri="{FF2B5EF4-FFF2-40B4-BE49-F238E27FC236}">
                  <a16:creationId xmlns:a16="http://schemas.microsoft.com/office/drawing/2014/main" id="{F28BB214-BED5-4E18-AD7B-66B95D492E19}"/>
                </a:ext>
              </a:extLst>
            </p:cNvPr>
            <p:cNvSpPr>
              <a:spLocks noEditPoints="1"/>
            </p:cNvSpPr>
            <p:nvPr/>
          </p:nvSpPr>
          <p:spPr bwMode="auto">
            <a:xfrm>
              <a:off x="4135440" y="1611723"/>
              <a:ext cx="215901" cy="169864"/>
            </a:xfrm>
            <a:custGeom>
              <a:avLst/>
              <a:gdLst>
                <a:gd name="T0" fmla="*/ 0 w 96"/>
                <a:gd name="T1" fmla="*/ 75 h 75"/>
                <a:gd name="T2" fmla="*/ 0 w 96"/>
                <a:gd name="T3" fmla="*/ 32 h 75"/>
                <a:gd name="T4" fmla="*/ 29 w 96"/>
                <a:gd name="T5" fmla="*/ 0 h 75"/>
                <a:gd name="T6" fmla="*/ 48 w 96"/>
                <a:gd name="T7" fmla="*/ 52 h 75"/>
                <a:gd name="T8" fmla="*/ 67 w 96"/>
                <a:gd name="T9" fmla="*/ 0 h 75"/>
                <a:gd name="T10" fmla="*/ 96 w 96"/>
                <a:gd name="T11" fmla="*/ 32 h 75"/>
                <a:gd name="T12" fmla="*/ 96 w 96"/>
                <a:gd name="T13" fmla="*/ 75 h 75"/>
                <a:gd name="T14" fmla="*/ 60 w 96"/>
                <a:gd name="T15" fmla="*/ 75 h 75"/>
                <a:gd name="T16" fmla="*/ 36 w 96"/>
                <a:gd name="T17" fmla="*/ 75 h 75"/>
                <a:gd name="T18" fmla="*/ 0 w 96"/>
                <a:gd name="T19" fmla="*/ 75 h 75"/>
                <a:gd name="T20" fmla="*/ 86 w 96"/>
                <a:gd name="T21" fmla="*/ 42 h 75"/>
                <a:gd name="T22" fmla="*/ 86 w 96"/>
                <a:gd name="T23" fmla="*/ 33 h 75"/>
                <a:gd name="T24" fmla="*/ 65 w 96"/>
                <a:gd name="T25" fmla="*/ 33 h 75"/>
                <a:gd name="T26" fmla="*/ 65 w 96"/>
                <a:gd name="T27" fmla="*/ 42 h 75"/>
                <a:gd name="T28" fmla="*/ 86 w 96"/>
                <a:gd name="T29" fmla="*/ 42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6" h="75">
                  <a:moveTo>
                    <a:pt x="0" y="75"/>
                  </a:moveTo>
                  <a:cubicBezTo>
                    <a:pt x="0" y="75"/>
                    <a:pt x="0" y="67"/>
                    <a:pt x="0" y="32"/>
                  </a:cubicBezTo>
                  <a:cubicBezTo>
                    <a:pt x="0" y="12"/>
                    <a:pt x="16" y="3"/>
                    <a:pt x="29" y="0"/>
                  </a:cubicBezTo>
                  <a:cubicBezTo>
                    <a:pt x="48" y="52"/>
                    <a:pt x="48" y="52"/>
                    <a:pt x="48" y="52"/>
                  </a:cubicBezTo>
                  <a:cubicBezTo>
                    <a:pt x="67" y="0"/>
                    <a:pt x="67" y="0"/>
                    <a:pt x="67" y="0"/>
                  </a:cubicBezTo>
                  <a:cubicBezTo>
                    <a:pt x="80" y="3"/>
                    <a:pt x="96" y="12"/>
                    <a:pt x="96" y="32"/>
                  </a:cubicBezTo>
                  <a:cubicBezTo>
                    <a:pt x="96" y="67"/>
                    <a:pt x="96" y="75"/>
                    <a:pt x="96" y="75"/>
                  </a:cubicBezTo>
                  <a:cubicBezTo>
                    <a:pt x="60" y="75"/>
                    <a:pt x="60" y="75"/>
                    <a:pt x="60" y="75"/>
                  </a:cubicBezTo>
                  <a:cubicBezTo>
                    <a:pt x="36" y="75"/>
                    <a:pt x="36" y="75"/>
                    <a:pt x="36" y="75"/>
                  </a:cubicBezTo>
                  <a:lnTo>
                    <a:pt x="0" y="75"/>
                  </a:lnTo>
                  <a:close/>
                  <a:moveTo>
                    <a:pt x="86" y="42"/>
                  </a:moveTo>
                  <a:cubicBezTo>
                    <a:pt x="86" y="33"/>
                    <a:pt x="86" y="33"/>
                    <a:pt x="86" y="33"/>
                  </a:cubicBezTo>
                  <a:cubicBezTo>
                    <a:pt x="65" y="33"/>
                    <a:pt x="65" y="33"/>
                    <a:pt x="65" y="33"/>
                  </a:cubicBezTo>
                  <a:cubicBezTo>
                    <a:pt x="65" y="42"/>
                    <a:pt x="65" y="42"/>
                    <a:pt x="65" y="42"/>
                  </a:cubicBezTo>
                  <a:lnTo>
                    <a:pt x="86" y="42"/>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33" name="Rectangle 95">
              <a:extLst>
                <a:ext uri="{FF2B5EF4-FFF2-40B4-BE49-F238E27FC236}">
                  <a16:creationId xmlns:a16="http://schemas.microsoft.com/office/drawing/2014/main" id="{235B5342-4373-400A-9B13-D1497F8818F8}"/>
                </a:ext>
              </a:extLst>
            </p:cNvPr>
            <p:cNvSpPr>
              <a:spLocks noChangeArrowheads="1"/>
            </p:cNvSpPr>
            <p:nvPr/>
          </p:nvSpPr>
          <p:spPr bwMode="auto">
            <a:xfrm>
              <a:off x="3979864" y="1853026"/>
              <a:ext cx="511177" cy="180215"/>
            </a:xfrm>
            <a:prstGeom prst="rect">
              <a:avLst/>
            </a:pr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45" name="Rectangle 96">
              <a:extLst>
                <a:ext uri="{FF2B5EF4-FFF2-40B4-BE49-F238E27FC236}">
                  <a16:creationId xmlns:a16="http://schemas.microsoft.com/office/drawing/2014/main" id="{2D9205BE-B78A-4561-BCF8-1B98242C112C}"/>
                </a:ext>
              </a:extLst>
            </p:cNvPr>
            <p:cNvSpPr>
              <a:spLocks noChangeArrowheads="1"/>
            </p:cNvSpPr>
            <p:nvPr/>
          </p:nvSpPr>
          <p:spPr bwMode="auto">
            <a:xfrm>
              <a:off x="3979864" y="1799050"/>
              <a:ext cx="511177" cy="36513"/>
            </a:xfrm>
            <a:prstGeom prst="rect">
              <a:avLst/>
            </a:prstGeom>
            <a:grp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46" name="CuadroTexto 54"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867FEBAB-144E-4585-A3D9-F8BF13DE491D}"/>
              </a:ext>
            </a:extLst>
          </p:cNvPr>
          <p:cNvSpPr txBox="1"/>
          <p:nvPr/>
        </p:nvSpPr>
        <p:spPr>
          <a:xfrm>
            <a:off x="1706776" y="4164227"/>
            <a:ext cx="2441694"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Arial" panose="020B0604020202020204" pitchFamily="34" charset="0"/>
                <a:sym typeface="+mn-lt"/>
              </a:rPr>
              <a:t>发展建议</a:t>
            </a:r>
          </a:p>
        </p:txBody>
      </p:sp>
      <p:sp>
        <p:nvSpPr>
          <p:cNvPr id="47" name="Freeform 5" descr="e7d195523061f1c02e66e4f24090f95771f2a25398b4c6a397210DEF3B34B42E7CAE3753A3E55670C5C5B393DCCD8D49F265F3A29442F2D10D421F974AABEA3384308323DA72972389F1817D14B0E60022FBDB547B5692A8DCEFD86E2D2513E69BD63D8CDE7E58D442037D3097B1111DA8943D9EEDF53EE3E689F68151D4ABD87A98C268EDF7F34A35649E147DE056C5">
            <a:extLst>
              <a:ext uri="{FF2B5EF4-FFF2-40B4-BE49-F238E27FC236}">
                <a16:creationId xmlns:a16="http://schemas.microsoft.com/office/drawing/2014/main" id="{A571F712-93AD-4D58-8BC5-B943649AB84F}"/>
              </a:ext>
            </a:extLst>
          </p:cNvPr>
          <p:cNvSpPr>
            <a:spLocks/>
          </p:cNvSpPr>
          <p:nvPr/>
        </p:nvSpPr>
        <p:spPr bwMode="auto">
          <a:xfrm>
            <a:off x="5098228" y="1448858"/>
            <a:ext cx="788420" cy="4475904"/>
          </a:xfrm>
          <a:custGeom>
            <a:avLst/>
            <a:gdLst>
              <a:gd name="T0" fmla="*/ 1999 w 3544"/>
              <a:gd name="T1" fmla="*/ 9150 h 14563"/>
              <a:gd name="T2" fmla="*/ 1999 w 3544"/>
              <a:gd name="T3" fmla="*/ 12306 h 14563"/>
              <a:gd name="T4" fmla="*/ 2353 w 3544"/>
              <a:gd name="T5" fmla="*/ 13628 h 14563"/>
              <a:gd name="T6" fmla="*/ 3544 w 3544"/>
              <a:gd name="T7" fmla="*/ 14112 h 14563"/>
              <a:gd name="T8" fmla="*/ 3544 w 3544"/>
              <a:gd name="T9" fmla="*/ 14563 h 14563"/>
              <a:gd name="T10" fmla="*/ 1933 w 3544"/>
              <a:gd name="T11" fmla="*/ 14016 h 14563"/>
              <a:gd name="T12" fmla="*/ 1419 w 3544"/>
              <a:gd name="T13" fmla="*/ 12050 h 14563"/>
              <a:gd name="T14" fmla="*/ 1419 w 3544"/>
              <a:gd name="T15" fmla="*/ 9279 h 14563"/>
              <a:gd name="T16" fmla="*/ 1160 w 3544"/>
              <a:gd name="T17" fmla="*/ 8022 h 14563"/>
              <a:gd name="T18" fmla="*/ 0 w 3544"/>
              <a:gd name="T19" fmla="*/ 7475 h 14563"/>
              <a:gd name="T20" fmla="*/ 0 w 3544"/>
              <a:gd name="T21" fmla="*/ 7088 h 14563"/>
              <a:gd name="T22" fmla="*/ 1127 w 3544"/>
              <a:gd name="T23" fmla="*/ 6571 h 14563"/>
              <a:gd name="T24" fmla="*/ 1419 w 3544"/>
              <a:gd name="T25" fmla="*/ 5284 h 14563"/>
              <a:gd name="T26" fmla="*/ 1419 w 3544"/>
              <a:gd name="T27" fmla="*/ 2513 h 14563"/>
              <a:gd name="T28" fmla="*/ 1933 w 3544"/>
              <a:gd name="T29" fmla="*/ 547 h 14563"/>
              <a:gd name="T30" fmla="*/ 3544 w 3544"/>
              <a:gd name="T31" fmla="*/ 0 h 14563"/>
              <a:gd name="T32" fmla="*/ 3544 w 3544"/>
              <a:gd name="T33" fmla="*/ 451 h 14563"/>
              <a:gd name="T34" fmla="*/ 2353 w 3544"/>
              <a:gd name="T35" fmla="*/ 902 h 14563"/>
              <a:gd name="T36" fmla="*/ 1999 w 3544"/>
              <a:gd name="T37" fmla="*/ 2254 h 14563"/>
              <a:gd name="T38" fmla="*/ 1999 w 3544"/>
              <a:gd name="T39" fmla="*/ 5413 h 14563"/>
              <a:gd name="T40" fmla="*/ 580 w 3544"/>
              <a:gd name="T41" fmla="*/ 7275 h 14563"/>
              <a:gd name="T42" fmla="*/ 580 w 3544"/>
              <a:gd name="T43" fmla="*/ 7304 h 14563"/>
              <a:gd name="T44" fmla="*/ 1999 w 3544"/>
              <a:gd name="T45" fmla="*/ 9150 h 145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rgbClr val="005DA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nvGrpSpPr>
          <p:cNvPr id="48" name="组合 47" descr="e7d195523061f1c02e66e4f24090f95771f2a25398b4c6a397210DEF3B34B42E7CAE3753A3E55670C5C5B393DCCD8D49F265F3A29442F2D10D421F974AABEA3384308323DA72972389F1817D14B0E60022FBDB547B5692A8DCEFD86E2D2513E69BD63D8CDE7E58D442037D3097B1111DA8943D9EEDF53EE3E689F68151D4ABD87A98C268EDF7F34A35649E147DE056C5">
            <a:extLst>
              <a:ext uri="{FF2B5EF4-FFF2-40B4-BE49-F238E27FC236}">
                <a16:creationId xmlns:a16="http://schemas.microsoft.com/office/drawing/2014/main" id="{BE5EC1B2-E83A-460B-8564-9F0C8279F255}"/>
              </a:ext>
            </a:extLst>
          </p:cNvPr>
          <p:cNvGrpSpPr/>
          <p:nvPr/>
        </p:nvGrpSpPr>
        <p:grpSpPr>
          <a:xfrm>
            <a:off x="6221949" y="2051054"/>
            <a:ext cx="341052" cy="341994"/>
            <a:chOff x="8555039" y="5521326"/>
            <a:chExt cx="574675" cy="576263"/>
          </a:xfrm>
          <a:solidFill>
            <a:schemeClr val="bg1"/>
          </a:solidFill>
        </p:grpSpPr>
        <p:sp>
          <p:nvSpPr>
            <p:cNvPr id="49" name="Rectangle 290">
              <a:extLst>
                <a:ext uri="{FF2B5EF4-FFF2-40B4-BE49-F238E27FC236}">
                  <a16:creationId xmlns:a16="http://schemas.microsoft.com/office/drawing/2014/main" id="{F416590E-5B25-4B9E-B2D6-98AECA57004A}"/>
                </a:ext>
              </a:extLst>
            </p:cNvPr>
            <p:cNvSpPr>
              <a:spLocks noChangeArrowheads="1"/>
            </p:cNvSpPr>
            <p:nvPr/>
          </p:nvSpPr>
          <p:spPr bwMode="auto">
            <a:xfrm>
              <a:off x="8997952" y="5589589"/>
              <a:ext cx="31750" cy="1397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1" name="Rectangle 291">
              <a:extLst>
                <a:ext uri="{FF2B5EF4-FFF2-40B4-BE49-F238E27FC236}">
                  <a16:creationId xmlns:a16="http://schemas.microsoft.com/office/drawing/2014/main" id="{918147B8-A872-4D5D-8257-6F1CFD201C7D}"/>
                </a:ext>
              </a:extLst>
            </p:cNvPr>
            <p:cNvSpPr>
              <a:spLocks noChangeArrowheads="1"/>
            </p:cNvSpPr>
            <p:nvPr/>
          </p:nvSpPr>
          <p:spPr bwMode="auto">
            <a:xfrm>
              <a:off x="8840789" y="5830889"/>
              <a:ext cx="171450" cy="349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2" name="Rectangle 292">
              <a:extLst>
                <a:ext uri="{FF2B5EF4-FFF2-40B4-BE49-F238E27FC236}">
                  <a16:creationId xmlns:a16="http://schemas.microsoft.com/office/drawing/2014/main" id="{3C73C457-0584-4C7B-9C42-B630B691EBBB}"/>
                </a:ext>
              </a:extLst>
            </p:cNvPr>
            <p:cNvSpPr>
              <a:spLocks noChangeArrowheads="1"/>
            </p:cNvSpPr>
            <p:nvPr/>
          </p:nvSpPr>
          <p:spPr bwMode="auto">
            <a:xfrm>
              <a:off x="8942389" y="5621339"/>
              <a:ext cx="30163" cy="1111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3" name="Rectangle 293">
              <a:extLst>
                <a:ext uri="{FF2B5EF4-FFF2-40B4-BE49-F238E27FC236}">
                  <a16:creationId xmlns:a16="http://schemas.microsoft.com/office/drawing/2014/main" id="{A152328D-A4B8-469A-8B8B-4907AA4B1C2E}"/>
                </a:ext>
              </a:extLst>
            </p:cNvPr>
            <p:cNvSpPr>
              <a:spLocks noChangeArrowheads="1"/>
            </p:cNvSpPr>
            <p:nvPr/>
          </p:nvSpPr>
          <p:spPr bwMode="auto">
            <a:xfrm>
              <a:off x="8885239" y="5654676"/>
              <a:ext cx="31750" cy="777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4" name="Rectangle 294">
              <a:extLst>
                <a:ext uri="{FF2B5EF4-FFF2-40B4-BE49-F238E27FC236}">
                  <a16:creationId xmlns:a16="http://schemas.microsoft.com/office/drawing/2014/main" id="{E6C5FACE-E9C5-4CF2-B304-5EF1EA789218}"/>
                </a:ext>
              </a:extLst>
            </p:cNvPr>
            <p:cNvSpPr>
              <a:spLocks noChangeArrowheads="1"/>
            </p:cNvSpPr>
            <p:nvPr/>
          </p:nvSpPr>
          <p:spPr bwMode="auto">
            <a:xfrm>
              <a:off x="8831264" y="5686426"/>
              <a:ext cx="317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5" name="Freeform 295">
              <a:extLst>
                <a:ext uri="{FF2B5EF4-FFF2-40B4-BE49-F238E27FC236}">
                  <a16:creationId xmlns:a16="http://schemas.microsoft.com/office/drawing/2014/main" id="{A16098F3-6B5A-4991-8933-01806E62FDE6}"/>
                </a:ext>
              </a:extLst>
            </p:cNvPr>
            <p:cNvSpPr>
              <a:spLocks/>
            </p:cNvSpPr>
            <p:nvPr/>
          </p:nvSpPr>
          <p:spPr bwMode="auto">
            <a:xfrm>
              <a:off x="8555039" y="5865814"/>
              <a:ext cx="373063" cy="231775"/>
            </a:xfrm>
            <a:custGeom>
              <a:avLst/>
              <a:gdLst>
                <a:gd name="T0" fmla="*/ 0 w 165"/>
                <a:gd name="T1" fmla="*/ 57 h 103"/>
                <a:gd name="T2" fmla="*/ 50 w 165"/>
                <a:gd name="T3" fmla="*/ 0 h 103"/>
                <a:gd name="T4" fmla="*/ 54 w 165"/>
                <a:gd name="T5" fmla="*/ 0 h 103"/>
                <a:gd name="T6" fmla="*/ 82 w 165"/>
                <a:gd name="T7" fmla="*/ 11 h 103"/>
                <a:gd name="T8" fmla="*/ 110 w 165"/>
                <a:gd name="T9" fmla="*/ 0 h 103"/>
                <a:gd name="T10" fmla="*/ 115 w 165"/>
                <a:gd name="T11" fmla="*/ 0 h 103"/>
                <a:gd name="T12" fmla="*/ 165 w 165"/>
                <a:gd name="T13" fmla="*/ 57 h 103"/>
                <a:gd name="T14" fmla="*/ 165 w 165"/>
                <a:gd name="T15" fmla="*/ 103 h 103"/>
                <a:gd name="T16" fmla="*/ 0 w 165"/>
                <a:gd name="T17" fmla="*/ 103 h 103"/>
                <a:gd name="T18" fmla="*/ 0 w 165"/>
                <a:gd name="T19" fmla="*/ 57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 h="103">
                  <a:moveTo>
                    <a:pt x="0" y="57"/>
                  </a:moveTo>
                  <a:cubicBezTo>
                    <a:pt x="0" y="22"/>
                    <a:pt x="27" y="7"/>
                    <a:pt x="50" y="0"/>
                  </a:cubicBezTo>
                  <a:cubicBezTo>
                    <a:pt x="54" y="0"/>
                    <a:pt x="54" y="0"/>
                    <a:pt x="54" y="0"/>
                  </a:cubicBezTo>
                  <a:cubicBezTo>
                    <a:pt x="54" y="6"/>
                    <a:pt x="67" y="11"/>
                    <a:pt x="82" y="11"/>
                  </a:cubicBezTo>
                  <a:cubicBezTo>
                    <a:pt x="97" y="11"/>
                    <a:pt x="110" y="6"/>
                    <a:pt x="110" y="0"/>
                  </a:cubicBezTo>
                  <a:cubicBezTo>
                    <a:pt x="115" y="0"/>
                    <a:pt x="115" y="0"/>
                    <a:pt x="115" y="0"/>
                  </a:cubicBezTo>
                  <a:cubicBezTo>
                    <a:pt x="138" y="7"/>
                    <a:pt x="165" y="22"/>
                    <a:pt x="165" y="57"/>
                  </a:cubicBezTo>
                  <a:cubicBezTo>
                    <a:pt x="165" y="77"/>
                    <a:pt x="165" y="92"/>
                    <a:pt x="165" y="103"/>
                  </a:cubicBezTo>
                  <a:cubicBezTo>
                    <a:pt x="0" y="103"/>
                    <a:pt x="0" y="103"/>
                    <a:pt x="0" y="103"/>
                  </a:cubicBezTo>
                  <a:cubicBezTo>
                    <a:pt x="0" y="92"/>
                    <a:pt x="0" y="77"/>
                    <a:pt x="0"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6" name="Freeform 296">
              <a:extLst>
                <a:ext uri="{FF2B5EF4-FFF2-40B4-BE49-F238E27FC236}">
                  <a16:creationId xmlns:a16="http://schemas.microsoft.com/office/drawing/2014/main" id="{162CADA2-FA9C-4980-9EF6-BD1D78F501F8}"/>
                </a:ext>
              </a:extLst>
            </p:cNvPr>
            <p:cNvSpPr>
              <a:spLocks/>
            </p:cNvSpPr>
            <p:nvPr/>
          </p:nvSpPr>
          <p:spPr bwMode="auto">
            <a:xfrm>
              <a:off x="8677277" y="5681664"/>
              <a:ext cx="136525" cy="179388"/>
            </a:xfrm>
            <a:custGeom>
              <a:avLst/>
              <a:gdLst>
                <a:gd name="T0" fmla="*/ 30 w 60"/>
                <a:gd name="T1" fmla="*/ 0 h 79"/>
                <a:gd name="T2" fmla="*/ 60 w 60"/>
                <a:gd name="T3" fmla="*/ 39 h 79"/>
                <a:gd name="T4" fmla="*/ 30 w 60"/>
                <a:gd name="T5" fmla="*/ 79 h 79"/>
                <a:gd name="T6" fmla="*/ 0 w 60"/>
                <a:gd name="T7" fmla="*/ 39 h 79"/>
                <a:gd name="T8" fmla="*/ 30 w 60"/>
                <a:gd name="T9" fmla="*/ 0 h 79"/>
              </a:gdLst>
              <a:ahLst/>
              <a:cxnLst>
                <a:cxn ang="0">
                  <a:pos x="T0" y="T1"/>
                </a:cxn>
                <a:cxn ang="0">
                  <a:pos x="T2" y="T3"/>
                </a:cxn>
                <a:cxn ang="0">
                  <a:pos x="T4" y="T5"/>
                </a:cxn>
                <a:cxn ang="0">
                  <a:pos x="T6" y="T7"/>
                </a:cxn>
                <a:cxn ang="0">
                  <a:pos x="T8" y="T9"/>
                </a:cxn>
              </a:cxnLst>
              <a:rect l="0" t="0" r="r" b="b"/>
              <a:pathLst>
                <a:path w="60" h="79">
                  <a:moveTo>
                    <a:pt x="30" y="0"/>
                  </a:moveTo>
                  <a:cubicBezTo>
                    <a:pt x="54" y="0"/>
                    <a:pt x="60" y="18"/>
                    <a:pt x="60" y="39"/>
                  </a:cubicBezTo>
                  <a:cubicBezTo>
                    <a:pt x="60" y="61"/>
                    <a:pt x="43" y="79"/>
                    <a:pt x="30" y="79"/>
                  </a:cubicBezTo>
                  <a:cubicBezTo>
                    <a:pt x="17" y="79"/>
                    <a:pt x="0" y="61"/>
                    <a:pt x="0" y="39"/>
                  </a:cubicBezTo>
                  <a:cubicBezTo>
                    <a:pt x="0" y="18"/>
                    <a:pt x="6"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57" name="Freeform 297">
              <a:extLst>
                <a:ext uri="{FF2B5EF4-FFF2-40B4-BE49-F238E27FC236}">
                  <a16:creationId xmlns:a16="http://schemas.microsoft.com/office/drawing/2014/main" id="{FE5DD16E-4E25-44E0-B656-D3B8A252B739}"/>
                </a:ext>
              </a:extLst>
            </p:cNvPr>
            <p:cNvSpPr>
              <a:spLocks/>
            </p:cNvSpPr>
            <p:nvPr/>
          </p:nvSpPr>
          <p:spPr bwMode="auto">
            <a:xfrm>
              <a:off x="8723314" y="5521326"/>
              <a:ext cx="406400" cy="296863"/>
            </a:xfrm>
            <a:custGeom>
              <a:avLst/>
              <a:gdLst>
                <a:gd name="T0" fmla="*/ 0 w 180"/>
                <a:gd name="T1" fmla="*/ 65 h 131"/>
                <a:gd name="T2" fmla="*/ 0 w 180"/>
                <a:gd name="T3" fmla="*/ 0 h 131"/>
                <a:gd name="T4" fmla="*/ 180 w 180"/>
                <a:gd name="T5" fmla="*/ 0 h 131"/>
                <a:gd name="T6" fmla="*/ 180 w 180"/>
                <a:gd name="T7" fmla="*/ 131 h 131"/>
                <a:gd name="T8" fmla="*/ 42 w 180"/>
                <a:gd name="T9" fmla="*/ 131 h 131"/>
                <a:gd name="T10" fmla="*/ 47 w 180"/>
                <a:gd name="T11" fmla="*/ 116 h 131"/>
                <a:gd name="T12" fmla="*/ 168 w 180"/>
                <a:gd name="T13" fmla="*/ 116 h 131"/>
                <a:gd name="T14" fmla="*/ 168 w 180"/>
                <a:gd name="T15" fmla="*/ 10 h 131"/>
                <a:gd name="T16" fmla="*/ 11 w 180"/>
                <a:gd name="T17" fmla="*/ 10 h 131"/>
                <a:gd name="T18" fmla="*/ 11 w 180"/>
                <a:gd name="T19" fmla="*/ 63 h 131"/>
                <a:gd name="T20" fmla="*/ 0 w 180"/>
                <a:gd name="T21" fmla="*/ 6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0" h="131">
                  <a:moveTo>
                    <a:pt x="0" y="65"/>
                  </a:moveTo>
                  <a:cubicBezTo>
                    <a:pt x="0" y="0"/>
                    <a:pt x="0" y="0"/>
                    <a:pt x="0" y="0"/>
                  </a:cubicBezTo>
                  <a:cubicBezTo>
                    <a:pt x="180" y="0"/>
                    <a:pt x="180" y="0"/>
                    <a:pt x="180" y="0"/>
                  </a:cubicBezTo>
                  <a:cubicBezTo>
                    <a:pt x="180" y="131"/>
                    <a:pt x="180" y="131"/>
                    <a:pt x="180" y="131"/>
                  </a:cubicBezTo>
                  <a:cubicBezTo>
                    <a:pt x="42" y="131"/>
                    <a:pt x="42" y="131"/>
                    <a:pt x="42" y="131"/>
                  </a:cubicBezTo>
                  <a:cubicBezTo>
                    <a:pt x="44" y="127"/>
                    <a:pt x="46" y="122"/>
                    <a:pt x="47" y="116"/>
                  </a:cubicBezTo>
                  <a:cubicBezTo>
                    <a:pt x="168" y="116"/>
                    <a:pt x="168" y="116"/>
                    <a:pt x="168" y="116"/>
                  </a:cubicBezTo>
                  <a:cubicBezTo>
                    <a:pt x="168" y="10"/>
                    <a:pt x="168" y="10"/>
                    <a:pt x="168" y="10"/>
                  </a:cubicBezTo>
                  <a:cubicBezTo>
                    <a:pt x="11" y="10"/>
                    <a:pt x="11" y="10"/>
                    <a:pt x="11" y="10"/>
                  </a:cubicBezTo>
                  <a:cubicBezTo>
                    <a:pt x="11" y="63"/>
                    <a:pt x="11" y="63"/>
                    <a:pt x="11" y="63"/>
                  </a:cubicBezTo>
                  <a:cubicBezTo>
                    <a:pt x="7" y="63"/>
                    <a:pt x="3" y="64"/>
                    <a:pt x="0" y="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58" name="组合 57" descr="e7d195523061f1c02e66e4f24090f95771f2a25398b4c6a397210DEF3B34B42E7CAE3753A3E55670C5C5B393DCCD8D49F265F3A29442F2D10D421F974AABEA3384308323DA72972389F1817D14B0E60022FBDB547B5692A8DCEFD86E2D2513E69BD63D8CDE7E58D442037D3097B1111DA8943D9EEDF53EE3E689F68151D4ABD87A98C268EDF7F34A35649E147DE056C5">
            <a:extLst>
              <a:ext uri="{FF2B5EF4-FFF2-40B4-BE49-F238E27FC236}">
                <a16:creationId xmlns:a16="http://schemas.microsoft.com/office/drawing/2014/main" id="{A6C60F7B-1840-4318-A855-C6CB1C177532}"/>
              </a:ext>
            </a:extLst>
          </p:cNvPr>
          <p:cNvGrpSpPr/>
          <p:nvPr/>
        </p:nvGrpSpPr>
        <p:grpSpPr>
          <a:xfrm>
            <a:off x="6294494" y="3470694"/>
            <a:ext cx="329746" cy="319383"/>
            <a:chOff x="9485314" y="5524501"/>
            <a:chExt cx="555625" cy="538163"/>
          </a:xfrm>
          <a:solidFill>
            <a:schemeClr val="bg1"/>
          </a:solidFill>
        </p:grpSpPr>
        <p:sp>
          <p:nvSpPr>
            <p:cNvPr id="59" name="Freeform 298">
              <a:extLst>
                <a:ext uri="{FF2B5EF4-FFF2-40B4-BE49-F238E27FC236}">
                  <a16:creationId xmlns:a16="http://schemas.microsoft.com/office/drawing/2014/main" id="{11D97FFE-9DEC-4DBD-A445-FAC9CAF6BC76}"/>
                </a:ext>
              </a:extLst>
            </p:cNvPr>
            <p:cNvSpPr>
              <a:spLocks/>
            </p:cNvSpPr>
            <p:nvPr/>
          </p:nvSpPr>
          <p:spPr bwMode="auto">
            <a:xfrm>
              <a:off x="9955214" y="5678489"/>
              <a:ext cx="85725" cy="120650"/>
            </a:xfrm>
            <a:custGeom>
              <a:avLst/>
              <a:gdLst>
                <a:gd name="T0" fmla="*/ 11 w 38"/>
                <a:gd name="T1" fmla="*/ 54 h 54"/>
                <a:gd name="T2" fmla="*/ 0 w 38"/>
                <a:gd name="T3" fmla="*/ 52 h 54"/>
                <a:gd name="T4" fmla="*/ 0 w 38"/>
                <a:gd name="T5" fmla="*/ 39 h 54"/>
                <a:gd name="T6" fmla="*/ 11 w 38"/>
                <a:gd name="T7" fmla="*/ 43 h 54"/>
                <a:gd name="T8" fmla="*/ 27 w 38"/>
                <a:gd name="T9" fmla="*/ 27 h 54"/>
                <a:gd name="T10" fmla="*/ 11 w 38"/>
                <a:gd name="T11" fmla="*/ 11 h 54"/>
                <a:gd name="T12" fmla="*/ 0 w 38"/>
                <a:gd name="T13" fmla="*/ 15 h 54"/>
                <a:gd name="T14" fmla="*/ 0 w 38"/>
                <a:gd name="T15" fmla="*/ 2 h 54"/>
                <a:gd name="T16" fmla="*/ 11 w 38"/>
                <a:gd name="T17" fmla="*/ 0 h 54"/>
                <a:gd name="T18" fmla="*/ 38 w 38"/>
                <a:gd name="T19" fmla="*/ 27 h 54"/>
                <a:gd name="T20" fmla="*/ 11 w 38"/>
                <a:gd name="T21"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54">
                  <a:moveTo>
                    <a:pt x="11" y="54"/>
                  </a:moveTo>
                  <a:cubicBezTo>
                    <a:pt x="7" y="54"/>
                    <a:pt x="3" y="53"/>
                    <a:pt x="0" y="52"/>
                  </a:cubicBezTo>
                  <a:cubicBezTo>
                    <a:pt x="0" y="39"/>
                    <a:pt x="0" y="39"/>
                    <a:pt x="0" y="39"/>
                  </a:cubicBezTo>
                  <a:cubicBezTo>
                    <a:pt x="3" y="41"/>
                    <a:pt x="7" y="43"/>
                    <a:pt x="11" y="43"/>
                  </a:cubicBezTo>
                  <a:cubicBezTo>
                    <a:pt x="20" y="43"/>
                    <a:pt x="27" y="36"/>
                    <a:pt x="27" y="27"/>
                  </a:cubicBezTo>
                  <a:cubicBezTo>
                    <a:pt x="27" y="18"/>
                    <a:pt x="20" y="11"/>
                    <a:pt x="11" y="11"/>
                  </a:cubicBezTo>
                  <a:cubicBezTo>
                    <a:pt x="7" y="11"/>
                    <a:pt x="3" y="12"/>
                    <a:pt x="0" y="15"/>
                  </a:cubicBezTo>
                  <a:cubicBezTo>
                    <a:pt x="0" y="2"/>
                    <a:pt x="0" y="2"/>
                    <a:pt x="0" y="2"/>
                  </a:cubicBezTo>
                  <a:cubicBezTo>
                    <a:pt x="3" y="0"/>
                    <a:pt x="7" y="0"/>
                    <a:pt x="11" y="0"/>
                  </a:cubicBezTo>
                  <a:cubicBezTo>
                    <a:pt x="26" y="0"/>
                    <a:pt x="38" y="12"/>
                    <a:pt x="38" y="27"/>
                  </a:cubicBezTo>
                  <a:cubicBezTo>
                    <a:pt x="38" y="42"/>
                    <a:pt x="26" y="54"/>
                    <a:pt x="11" y="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0" name="Rectangle 299">
              <a:extLst>
                <a:ext uri="{FF2B5EF4-FFF2-40B4-BE49-F238E27FC236}">
                  <a16:creationId xmlns:a16="http://schemas.microsoft.com/office/drawing/2014/main" id="{DA4280AF-7CBF-43DF-BDF4-24397D7381DF}"/>
                </a:ext>
              </a:extLst>
            </p:cNvPr>
            <p:cNvSpPr>
              <a:spLocks noChangeArrowheads="1"/>
            </p:cNvSpPr>
            <p:nvPr/>
          </p:nvSpPr>
          <p:spPr bwMode="auto">
            <a:xfrm>
              <a:off x="9788527" y="5524501"/>
              <a:ext cx="34925" cy="103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1" name="Rectangle 300">
              <a:extLst>
                <a:ext uri="{FF2B5EF4-FFF2-40B4-BE49-F238E27FC236}">
                  <a16:creationId xmlns:a16="http://schemas.microsoft.com/office/drawing/2014/main" id="{919FE82C-7C43-43FD-A8CC-C89B9A47FA92}"/>
                </a:ext>
              </a:extLst>
            </p:cNvPr>
            <p:cNvSpPr>
              <a:spLocks noChangeArrowheads="1"/>
            </p:cNvSpPr>
            <p:nvPr/>
          </p:nvSpPr>
          <p:spPr bwMode="auto">
            <a:xfrm>
              <a:off x="9698039" y="5524501"/>
              <a:ext cx="33338" cy="103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4" name="Rectangle 301">
              <a:extLst>
                <a:ext uri="{FF2B5EF4-FFF2-40B4-BE49-F238E27FC236}">
                  <a16:creationId xmlns:a16="http://schemas.microsoft.com/office/drawing/2014/main" id="{B79DCF2C-33B7-4DAC-8958-20E695663FB9}"/>
                </a:ext>
              </a:extLst>
            </p:cNvPr>
            <p:cNvSpPr>
              <a:spLocks noChangeArrowheads="1"/>
            </p:cNvSpPr>
            <p:nvPr/>
          </p:nvSpPr>
          <p:spPr bwMode="auto">
            <a:xfrm>
              <a:off x="9598027" y="5524501"/>
              <a:ext cx="36513" cy="1031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5" name="Freeform 302">
              <a:extLst>
                <a:ext uri="{FF2B5EF4-FFF2-40B4-BE49-F238E27FC236}">
                  <a16:creationId xmlns:a16="http://schemas.microsoft.com/office/drawing/2014/main" id="{E4D4D48E-6B61-41B8-B0AC-3CBC5C799689}"/>
                </a:ext>
              </a:extLst>
            </p:cNvPr>
            <p:cNvSpPr>
              <a:spLocks/>
            </p:cNvSpPr>
            <p:nvPr/>
          </p:nvSpPr>
          <p:spPr bwMode="auto">
            <a:xfrm>
              <a:off x="9548814" y="6019801"/>
              <a:ext cx="331788" cy="42863"/>
            </a:xfrm>
            <a:custGeom>
              <a:avLst/>
              <a:gdLst>
                <a:gd name="T0" fmla="*/ 19 w 147"/>
                <a:gd name="T1" fmla="*/ 19 h 19"/>
                <a:gd name="T2" fmla="*/ 0 w 147"/>
                <a:gd name="T3" fmla="*/ 0 h 19"/>
                <a:gd name="T4" fmla="*/ 147 w 147"/>
                <a:gd name="T5" fmla="*/ 0 h 19"/>
                <a:gd name="T6" fmla="*/ 128 w 147"/>
                <a:gd name="T7" fmla="*/ 19 h 19"/>
                <a:gd name="T8" fmla="*/ 19 w 147"/>
                <a:gd name="T9" fmla="*/ 19 h 19"/>
              </a:gdLst>
              <a:ahLst/>
              <a:cxnLst>
                <a:cxn ang="0">
                  <a:pos x="T0" y="T1"/>
                </a:cxn>
                <a:cxn ang="0">
                  <a:pos x="T2" y="T3"/>
                </a:cxn>
                <a:cxn ang="0">
                  <a:pos x="T4" y="T5"/>
                </a:cxn>
                <a:cxn ang="0">
                  <a:pos x="T6" y="T7"/>
                </a:cxn>
                <a:cxn ang="0">
                  <a:pos x="T8" y="T9"/>
                </a:cxn>
              </a:cxnLst>
              <a:rect l="0" t="0" r="r" b="b"/>
              <a:pathLst>
                <a:path w="147" h="19">
                  <a:moveTo>
                    <a:pt x="19" y="19"/>
                  </a:moveTo>
                  <a:cubicBezTo>
                    <a:pt x="8" y="19"/>
                    <a:pt x="0" y="11"/>
                    <a:pt x="0" y="0"/>
                  </a:cubicBezTo>
                  <a:cubicBezTo>
                    <a:pt x="147" y="0"/>
                    <a:pt x="147" y="0"/>
                    <a:pt x="147" y="0"/>
                  </a:cubicBezTo>
                  <a:cubicBezTo>
                    <a:pt x="147" y="11"/>
                    <a:pt x="139" y="19"/>
                    <a:pt x="128" y="19"/>
                  </a:cubicBezTo>
                  <a:lnTo>
                    <a:pt x="19"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6" name="Rectangle 303">
              <a:extLst>
                <a:ext uri="{FF2B5EF4-FFF2-40B4-BE49-F238E27FC236}">
                  <a16:creationId xmlns:a16="http://schemas.microsoft.com/office/drawing/2014/main" id="{E2F70970-1C3D-4609-A0FA-214665EC00CF}"/>
                </a:ext>
              </a:extLst>
            </p:cNvPr>
            <p:cNvSpPr>
              <a:spLocks noChangeArrowheads="1"/>
            </p:cNvSpPr>
            <p:nvPr/>
          </p:nvSpPr>
          <p:spPr bwMode="auto">
            <a:xfrm>
              <a:off x="9485314" y="5972176"/>
              <a:ext cx="447675" cy="349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67" name="Freeform 304">
              <a:extLst>
                <a:ext uri="{FF2B5EF4-FFF2-40B4-BE49-F238E27FC236}">
                  <a16:creationId xmlns:a16="http://schemas.microsoft.com/office/drawing/2014/main" id="{B0F972C2-FEA8-40FF-87F5-4E8EC2FB72BC}"/>
                </a:ext>
              </a:extLst>
            </p:cNvPr>
            <p:cNvSpPr>
              <a:spLocks noEditPoints="1"/>
            </p:cNvSpPr>
            <p:nvPr/>
          </p:nvSpPr>
          <p:spPr bwMode="auto">
            <a:xfrm>
              <a:off x="9485314" y="5665789"/>
              <a:ext cx="455613" cy="282575"/>
            </a:xfrm>
            <a:custGeom>
              <a:avLst/>
              <a:gdLst>
                <a:gd name="T0" fmla="*/ 202 w 202"/>
                <a:gd name="T1" fmla="*/ 50 h 125"/>
                <a:gd name="T2" fmla="*/ 163 w 202"/>
                <a:gd name="T3" fmla="*/ 125 h 125"/>
                <a:gd name="T4" fmla="*/ 39 w 202"/>
                <a:gd name="T5" fmla="*/ 125 h 125"/>
                <a:gd name="T6" fmla="*/ 0 w 202"/>
                <a:gd name="T7" fmla="*/ 50 h 125"/>
                <a:gd name="T8" fmla="*/ 0 w 202"/>
                <a:gd name="T9" fmla="*/ 50 h 125"/>
                <a:gd name="T10" fmla="*/ 0 w 202"/>
                <a:gd name="T11" fmla="*/ 0 h 125"/>
                <a:gd name="T12" fmla="*/ 202 w 202"/>
                <a:gd name="T13" fmla="*/ 0 h 125"/>
                <a:gd name="T14" fmla="*/ 202 w 202"/>
                <a:gd name="T15" fmla="*/ 7 h 125"/>
                <a:gd name="T16" fmla="*/ 202 w 202"/>
                <a:gd name="T17" fmla="*/ 44 h 125"/>
                <a:gd name="T18" fmla="*/ 202 w 202"/>
                <a:gd name="T19" fmla="*/ 50 h 125"/>
                <a:gd name="T20" fmla="*/ 175 w 202"/>
                <a:gd name="T21" fmla="*/ 62 h 125"/>
                <a:gd name="T22" fmla="*/ 175 w 202"/>
                <a:gd name="T23" fmla="*/ 14 h 125"/>
                <a:gd name="T24" fmla="*/ 28 w 202"/>
                <a:gd name="T25" fmla="*/ 14 h 125"/>
                <a:gd name="T26" fmla="*/ 28 w 202"/>
                <a:gd name="T27" fmla="*/ 33 h 125"/>
                <a:gd name="T28" fmla="*/ 175 w 202"/>
                <a:gd name="T29" fmla="*/ 62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2" h="125">
                  <a:moveTo>
                    <a:pt x="202" y="50"/>
                  </a:moveTo>
                  <a:cubicBezTo>
                    <a:pt x="201" y="80"/>
                    <a:pt x="186" y="107"/>
                    <a:pt x="163" y="125"/>
                  </a:cubicBezTo>
                  <a:cubicBezTo>
                    <a:pt x="39" y="125"/>
                    <a:pt x="39" y="125"/>
                    <a:pt x="39" y="125"/>
                  </a:cubicBezTo>
                  <a:cubicBezTo>
                    <a:pt x="16" y="107"/>
                    <a:pt x="1" y="80"/>
                    <a:pt x="0" y="50"/>
                  </a:cubicBezTo>
                  <a:cubicBezTo>
                    <a:pt x="0" y="50"/>
                    <a:pt x="0" y="50"/>
                    <a:pt x="0" y="50"/>
                  </a:cubicBezTo>
                  <a:cubicBezTo>
                    <a:pt x="0" y="0"/>
                    <a:pt x="0" y="0"/>
                    <a:pt x="0" y="0"/>
                  </a:cubicBezTo>
                  <a:cubicBezTo>
                    <a:pt x="202" y="0"/>
                    <a:pt x="202" y="0"/>
                    <a:pt x="202" y="0"/>
                  </a:cubicBezTo>
                  <a:cubicBezTo>
                    <a:pt x="202" y="7"/>
                    <a:pt x="202" y="7"/>
                    <a:pt x="202" y="7"/>
                  </a:cubicBezTo>
                  <a:cubicBezTo>
                    <a:pt x="202" y="44"/>
                    <a:pt x="202" y="44"/>
                    <a:pt x="202" y="44"/>
                  </a:cubicBezTo>
                  <a:cubicBezTo>
                    <a:pt x="202" y="50"/>
                    <a:pt x="202" y="50"/>
                    <a:pt x="202" y="50"/>
                  </a:cubicBezTo>
                  <a:close/>
                  <a:moveTo>
                    <a:pt x="175" y="62"/>
                  </a:moveTo>
                  <a:cubicBezTo>
                    <a:pt x="175" y="14"/>
                    <a:pt x="175" y="14"/>
                    <a:pt x="175" y="14"/>
                  </a:cubicBezTo>
                  <a:cubicBezTo>
                    <a:pt x="28" y="14"/>
                    <a:pt x="28" y="14"/>
                    <a:pt x="28" y="14"/>
                  </a:cubicBezTo>
                  <a:cubicBezTo>
                    <a:pt x="28" y="33"/>
                    <a:pt x="28" y="33"/>
                    <a:pt x="28" y="33"/>
                  </a:cubicBezTo>
                  <a:lnTo>
                    <a:pt x="17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68" name="组合 67" descr="e7d195523061f1c02e66e4f24090f95771f2a25398b4c6a397210DEF3B34B42E7CAE3753A3E55670C5C5B393DCCD8D49F265F3A29442F2D10D421F974AABEA3384308323DA72972389F1817D14B0E60022FBDB547B5692A8DCEFD86E2D2513E69BD63D8CDE7E58D442037D3097B1111DA8943D9EEDF53EE3E689F68151D4ABD87A98C268EDF7F34A35649E147DE056C5">
            <a:extLst>
              <a:ext uri="{FF2B5EF4-FFF2-40B4-BE49-F238E27FC236}">
                <a16:creationId xmlns:a16="http://schemas.microsoft.com/office/drawing/2014/main" id="{D9C1E9EA-BB29-49ED-8936-1471AB0E8B8E}"/>
              </a:ext>
            </a:extLst>
          </p:cNvPr>
          <p:cNvGrpSpPr/>
          <p:nvPr/>
        </p:nvGrpSpPr>
        <p:grpSpPr>
          <a:xfrm>
            <a:off x="6223568" y="4995035"/>
            <a:ext cx="411712" cy="243070"/>
            <a:chOff x="2176464" y="7180264"/>
            <a:chExt cx="693738" cy="409575"/>
          </a:xfrm>
          <a:solidFill>
            <a:schemeClr val="bg1"/>
          </a:solidFill>
        </p:grpSpPr>
        <p:sp>
          <p:nvSpPr>
            <p:cNvPr id="69" name="Oval 381">
              <a:extLst>
                <a:ext uri="{FF2B5EF4-FFF2-40B4-BE49-F238E27FC236}">
                  <a16:creationId xmlns:a16="http://schemas.microsoft.com/office/drawing/2014/main" id="{4DD0DAD6-477A-4D9E-9581-6765F213EE62}"/>
                </a:ext>
              </a:extLst>
            </p:cNvPr>
            <p:cNvSpPr>
              <a:spLocks noChangeArrowheads="1"/>
            </p:cNvSpPr>
            <p:nvPr/>
          </p:nvSpPr>
          <p:spPr bwMode="auto">
            <a:xfrm>
              <a:off x="2647952" y="7386639"/>
              <a:ext cx="34925" cy="365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0" name="Freeform 382">
              <a:extLst>
                <a:ext uri="{FF2B5EF4-FFF2-40B4-BE49-F238E27FC236}">
                  <a16:creationId xmlns:a16="http://schemas.microsoft.com/office/drawing/2014/main" id="{5338B4B6-9112-44FD-A990-FFBF89BBDC79}"/>
                </a:ext>
              </a:extLst>
            </p:cNvPr>
            <p:cNvSpPr>
              <a:spLocks noEditPoints="1"/>
            </p:cNvSpPr>
            <p:nvPr/>
          </p:nvSpPr>
          <p:spPr bwMode="auto">
            <a:xfrm>
              <a:off x="2514602" y="7180264"/>
              <a:ext cx="355600" cy="409575"/>
            </a:xfrm>
            <a:custGeom>
              <a:avLst/>
              <a:gdLst>
                <a:gd name="T0" fmla="*/ 158 w 158"/>
                <a:gd name="T1" fmla="*/ 91 h 181"/>
                <a:gd name="T2" fmla="*/ 67 w 158"/>
                <a:gd name="T3" fmla="*/ 181 h 181"/>
                <a:gd name="T4" fmla="*/ 12 w 158"/>
                <a:gd name="T5" fmla="*/ 162 h 181"/>
                <a:gd name="T6" fmla="*/ 15 w 158"/>
                <a:gd name="T7" fmla="*/ 152 h 181"/>
                <a:gd name="T8" fmla="*/ 15 w 158"/>
                <a:gd name="T9" fmla="*/ 48 h 181"/>
                <a:gd name="T10" fmla="*/ 0 w 158"/>
                <a:gd name="T11" fmla="*/ 31 h 181"/>
                <a:gd name="T12" fmla="*/ 67 w 158"/>
                <a:gd name="T13" fmla="*/ 0 h 181"/>
                <a:gd name="T14" fmla="*/ 158 w 158"/>
                <a:gd name="T15" fmla="*/ 91 h 181"/>
                <a:gd name="T16" fmla="*/ 125 w 158"/>
                <a:gd name="T17" fmla="*/ 102 h 181"/>
                <a:gd name="T18" fmla="*/ 118 w 158"/>
                <a:gd name="T19" fmla="*/ 94 h 181"/>
                <a:gd name="T20" fmla="*/ 82 w 158"/>
                <a:gd name="T21" fmla="*/ 94 h 181"/>
                <a:gd name="T22" fmla="*/ 74 w 158"/>
                <a:gd name="T23" fmla="*/ 84 h 181"/>
                <a:gd name="T24" fmla="*/ 74 w 158"/>
                <a:gd name="T25" fmla="*/ 49 h 181"/>
                <a:gd name="T26" fmla="*/ 67 w 158"/>
                <a:gd name="T27" fmla="*/ 42 h 181"/>
                <a:gd name="T28" fmla="*/ 59 w 158"/>
                <a:gd name="T29" fmla="*/ 49 h 181"/>
                <a:gd name="T30" fmla="*/ 59 w 158"/>
                <a:gd name="T31" fmla="*/ 85 h 181"/>
                <a:gd name="T32" fmla="*/ 51 w 158"/>
                <a:gd name="T33" fmla="*/ 99 h 181"/>
                <a:gd name="T34" fmla="*/ 67 w 158"/>
                <a:gd name="T35" fmla="*/ 115 h 181"/>
                <a:gd name="T36" fmla="*/ 80 w 158"/>
                <a:gd name="T37" fmla="*/ 109 h 181"/>
                <a:gd name="T38" fmla="*/ 118 w 158"/>
                <a:gd name="T39" fmla="*/ 109 h 181"/>
                <a:gd name="T40" fmla="*/ 125 w 158"/>
                <a:gd name="T41" fmla="*/ 10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8" h="181">
                  <a:moveTo>
                    <a:pt x="158" y="91"/>
                  </a:moveTo>
                  <a:cubicBezTo>
                    <a:pt x="158" y="141"/>
                    <a:pt x="117" y="181"/>
                    <a:pt x="67" y="181"/>
                  </a:cubicBezTo>
                  <a:cubicBezTo>
                    <a:pt x="46" y="181"/>
                    <a:pt x="27" y="174"/>
                    <a:pt x="12" y="162"/>
                  </a:cubicBezTo>
                  <a:cubicBezTo>
                    <a:pt x="14" y="159"/>
                    <a:pt x="15" y="156"/>
                    <a:pt x="15" y="152"/>
                  </a:cubicBezTo>
                  <a:cubicBezTo>
                    <a:pt x="15" y="48"/>
                    <a:pt x="15" y="48"/>
                    <a:pt x="15" y="48"/>
                  </a:cubicBezTo>
                  <a:cubicBezTo>
                    <a:pt x="15" y="39"/>
                    <a:pt x="8" y="32"/>
                    <a:pt x="0" y="31"/>
                  </a:cubicBezTo>
                  <a:cubicBezTo>
                    <a:pt x="16" y="12"/>
                    <a:pt x="40" y="0"/>
                    <a:pt x="67" y="0"/>
                  </a:cubicBezTo>
                  <a:cubicBezTo>
                    <a:pt x="117" y="0"/>
                    <a:pt x="158" y="41"/>
                    <a:pt x="158" y="91"/>
                  </a:cubicBezTo>
                  <a:close/>
                  <a:moveTo>
                    <a:pt x="125" y="102"/>
                  </a:moveTo>
                  <a:cubicBezTo>
                    <a:pt x="125" y="98"/>
                    <a:pt x="122" y="94"/>
                    <a:pt x="118" y="94"/>
                  </a:cubicBezTo>
                  <a:cubicBezTo>
                    <a:pt x="82" y="94"/>
                    <a:pt x="82" y="94"/>
                    <a:pt x="82" y="94"/>
                  </a:cubicBezTo>
                  <a:cubicBezTo>
                    <a:pt x="81" y="90"/>
                    <a:pt x="78" y="86"/>
                    <a:pt x="74" y="84"/>
                  </a:cubicBezTo>
                  <a:cubicBezTo>
                    <a:pt x="74" y="49"/>
                    <a:pt x="74" y="49"/>
                    <a:pt x="74" y="49"/>
                  </a:cubicBezTo>
                  <a:cubicBezTo>
                    <a:pt x="74" y="45"/>
                    <a:pt x="71" y="42"/>
                    <a:pt x="67" y="42"/>
                  </a:cubicBezTo>
                  <a:cubicBezTo>
                    <a:pt x="63" y="42"/>
                    <a:pt x="59" y="45"/>
                    <a:pt x="59" y="49"/>
                  </a:cubicBezTo>
                  <a:cubicBezTo>
                    <a:pt x="59" y="85"/>
                    <a:pt x="59" y="85"/>
                    <a:pt x="59" y="85"/>
                  </a:cubicBezTo>
                  <a:cubicBezTo>
                    <a:pt x="54" y="87"/>
                    <a:pt x="51" y="93"/>
                    <a:pt x="51" y="99"/>
                  </a:cubicBezTo>
                  <a:cubicBezTo>
                    <a:pt x="51" y="108"/>
                    <a:pt x="58" y="115"/>
                    <a:pt x="67" y="115"/>
                  </a:cubicBezTo>
                  <a:cubicBezTo>
                    <a:pt x="72" y="115"/>
                    <a:pt x="77" y="113"/>
                    <a:pt x="80" y="109"/>
                  </a:cubicBezTo>
                  <a:cubicBezTo>
                    <a:pt x="118" y="109"/>
                    <a:pt x="118" y="109"/>
                    <a:pt x="118" y="109"/>
                  </a:cubicBezTo>
                  <a:cubicBezTo>
                    <a:pt x="122" y="109"/>
                    <a:pt x="125" y="106"/>
                    <a:pt x="125" y="1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1" name="Freeform 383">
              <a:extLst>
                <a:ext uri="{FF2B5EF4-FFF2-40B4-BE49-F238E27FC236}">
                  <a16:creationId xmlns:a16="http://schemas.microsoft.com/office/drawing/2014/main" id="{63A965B6-2056-4F59-90A4-27EB7D5741CD}"/>
                </a:ext>
              </a:extLst>
            </p:cNvPr>
            <p:cNvSpPr>
              <a:spLocks noEditPoints="1"/>
            </p:cNvSpPr>
            <p:nvPr/>
          </p:nvSpPr>
          <p:spPr bwMode="auto">
            <a:xfrm>
              <a:off x="2176464" y="7262814"/>
              <a:ext cx="355600" cy="298450"/>
            </a:xfrm>
            <a:custGeom>
              <a:avLst/>
              <a:gdLst>
                <a:gd name="T0" fmla="*/ 15 w 158"/>
                <a:gd name="T1" fmla="*/ 34 h 132"/>
                <a:gd name="T2" fmla="*/ 15 w 158"/>
                <a:gd name="T3" fmla="*/ 55 h 132"/>
                <a:gd name="T4" fmla="*/ 49 w 158"/>
                <a:gd name="T5" fmla="*/ 55 h 132"/>
                <a:gd name="T6" fmla="*/ 49 w 158"/>
                <a:gd name="T7" fmla="*/ 34 h 132"/>
                <a:gd name="T8" fmla="*/ 15 w 158"/>
                <a:gd name="T9" fmla="*/ 34 h 132"/>
                <a:gd name="T10" fmla="*/ 106 w 158"/>
                <a:gd name="T11" fmla="*/ 67 h 132"/>
                <a:gd name="T12" fmla="*/ 106 w 158"/>
                <a:gd name="T13" fmla="*/ 88 h 132"/>
                <a:gd name="T14" fmla="*/ 139 w 158"/>
                <a:gd name="T15" fmla="*/ 88 h 132"/>
                <a:gd name="T16" fmla="*/ 139 w 158"/>
                <a:gd name="T17" fmla="*/ 67 h 132"/>
                <a:gd name="T18" fmla="*/ 106 w 158"/>
                <a:gd name="T19" fmla="*/ 67 h 132"/>
                <a:gd name="T20" fmla="*/ 94 w 158"/>
                <a:gd name="T21" fmla="*/ 67 h 132"/>
                <a:gd name="T22" fmla="*/ 61 w 158"/>
                <a:gd name="T23" fmla="*/ 67 h 132"/>
                <a:gd name="T24" fmla="*/ 61 w 158"/>
                <a:gd name="T25" fmla="*/ 87 h 132"/>
                <a:gd name="T26" fmla="*/ 94 w 158"/>
                <a:gd name="T27" fmla="*/ 87 h 132"/>
                <a:gd name="T28" fmla="*/ 94 w 158"/>
                <a:gd name="T29" fmla="*/ 67 h 132"/>
                <a:gd name="T30" fmla="*/ 49 w 158"/>
                <a:gd name="T31" fmla="*/ 117 h 132"/>
                <a:gd name="T32" fmla="*/ 49 w 158"/>
                <a:gd name="T33" fmla="*/ 96 h 132"/>
                <a:gd name="T34" fmla="*/ 15 w 158"/>
                <a:gd name="T35" fmla="*/ 96 h 132"/>
                <a:gd name="T36" fmla="*/ 15 w 158"/>
                <a:gd name="T37" fmla="*/ 117 h 132"/>
                <a:gd name="T38" fmla="*/ 49 w 158"/>
                <a:gd name="T39" fmla="*/ 117 h 132"/>
                <a:gd name="T40" fmla="*/ 139 w 158"/>
                <a:gd name="T41" fmla="*/ 56 h 132"/>
                <a:gd name="T42" fmla="*/ 139 w 158"/>
                <a:gd name="T43" fmla="*/ 36 h 132"/>
                <a:gd name="T44" fmla="*/ 106 w 158"/>
                <a:gd name="T45" fmla="*/ 36 h 132"/>
                <a:gd name="T46" fmla="*/ 106 w 158"/>
                <a:gd name="T47" fmla="*/ 56 h 132"/>
                <a:gd name="T48" fmla="*/ 139 w 158"/>
                <a:gd name="T49" fmla="*/ 56 h 132"/>
                <a:gd name="T50" fmla="*/ 158 w 158"/>
                <a:gd name="T51" fmla="*/ 115 h 132"/>
                <a:gd name="T52" fmla="*/ 141 w 158"/>
                <a:gd name="T53" fmla="*/ 132 h 132"/>
                <a:gd name="T54" fmla="*/ 17 w 158"/>
                <a:gd name="T55" fmla="*/ 132 h 132"/>
                <a:gd name="T56" fmla="*/ 0 w 158"/>
                <a:gd name="T57" fmla="*/ 115 h 132"/>
                <a:gd name="T58" fmla="*/ 0 w 158"/>
                <a:gd name="T59" fmla="*/ 17 h 132"/>
                <a:gd name="T60" fmla="*/ 17 w 158"/>
                <a:gd name="T61" fmla="*/ 0 h 132"/>
                <a:gd name="T62" fmla="*/ 32 w 158"/>
                <a:gd name="T63" fmla="*/ 0 h 132"/>
                <a:gd name="T64" fmla="*/ 32 w 158"/>
                <a:gd name="T65" fmla="*/ 18 h 132"/>
                <a:gd name="T66" fmla="*/ 56 w 158"/>
                <a:gd name="T67" fmla="*/ 18 h 132"/>
                <a:gd name="T68" fmla="*/ 56 w 158"/>
                <a:gd name="T69" fmla="*/ 0 h 132"/>
                <a:gd name="T70" fmla="*/ 106 w 158"/>
                <a:gd name="T71" fmla="*/ 0 h 132"/>
                <a:gd name="T72" fmla="*/ 106 w 158"/>
                <a:gd name="T73" fmla="*/ 18 h 132"/>
                <a:gd name="T74" fmla="*/ 129 w 158"/>
                <a:gd name="T75" fmla="*/ 18 h 132"/>
                <a:gd name="T76" fmla="*/ 129 w 158"/>
                <a:gd name="T77" fmla="*/ 0 h 132"/>
                <a:gd name="T78" fmla="*/ 141 w 158"/>
                <a:gd name="T79" fmla="*/ 0 h 132"/>
                <a:gd name="T80" fmla="*/ 158 w 158"/>
                <a:gd name="T81" fmla="*/ 17 h 132"/>
                <a:gd name="T82" fmla="*/ 158 w 158"/>
                <a:gd name="T83" fmla="*/ 115 h 132"/>
                <a:gd name="T84" fmla="*/ 94 w 158"/>
                <a:gd name="T85" fmla="*/ 118 h 132"/>
                <a:gd name="T86" fmla="*/ 94 w 158"/>
                <a:gd name="T87" fmla="*/ 97 h 132"/>
                <a:gd name="T88" fmla="*/ 61 w 158"/>
                <a:gd name="T89" fmla="*/ 97 h 132"/>
                <a:gd name="T90" fmla="*/ 61 w 158"/>
                <a:gd name="T91" fmla="*/ 118 h 132"/>
                <a:gd name="T92" fmla="*/ 94 w 158"/>
                <a:gd name="T93" fmla="*/ 118 h 132"/>
                <a:gd name="T94" fmla="*/ 94 w 158"/>
                <a:gd name="T95" fmla="*/ 56 h 132"/>
                <a:gd name="T96" fmla="*/ 94 w 158"/>
                <a:gd name="T97" fmla="*/ 35 h 132"/>
                <a:gd name="T98" fmla="*/ 61 w 158"/>
                <a:gd name="T99" fmla="*/ 35 h 132"/>
                <a:gd name="T100" fmla="*/ 61 w 158"/>
                <a:gd name="T101" fmla="*/ 56 h 132"/>
                <a:gd name="T102" fmla="*/ 94 w 158"/>
                <a:gd name="T103" fmla="*/ 56 h 132"/>
                <a:gd name="T104" fmla="*/ 49 w 158"/>
                <a:gd name="T105" fmla="*/ 87 h 132"/>
                <a:gd name="T106" fmla="*/ 49 w 158"/>
                <a:gd name="T107" fmla="*/ 66 h 132"/>
                <a:gd name="T108" fmla="*/ 15 w 158"/>
                <a:gd name="T109" fmla="*/ 66 h 132"/>
                <a:gd name="T110" fmla="*/ 15 w 158"/>
                <a:gd name="T111" fmla="*/ 87 h 132"/>
                <a:gd name="T112" fmla="*/ 49 w 158"/>
                <a:gd name="T113" fmla="*/ 87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8" h="132">
                  <a:moveTo>
                    <a:pt x="15" y="34"/>
                  </a:moveTo>
                  <a:cubicBezTo>
                    <a:pt x="15" y="55"/>
                    <a:pt x="15" y="55"/>
                    <a:pt x="15" y="55"/>
                  </a:cubicBezTo>
                  <a:cubicBezTo>
                    <a:pt x="49" y="55"/>
                    <a:pt x="49" y="55"/>
                    <a:pt x="49" y="55"/>
                  </a:cubicBezTo>
                  <a:cubicBezTo>
                    <a:pt x="49" y="34"/>
                    <a:pt x="49" y="34"/>
                    <a:pt x="49" y="34"/>
                  </a:cubicBezTo>
                  <a:lnTo>
                    <a:pt x="15" y="34"/>
                  </a:lnTo>
                  <a:close/>
                  <a:moveTo>
                    <a:pt x="106" y="67"/>
                  </a:moveTo>
                  <a:cubicBezTo>
                    <a:pt x="106" y="88"/>
                    <a:pt x="106" y="88"/>
                    <a:pt x="106" y="88"/>
                  </a:cubicBezTo>
                  <a:cubicBezTo>
                    <a:pt x="139" y="88"/>
                    <a:pt x="139" y="88"/>
                    <a:pt x="139" y="88"/>
                  </a:cubicBezTo>
                  <a:cubicBezTo>
                    <a:pt x="139" y="67"/>
                    <a:pt x="139" y="67"/>
                    <a:pt x="139" y="67"/>
                  </a:cubicBezTo>
                  <a:lnTo>
                    <a:pt x="106" y="67"/>
                  </a:lnTo>
                  <a:close/>
                  <a:moveTo>
                    <a:pt x="94" y="67"/>
                  </a:moveTo>
                  <a:cubicBezTo>
                    <a:pt x="61" y="67"/>
                    <a:pt x="61" y="67"/>
                    <a:pt x="61" y="67"/>
                  </a:cubicBezTo>
                  <a:cubicBezTo>
                    <a:pt x="61" y="87"/>
                    <a:pt x="61" y="87"/>
                    <a:pt x="61" y="87"/>
                  </a:cubicBezTo>
                  <a:cubicBezTo>
                    <a:pt x="94" y="87"/>
                    <a:pt x="94" y="87"/>
                    <a:pt x="94" y="87"/>
                  </a:cubicBezTo>
                  <a:lnTo>
                    <a:pt x="94" y="67"/>
                  </a:lnTo>
                  <a:close/>
                  <a:moveTo>
                    <a:pt x="49" y="117"/>
                  </a:moveTo>
                  <a:cubicBezTo>
                    <a:pt x="49" y="96"/>
                    <a:pt x="49" y="96"/>
                    <a:pt x="49" y="96"/>
                  </a:cubicBezTo>
                  <a:cubicBezTo>
                    <a:pt x="15" y="96"/>
                    <a:pt x="15" y="96"/>
                    <a:pt x="15" y="96"/>
                  </a:cubicBezTo>
                  <a:cubicBezTo>
                    <a:pt x="15" y="117"/>
                    <a:pt x="15" y="117"/>
                    <a:pt x="15" y="117"/>
                  </a:cubicBezTo>
                  <a:lnTo>
                    <a:pt x="49" y="117"/>
                  </a:lnTo>
                  <a:close/>
                  <a:moveTo>
                    <a:pt x="139" y="56"/>
                  </a:moveTo>
                  <a:cubicBezTo>
                    <a:pt x="139" y="36"/>
                    <a:pt x="139" y="36"/>
                    <a:pt x="139" y="36"/>
                  </a:cubicBezTo>
                  <a:cubicBezTo>
                    <a:pt x="106" y="36"/>
                    <a:pt x="106" y="36"/>
                    <a:pt x="106" y="36"/>
                  </a:cubicBezTo>
                  <a:cubicBezTo>
                    <a:pt x="106" y="56"/>
                    <a:pt x="106" y="56"/>
                    <a:pt x="106" y="56"/>
                  </a:cubicBezTo>
                  <a:lnTo>
                    <a:pt x="139" y="56"/>
                  </a:lnTo>
                  <a:close/>
                  <a:moveTo>
                    <a:pt x="158" y="115"/>
                  </a:moveTo>
                  <a:cubicBezTo>
                    <a:pt x="158" y="124"/>
                    <a:pt x="150" y="132"/>
                    <a:pt x="141" y="132"/>
                  </a:cubicBezTo>
                  <a:cubicBezTo>
                    <a:pt x="17" y="132"/>
                    <a:pt x="17" y="132"/>
                    <a:pt x="17" y="132"/>
                  </a:cubicBezTo>
                  <a:cubicBezTo>
                    <a:pt x="8" y="132"/>
                    <a:pt x="0" y="124"/>
                    <a:pt x="0" y="115"/>
                  </a:cubicBezTo>
                  <a:cubicBezTo>
                    <a:pt x="0" y="17"/>
                    <a:pt x="0" y="17"/>
                    <a:pt x="0" y="17"/>
                  </a:cubicBezTo>
                  <a:cubicBezTo>
                    <a:pt x="0" y="8"/>
                    <a:pt x="8" y="0"/>
                    <a:pt x="17" y="0"/>
                  </a:cubicBezTo>
                  <a:cubicBezTo>
                    <a:pt x="32" y="0"/>
                    <a:pt x="32" y="0"/>
                    <a:pt x="32" y="0"/>
                  </a:cubicBezTo>
                  <a:cubicBezTo>
                    <a:pt x="32" y="18"/>
                    <a:pt x="32" y="18"/>
                    <a:pt x="32" y="18"/>
                  </a:cubicBezTo>
                  <a:cubicBezTo>
                    <a:pt x="56" y="18"/>
                    <a:pt x="56" y="18"/>
                    <a:pt x="56" y="18"/>
                  </a:cubicBezTo>
                  <a:cubicBezTo>
                    <a:pt x="56" y="0"/>
                    <a:pt x="56" y="0"/>
                    <a:pt x="56" y="0"/>
                  </a:cubicBezTo>
                  <a:cubicBezTo>
                    <a:pt x="106" y="0"/>
                    <a:pt x="106" y="0"/>
                    <a:pt x="106" y="0"/>
                  </a:cubicBezTo>
                  <a:cubicBezTo>
                    <a:pt x="106" y="18"/>
                    <a:pt x="106" y="18"/>
                    <a:pt x="106" y="18"/>
                  </a:cubicBezTo>
                  <a:cubicBezTo>
                    <a:pt x="129" y="18"/>
                    <a:pt x="129" y="18"/>
                    <a:pt x="129" y="18"/>
                  </a:cubicBezTo>
                  <a:cubicBezTo>
                    <a:pt x="129" y="0"/>
                    <a:pt x="129" y="0"/>
                    <a:pt x="129" y="0"/>
                  </a:cubicBezTo>
                  <a:cubicBezTo>
                    <a:pt x="141" y="0"/>
                    <a:pt x="141" y="0"/>
                    <a:pt x="141" y="0"/>
                  </a:cubicBezTo>
                  <a:cubicBezTo>
                    <a:pt x="150" y="0"/>
                    <a:pt x="158" y="8"/>
                    <a:pt x="158" y="17"/>
                  </a:cubicBezTo>
                  <a:lnTo>
                    <a:pt x="158" y="115"/>
                  </a:lnTo>
                  <a:close/>
                  <a:moveTo>
                    <a:pt x="94" y="118"/>
                  </a:moveTo>
                  <a:cubicBezTo>
                    <a:pt x="94" y="97"/>
                    <a:pt x="94" y="97"/>
                    <a:pt x="94" y="97"/>
                  </a:cubicBezTo>
                  <a:cubicBezTo>
                    <a:pt x="61" y="97"/>
                    <a:pt x="61" y="97"/>
                    <a:pt x="61" y="97"/>
                  </a:cubicBezTo>
                  <a:cubicBezTo>
                    <a:pt x="61" y="118"/>
                    <a:pt x="61" y="118"/>
                    <a:pt x="61" y="118"/>
                  </a:cubicBezTo>
                  <a:lnTo>
                    <a:pt x="94" y="118"/>
                  </a:lnTo>
                  <a:close/>
                  <a:moveTo>
                    <a:pt x="94" y="56"/>
                  </a:moveTo>
                  <a:cubicBezTo>
                    <a:pt x="94" y="35"/>
                    <a:pt x="94" y="35"/>
                    <a:pt x="94" y="35"/>
                  </a:cubicBezTo>
                  <a:cubicBezTo>
                    <a:pt x="61" y="35"/>
                    <a:pt x="61" y="35"/>
                    <a:pt x="61" y="35"/>
                  </a:cubicBezTo>
                  <a:cubicBezTo>
                    <a:pt x="61" y="56"/>
                    <a:pt x="61" y="56"/>
                    <a:pt x="61" y="56"/>
                  </a:cubicBezTo>
                  <a:lnTo>
                    <a:pt x="94" y="56"/>
                  </a:lnTo>
                  <a:close/>
                  <a:moveTo>
                    <a:pt x="49" y="87"/>
                  </a:moveTo>
                  <a:cubicBezTo>
                    <a:pt x="49" y="66"/>
                    <a:pt x="49" y="66"/>
                    <a:pt x="49" y="66"/>
                  </a:cubicBezTo>
                  <a:cubicBezTo>
                    <a:pt x="15" y="66"/>
                    <a:pt x="15" y="66"/>
                    <a:pt x="15" y="66"/>
                  </a:cubicBezTo>
                  <a:cubicBezTo>
                    <a:pt x="15" y="87"/>
                    <a:pt x="15" y="87"/>
                    <a:pt x="15" y="87"/>
                  </a:cubicBezTo>
                  <a:lnTo>
                    <a:pt x="49" y="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2" name="Rectangle 384">
              <a:extLst>
                <a:ext uri="{FF2B5EF4-FFF2-40B4-BE49-F238E27FC236}">
                  <a16:creationId xmlns:a16="http://schemas.microsoft.com/office/drawing/2014/main" id="{5B621E70-5A62-427A-8832-AC261C9E392A}"/>
                </a:ext>
              </a:extLst>
            </p:cNvPr>
            <p:cNvSpPr>
              <a:spLocks noChangeArrowheads="1"/>
            </p:cNvSpPr>
            <p:nvPr/>
          </p:nvSpPr>
          <p:spPr bwMode="auto">
            <a:xfrm>
              <a:off x="2428877" y="7232651"/>
              <a:ext cx="26988"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sp>
          <p:nvSpPr>
            <p:cNvPr id="73" name="Rectangle 385">
              <a:extLst>
                <a:ext uri="{FF2B5EF4-FFF2-40B4-BE49-F238E27FC236}">
                  <a16:creationId xmlns:a16="http://schemas.microsoft.com/office/drawing/2014/main" id="{69B2516A-1E02-4498-BA40-1903B995B9A1}"/>
                </a:ext>
              </a:extLst>
            </p:cNvPr>
            <p:cNvSpPr>
              <a:spLocks noChangeArrowheads="1"/>
            </p:cNvSpPr>
            <p:nvPr/>
          </p:nvSpPr>
          <p:spPr bwMode="auto">
            <a:xfrm>
              <a:off x="2259014" y="7232651"/>
              <a:ext cx="26988" cy="619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74" name="组合 73"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FD370A10-8C90-4BE1-B76B-2F8DB197BB6F}"/>
              </a:ext>
            </a:extLst>
          </p:cNvPr>
          <p:cNvGrpSpPr/>
          <p:nvPr/>
        </p:nvGrpSpPr>
        <p:grpSpPr>
          <a:xfrm>
            <a:off x="5821954" y="1639893"/>
            <a:ext cx="864000" cy="864000"/>
            <a:chOff x="1033103" y="4587142"/>
            <a:chExt cx="864000" cy="864000"/>
          </a:xfrm>
        </p:grpSpPr>
        <p:grpSp>
          <p:nvGrpSpPr>
            <p:cNvPr id="75" name="组合 74">
              <a:extLst>
                <a:ext uri="{FF2B5EF4-FFF2-40B4-BE49-F238E27FC236}">
                  <a16:creationId xmlns:a16="http://schemas.microsoft.com/office/drawing/2014/main" id="{68718921-BAA0-499E-A605-19745B21C4B8}"/>
                </a:ext>
              </a:extLst>
            </p:cNvPr>
            <p:cNvGrpSpPr/>
            <p:nvPr/>
          </p:nvGrpSpPr>
          <p:grpSpPr>
            <a:xfrm>
              <a:off x="1033103" y="4587142"/>
              <a:ext cx="864000" cy="864000"/>
              <a:chOff x="2685273" y="2003310"/>
              <a:chExt cx="1429322" cy="1429322"/>
            </a:xfrm>
          </p:grpSpPr>
          <p:sp>
            <p:nvSpPr>
              <p:cNvPr id="77" name="椭圆 76">
                <a:extLst>
                  <a:ext uri="{FF2B5EF4-FFF2-40B4-BE49-F238E27FC236}">
                    <a16:creationId xmlns:a16="http://schemas.microsoft.com/office/drawing/2014/main" id="{15DB176A-4CAC-4463-911E-59E10BC01D51}"/>
                  </a:ext>
                </a:extLst>
              </p:cNvPr>
              <p:cNvSpPr/>
              <p:nvPr/>
            </p:nvSpPr>
            <p:spPr>
              <a:xfrm>
                <a:off x="2685273" y="2003310"/>
                <a:ext cx="1429322" cy="1429322"/>
              </a:xfrm>
              <a:prstGeom prst="ellipse">
                <a:avLst/>
              </a:prstGeom>
              <a:noFill/>
              <a:ln w="12700">
                <a:no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E8C8E"/>
                  </a:solidFill>
                  <a:effectLst/>
                  <a:uLnTx/>
                  <a:uFillTx/>
                  <a:latin typeface="Calibri" panose="020F0502020204030204"/>
                  <a:ea typeface="宋体" panose="02010600030101010101" pitchFamily="2" charset="-122"/>
                  <a:cs typeface="+mn-cs"/>
                </a:endParaRPr>
              </a:p>
            </p:txBody>
          </p:sp>
          <p:sp>
            <p:nvSpPr>
              <p:cNvPr id="78" name="椭圆 77">
                <a:extLst>
                  <a:ext uri="{FF2B5EF4-FFF2-40B4-BE49-F238E27FC236}">
                    <a16:creationId xmlns:a16="http://schemas.microsoft.com/office/drawing/2014/main" id="{CC33CCBF-F93C-4167-A3FB-30A46C8E6BE6}"/>
                  </a:ext>
                </a:extLst>
              </p:cNvPr>
              <p:cNvSpPr/>
              <p:nvPr/>
            </p:nvSpPr>
            <p:spPr>
              <a:xfrm>
                <a:off x="2836034" y="2154071"/>
                <a:ext cx="1127798" cy="1127798"/>
              </a:xfrm>
              <a:prstGeom prst="ellipse">
                <a:avLst/>
              </a:pr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76" name="Freeform 7">
              <a:extLst>
                <a:ext uri="{FF2B5EF4-FFF2-40B4-BE49-F238E27FC236}">
                  <a16:creationId xmlns:a16="http://schemas.microsoft.com/office/drawing/2014/main" id="{18A4F998-FD7E-442B-B548-9C42EF81F025}"/>
                </a:ext>
              </a:extLst>
            </p:cNvPr>
            <p:cNvSpPr>
              <a:spLocks noEditPoints="1"/>
            </p:cNvSpPr>
            <p:nvPr/>
          </p:nvSpPr>
          <p:spPr bwMode="auto">
            <a:xfrm>
              <a:off x="1297700" y="4874717"/>
              <a:ext cx="290173" cy="307633"/>
            </a:xfrm>
            <a:custGeom>
              <a:avLst/>
              <a:gdLst>
                <a:gd name="T0" fmla="*/ 255 w 366"/>
                <a:gd name="T1" fmla="*/ 65 h 387"/>
                <a:gd name="T2" fmla="*/ 257 w 366"/>
                <a:gd name="T3" fmla="*/ 100 h 387"/>
                <a:gd name="T4" fmla="*/ 243 w 366"/>
                <a:gd name="T5" fmla="*/ 88 h 387"/>
                <a:gd name="T6" fmla="*/ 120 w 366"/>
                <a:gd name="T7" fmla="*/ 88 h 387"/>
                <a:gd name="T8" fmla="*/ 107 w 366"/>
                <a:gd name="T9" fmla="*/ 100 h 387"/>
                <a:gd name="T10" fmla="*/ 109 w 366"/>
                <a:gd name="T11" fmla="*/ 65 h 387"/>
                <a:gd name="T12" fmla="*/ 348 w 366"/>
                <a:gd name="T13" fmla="*/ 242 h 387"/>
                <a:gd name="T14" fmla="*/ 330 w 366"/>
                <a:gd name="T15" fmla="*/ 214 h 387"/>
                <a:gd name="T16" fmla="*/ 305 w 366"/>
                <a:gd name="T17" fmla="*/ 245 h 387"/>
                <a:gd name="T18" fmla="*/ 298 w 366"/>
                <a:gd name="T19" fmla="*/ 261 h 387"/>
                <a:gd name="T20" fmla="*/ 293 w 366"/>
                <a:gd name="T21" fmla="*/ 278 h 387"/>
                <a:gd name="T22" fmla="*/ 290 w 366"/>
                <a:gd name="T23" fmla="*/ 290 h 387"/>
                <a:gd name="T24" fmla="*/ 310 w 366"/>
                <a:gd name="T25" fmla="*/ 234 h 387"/>
                <a:gd name="T26" fmla="*/ 34 w 366"/>
                <a:gd name="T27" fmla="*/ 232 h 387"/>
                <a:gd name="T28" fmla="*/ 55 w 366"/>
                <a:gd name="T29" fmla="*/ 234 h 387"/>
                <a:gd name="T30" fmla="*/ 62 w 366"/>
                <a:gd name="T31" fmla="*/ 249 h 387"/>
                <a:gd name="T32" fmla="*/ 68 w 366"/>
                <a:gd name="T33" fmla="*/ 265 h 387"/>
                <a:gd name="T34" fmla="*/ 73 w 366"/>
                <a:gd name="T35" fmla="*/ 280 h 387"/>
                <a:gd name="T36" fmla="*/ 0 w 366"/>
                <a:gd name="T37" fmla="*/ 264 h 387"/>
                <a:gd name="T38" fmla="*/ 64 w 366"/>
                <a:gd name="T39" fmla="*/ 146 h 387"/>
                <a:gd name="T40" fmla="*/ 96 w 366"/>
                <a:gd name="T41" fmla="*/ 150 h 387"/>
                <a:gd name="T42" fmla="*/ 89 w 366"/>
                <a:gd name="T43" fmla="*/ 130 h 387"/>
                <a:gd name="T44" fmla="*/ 98 w 366"/>
                <a:gd name="T45" fmla="*/ 126 h 387"/>
                <a:gd name="T46" fmla="*/ 182 w 366"/>
                <a:gd name="T47" fmla="*/ 196 h 387"/>
                <a:gd name="T48" fmla="*/ 266 w 366"/>
                <a:gd name="T49" fmla="*/ 125 h 387"/>
                <a:gd name="T50" fmla="*/ 276 w 366"/>
                <a:gd name="T51" fmla="*/ 130 h 387"/>
                <a:gd name="T52" fmla="*/ 269 w 366"/>
                <a:gd name="T53" fmla="*/ 150 h 387"/>
                <a:gd name="T54" fmla="*/ 301 w 366"/>
                <a:gd name="T55" fmla="*/ 146 h 387"/>
                <a:gd name="T56" fmla="*/ 318 w 366"/>
                <a:gd name="T57" fmla="*/ 220 h 387"/>
                <a:gd name="T58" fmla="*/ 301 w 366"/>
                <a:gd name="T59" fmla="*/ 226 h 387"/>
                <a:gd name="T60" fmla="*/ 212 w 366"/>
                <a:gd name="T61" fmla="*/ 360 h 387"/>
                <a:gd name="T62" fmla="*/ 310 w 366"/>
                <a:gd name="T63" fmla="*/ 316 h 387"/>
                <a:gd name="T64" fmla="*/ 207 w 366"/>
                <a:gd name="T65" fmla="*/ 380 h 387"/>
                <a:gd name="T66" fmla="*/ 195 w 366"/>
                <a:gd name="T67" fmla="*/ 385 h 387"/>
                <a:gd name="T68" fmla="*/ 48 w 366"/>
                <a:gd name="T69" fmla="*/ 334 h 387"/>
                <a:gd name="T70" fmla="*/ 65 w 366"/>
                <a:gd name="T71" fmla="*/ 311 h 387"/>
                <a:gd name="T72" fmla="*/ 154 w 366"/>
                <a:gd name="T73" fmla="*/ 207 h 387"/>
                <a:gd name="T74" fmla="*/ 61 w 366"/>
                <a:gd name="T75" fmla="*/ 218 h 387"/>
                <a:gd name="T76" fmla="*/ 48 w 366"/>
                <a:gd name="T77" fmla="*/ 144 h 387"/>
                <a:gd name="T78" fmla="*/ 292 w 366"/>
                <a:gd name="T79" fmla="*/ 194 h 387"/>
                <a:gd name="T80" fmla="*/ 223 w 366"/>
                <a:gd name="T81" fmla="*/ 221 h 387"/>
                <a:gd name="T82" fmla="*/ 182 w 366"/>
                <a:gd name="T83" fmla="*/ 370 h 387"/>
                <a:gd name="T84" fmla="*/ 183 w 366"/>
                <a:gd name="T85" fmla="*/ 214 h 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366" h="387">
                  <a:moveTo>
                    <a:pt x="182" y="0"/>
                  </a:moveTo>
                  <a:cubicBezTo>
                    <a:pt x="203" y="0"/>
                    <a:pt x="222" y="10"/>
                    <a:pt x="235" y="26"/>
                  </a:cubicBezTo>
                  <a:cubicBezTo>
                    <a:pt x="244" y="37"/>
                    <a:pt x="251" y="50"/>
                    <a:pt x="255" y="65"/>
                  </a:cubicBezTo>
                  <a:cubicBezTo>
                    <a:pt x="260" y="64"/>
                    <a:pt x="267" y="63"/>
                    <a:pt x="269" y="68"/>
                  </a:cubicBezTo>
                  <a:cubicBezTo>
                    <a:pt x="273" y="77"/>
                    <a:pt x="271" y="97"/>
                    <a:pt x="265" y="99"/>
                  </a:cubicBezTo>
                  <a:cubicBezTo>
                    <a:pt x="263" y="100"/>
                    <a:pt x="260" y="100"/>
                    <a:pt x="257" y="100"/>
                  </a:cubicBezTo>
                  <a:cubicBezTo>
                    <a:pt x="256" y="105"/>
                    <a:pt x="255" y="110"/>
                    <a:pt x="254" y="115"/>
                  </a:cubicBezTo>
                  <a:cubicBezTo>
                    <a:pt x="248" y="116"/>
                    <a:pt x="243" y="117"/>
                    <a:pt x="238" y="118"/>
                  </a:cubicBezTo>
                  <a:cubicBezTo>
                    <a:pt x="241" y="109"/>
                    <a:pt x="243" y="99"/>
                    <a:pt x="243" y="88"/>
                  </a:cubicBezTo>
                  <a:cubicBezTo>
                    <a:pt x="243" y="75"/>
                    <a:pt x="240" y="63"/>
                    <a:pt x="235" y="52"/>
                  </a:cubicBezTo>
                  <a:cubicBezTo>
                    <a:pt x="194" y="85"/>
                    <a:pt x="140" y="61"/>
                    <a:pt x="127" y="55"/>
                  </a:cubicBezTo>
                  <a:cubicBezTo>
                    <a:pt x="122" y="65"/>
                    <a:pt x="120" y="76"/>
                    <a:pt x="120" y="88"/>
                  </a:cubicBezTo>
                  <a:cubicBezTo>
                    <a:pt x="120" y="99"/>
                    <a:pt x="122" y="109"/>
                    <a:pt x="125" y="118"/>
                  </a:cubicBezTo>
                  <a:cubicBezTo>
                    <a:pt x="120" y="117"/>
                    <a:pt x="115" y="116"/>
                    <a:pt x="109" y="115"/>
                  </a:cubicBezTo>
                  <a:cubicBezTo>
                    <a:pt x="108" y="110"/>
                    <a:pt x="107" y="105"/>
                    <a:pt x="107" y="100"/>
                  </a:cubicBezTo>
                  <a:cubicBezTo>
                    <a:pt x="103" y="100"/>
                    <a:pt x="100" y="100"/>
                    <a:pt x="98" y="99"/>
                  </a:cubicBezTo>
                  <a:cubicBezTo>
                    <a:pt x="92" y="97"/>
                    <a:pt x="91" y="77"/>
                    <a:pt x="94" y="68"/>
                  </a:cubicBezTo>
                  <a:cubicBezTo>
                    <a:pt x="96" y="63"/>
                    <a:pt x="103" y="64"/>
                    <a:pt x="109" y="65"/>
                  </a:cubicBezTo>
                  <a:cubicBezTo>
                    <a:pt x="112" y="50"/>
                    <a:pt x="119" y="37"/>
                    <a:pt x="128" y="26"/>
                  </a:cubicBezTo>
                  <a:cubicBezTo>
                    <a:pt x="141" y="10"/>
                    <a:pt x="160" y="0"/>
                    <a:pt x="182" y="0"/>
                  </a:cubicBezTo>
                  <a:close/>
                  <a:moveTo>
                    <a:pt x="348" y="242"/>
                  </a:moveTo>
                  <a:cubicBezTo>
                    <a:pt x="336" y="237"/>
                    <a:pt x="336" y="237"/>
                    <a:pt x="336" y="237"/>
                  </a:cubicBezTo>
                  <a:cubicBezTo>
                    <a:pt x="331" y="232"/>
                    <a:pt x="331" y="232"/>
                    <a:pt x="331" y="232"/>
                  </a:cubicBezTo>
                  <a:cubicBezTo>
                    <a:pt x="330" y="214"/>
                    <a:pt x="330" y="214"/>
                    <a:pt x="330" y="214"/>
                  </a:cubicBezTo>
                  <a:cubicBezTo>
                    <a:pt x="341" y="219"/>
                    <a:pt x="345" y="229"/>
                    <a:pt x="348" y="242"/>
                  </a:cubicBezTo>
                  <a:close/>
                  <a:moveTo>
                    <a:pt x="310" y="234"/>
                  </a:moveTo>
                  <a:cubicBezTo>
                    <a:pt x="308" y="238"/>
                    <a:pt x="306" y="241"/>
                    <a:pt x="305" y="245"/>
                  </a:cubicBezTo>
                  <a:cubicBezTo>
                    <a:pt x="325" y="258"/>
                    <a:pt x="325" y="258"/>
                    <a:pt x="325" y="258"/>
                  </a:cubicBezTo>
                  <a:cubicBezTo>
                    <a:pt x="303" y="249"/>
                    <a:pt x="303" y="249"/>
                    <a:pt x="303" y="249"/>
                  </a:cubicBezTo>
                  <a:cubicBezTo>
                    <a:pt x="301" y="253"/>
                    <a:pt x="300" y="257"/>
                    <a:pt x="298" y="261"/>
                  </a:cubicBezTo>
                  <a:cubicBezTo>
                    <a:pt x="318" y="273"/>
                    <a:pt x="318" y="273"/>
                    <a:pt x="318" y="273"/>
                  </a:cubicBezTo>
                  <a:cubicBezTo>
                    <a:pt x="297" y="265"/>
                    <a:pt x="297" y="265"/>
                    <a:pt x="297" y="265"/>
                  </a:cubicBezTo>
                  <a:cubicBezTo>
                    <a:pt x="296" y="269"/>
                    <a:pt x="294" y="273"/>
                    <a:pt x="293" y="278"/>
                  </a:cubicBezTo>
                  <a:cubicBezTo>
                    <a:pt x="311" y="287"/>
                    <a:pt x="311" y="287"/>
                    <a:pt x="311" y="287"/>
                  </a:cubicBezTo>
                  <a:cubicBezTo>
                    <a:pt x="292" y="280"/>
                    <a:pt x="292" y="280"/>
                    <a:pt x="292" y="280"/>
                  </a:cubicBezTo>
                  <a:cubicBezTo>
                    <a:pt x="292" y="283"/>
                    <a:pt x="291" y="287"/>
                    <a:pt x="290" y="290"/>
                  </a:cubicBezTo>
                  <a:cubicBezTo>
                    <a:pt x="294" y="293"/>
                    <a:pt x="323" y="311"/>
                    <a:pt x="337" y="306"/>
                  </a:cubicBezTo>
                  <a:cubicBezTo>
                    <a:pt x="350" y="301"/>
                    <a:pt x="364" y="281"/>
                    <a:pt x="365" y="264"/>
                  </a:cubicBezTo>
                  <a:cubicBezTo>
                    <a:pt x="366" y="246"/>
                    <a:pt x="320" y="235"/>
                    <a:pt x="310" y="234"/>
                  </a:cubicBezTo>
                  <a:close/>
                  <a:moveTo>
                    <a:pt x="18" y="242"/>
                  </a:moveTo>
                  <a:cubicBezTo>
                    <a:pt x="29" y="237"/>
                    <a:pt x="29" y="237"/>
                    <a:pt x="29" y="237"/>
                  </a:cubicBezTo>
                  <a:cubicBezTo>
                    <a:pt x="34" y="232"/>
                    <a:pt x="34" y="232"/>
                    <a:pt x="34" y="232"/>
                  </a:cubicBezTo>
                  <a:cubicBezTo>
                    <a:pt x="35" y="214"/>
                    <a:pt x="35" y="214"/>
                    <a:pt x="35" y="214"/>
                  </a:cubicBezTo>
                  <a:cubicBezTo>
                    <a:pt x="24" y="219"/>
                    <a:pt x="20" y="229"/>
                    <a:pt x="18" y="242"/>
                  </a:cubicBezTo>
                  <a:close/>
                  <a:moveTo>
                    <a:pt x="55" y="234"/>
                  </a:moveTo>
                  <a:cubicBezTo>
                    <a:pt x="57" y="238"/>
                    <a:pt x="59" y="241"/>
                    <a:pt x="60" y="245"/>
                  </a:cubicBezTo>
                  <a:cubicBezTo>
                    <a:pt x="40" y="258"/>
                    <a:pt x="40" y="258"/>
                    <a:pt x="40" y="258"/>
                  </a:cubicBezTo>
                  <a:cubicBezTo>
                    <a:pt x="62" y="249"/>
                    <a:pt x="62" y="249"/>
                    <a:pt x="62" y="249"/>
                  </a:cubicBezTo>
                  <a:cubicBezTo>
                    <a:pt x="64" y="253"/>
                    <a:pt x="65" y="257"/>
                    <a:pt x="67" y="261"/>
                  </a:cubicBezTo>
                  <a:cubicBezTo>
                    <a:pt x="47" y="273"/>
                    <a:pt x="47" y="273"/>
                    <a:pt x="47" y="273"/>
                  </a:cubicBezTo>
                  <a:cubicBezTo>
                    <a:pt x="68" y="265"/>
                    <a:pt x="68" y="265"/>
                    <a:pt x="68" y="265"/>
                  </a:cubicBezTo>
                  <a:cubicBezTo>
                    <a:pt x="70" y="269"/>
                    <a:pt x="71" y="273"/>
                    <a:pt x="72" y="278"/>
                  </a:cubicBezTo>
                  <a:cubicBezTo>
                    <a:pt x="55" y="287"/>
                    <a:pt x="55" y="287"/>
                    <a:pt x="55" y="287"/>
                  </a:cubicBezTo>
                  <a:cubicBezTo>
                    <a:pt x="73" y="280"/>
                    <a:pt x="73" y="280"/>
                    <a:pt x="73" y="280"/>
                  </a:cubicBezTo>
                  <a:cubicBezTo>
                    <a:pt x="74" y="283"/>
                    <a:pt x="74" y="287"/>
                    <a:pt x="75" y="290"/>
                  </a:cubicBezTo>
                  <a:cubicBezTo>
                    <a:pt x="71" y="293"/>
                    <a:pt x="42" y="311"/>
                    <a:pt x="29" y="306"/>
                  </a:cubicBezTo>
                  <a:cubicBezTo>
                    <a:pt x="15" y="301"/>
                    <a:pt x="1" y="281"/>
                    <a:pt x="0" y="264"/>
                  </a:cubicBezTo>
                  <a:cubicBezTo>
                    <a:pt x="0" y="246"/>
                    <a:pt x="45" y="235"/>
                    <a:pt x="55" y="234"/>
                  </a:cubicBezTo>
                  <a:close/>
                  <a:moveTo>
                    <a:pt x="91" y="162"/>
                  </a:moveTo>
                  <a:cubicBezTo>
                    <a:pt x="64" y="146"/>
                    <a:pt x="64" y="146"/>
                    <a:pt x="64" y="146"/>
                  </a:cubicBezTo>
                  <a:cubicBezTo>
                    <a:pt x="61" y="145"/>
                    <a:pt x="59" y="141"/>
                    <a:pt x="61" y="138"/>
                  </a:cubicBezTo>
                  <a:cubicBezTo>
                    <a:pt x="63" y="135"/>
                    <a:pt x="67" y="134"/>
                    <a:pt x="70" y="135"/>
                  </a:cubicBezTo>
                  <a:cubicBezTo>
                    <a:pt x="96" y="150"/>
                    <a:pt x="96" y="150"/>
                    <a:pt x="96" y="150"/>
                  </a:cubicBezTo>
                  <a:cubicBezTo>
                    <a:pt x="82" y="140"/>
                    <a:pt x="82" y="140"/>
                    <a:pt x="82" y="140"/>
                  </a:cubicBezTo>
                  <a:cubicBezTo>
                    <a:pt x="79" y="138"/>
                    <a:pt x="78" y="134"/>
                    <a:pt x="80" y="131"/>
                  </a:cubicBezTo>
                  <a:cubicBezTo>
                    <a:pt x="82" y="128"/>
                    <a:pt x="86" y="128"/>
                    <a:pt x="89" y="130"/>
                  </a:cubicBezTo>
                  <a:cubicBezTo>
                    <a:pt x="108" y="143"/>
                    <a:pt x="108" y="143"/>
                    <a:pt x="108" y="143"/>
                  </a:cubicBezTo>
                  <a:cubicBezTo>
                    <a:pt x="99" y="134"/>
                    <a:pt x="99" y="134"/>
                    <a:pt x="99" y="134"/>
                  </a:cubicBezTo>
                  <a:cubicBezTo>
                    <a:pt x="96" y="132"/>
                    <a:pt x="96" y="128"/>
                    <a:pt x="98" y="126"/>
                  </a:cubicBezTo>
                  <a:cubicBezTo>
                    <a:pt x="101" y="123"/>
                    <a:pt x="105" y="123"/>
                    <a:pt x="107" y="125"/>
                  </a:cubicBezTo>
                  <a:cubicBezTo>
                    <a:pt x="182" y="195"/>
                    <a:pt x="182" y="195"/>
                    <a:pt x="182" y="195"/>
                  </a:cubicBezTo>
                  <a:cubicBezTo>
                    <a:pt x="182" y="195"/>
                    <a:pt x="182" y="195"/>
                    <a:pt x="182" y="196"/>
                  </a:cubicBezTo>
                  <a:cubicBezTo>
                    <a:pt x="182" y="195"/>
                    <a:pt x="183" y="195"/>
                    <a:pt x="183" y="195"/>
                  </a:cubicBezTo>
                  <a:cubicBezTo>
                    <a:pt x="257" y="125"/>
                    <a:pt x="257" y="125"/>
                    <a:pt x="257" y="125"/>
                  </a:cubicBezTo>
                  <a:cubicBezTo>
                    <a:pt x="260" y="123"/>
                    <a:pt x="264" y="123"/>
                    <a:pt x="266" y="125"/>
                  </a:cubicBezTo>
                  <a:cubicBezTo>
                    <a:pt x="268" y="128"/>
                    <a:pt x="268" y="132"/>
                    <a:pt x="266" y="134"/>
                  </a:cubicBezTo>
                  <a:cubicBezTo>
                    <a:pt x="257" y="143"/>
                    <a:pt x="257" y="143"/>
                    <a:pt x="257" y="143"/>
                  </a:cubicBezTo>
                  <a:cubicBezTo>
                    <a:pt x="276" y="130"/>
                    <a:pt x="276" y="130"/>
                    <a:pt x="276" y="130"/>
                  </a:cubicBezTo>
                  <a:cubicBezTo>
                    <a:pt x="278" y="128"/>
                    <a:pt x="282" y="128"/>
                    <a:pt x="284" y="131"/>
                  </a:cubicBezTo>
                  <a:cubicBezTo>
                    <a:pt x="286" y="134"/>
                    <a:pt x="286" y="138"/>
                    <a:pt x="283" y="140"/>
                  </a:cubicBezTo>
                  <a:cubicBezTo>
                    <a:pt x="269" y="150"/>
                    <a:pt x="269" y="150"/>
                    <a:pt x="269" y="150"/>
                  </a:cubicBezTo>
                  <a:cubicBezTo>
                    <a:pt x="295" y="135"/>
                    <a:pt x="295" y="135"/>
                    <a:pt x="295" y="135"/>
                  </a:cubicBezTo>
                  <a:cubicBezTo>
                    <a:pt x="298" y="134"/>
                    <a:pt x="302" y="135"/>
                    <a:pt x="303" y="138"/>
                  </a:cubicBezTo>
                  <a:cubicBezTo>
                    <a:pt x="305" y="141"/>
                    <a:pt x="304" y="145"/>
                    <a:pt x="301" y="146"/>
                  </a:cubicBezTo>
                  <a:cubicBezTo>
                    <a:pt x="268" y="165"/>
                    <a:pt x="268" y="165"/>
                    <a:pt x="268" y="165"/>
                  </a:cubicBezTo>
                  <a:cubicBezTo>
                    <a:pt x="318" y="144"/>
                    <a:pt x="318" y="144"/>
                    <a:pt x="318" y="144"/>
                  </a:cubicBezTo>
                  <a:cubicBezTo>
                    <a:pt x="318" y="220"/>
                    <a:pt x="318" y="220"/>
                    <a:pt x="318" y="220"/>
                  </a:cubicBezTo>
                  <a:cubicBezTo>
                    <a:pt x="317" y="220"/>
                    <a:pt x="316" y="220"/>
                    <a:pt x="315" y="220"/>
                  </a:cubicBezTo>
                  <a:cubicBezTo>
                    <a:pt x="305" y="218"/>
                    <a:pt x="305" y="218"/>
                    <a:pt x="305" y="218"/>
                  </a:cubicBezTo>
                  <a:cubicBezTo>
                    <a:pt x="301" y="226"/>
                    <a:pt x="301" y="226"/>
                    <a:pt x="301" y="226"/>
                  </a:cubicBezTo>
                  <a:cubicBezTo>
                    <a:pt x="301" y="170"/>
                    <a:pt x="301" y="170"/>
                    <a:pt x="301" y="170"/>
                  </a:cubicBezTo>
                  <a:cubicBezTo>
                    <a:pt x="212" y="207"/>
                    <a:pt x="212" y="207"/>
                    <a:pt x="212" y="207"/>
                  </a:cubicBezTo>
                  <a:cubicBezTo>
                    <a:pt x="212" y="360"/>
                    <a:pt x="212" y="360"/>
                    <a:pt x="212" y="360"/>
                  </a:cubicBezTo>
                  <a:cubicBezTo>
                    <a:pt x="301" y="322"/>
                    <a:pt x="301" y="322"/>
                    <a:pt x="301" y="322"/>
                  </a:cubicBezTo>
                  <a:cubicBezTo>
                    <a:pt x="301" y="311"/>
                    <a:pt x="301" y="311"/>
                    <a:pt x="301" y="311"/>
                  </a:cubicBezTo>
                  <a:cubicBezTo>
                    <a:pt x="304" y="313"/>
                    <a:pt x="307" y="314"/>
                    <a:pt x="310" y="316"/>
                  </a:cubicBezTo>
                  <a:cubicBezTo>
                    <a:pt x="313" y="317"/>
                    <a:pt x="315" y="318"/>
                    <a:pt x="318" y="318"/>
                  </a:cubicBezTo>
                  <a:cubicBezTo>
                    <a:pt x="318" y="334"/>
                    <a:pt x="318" y="334"/>
                    <a:pt x="318" y="334"/>
                  </a:cubicBezTo>
                  <a:cubicBezTo>
                    <a:pt x="207" y="380"/>
                    <a:pt x="207" y="380"/>
                    <a:pt x="207" y="380"/>
                  </a:cubicBezTo>
                  <a:cubicBezTo>
                    <a:pt x="205" y="382"/>
                    <a:pt x="202" y="383"/>
                    <a:pt x="200" y="384"/>
                  </a:cubicBezTo>
                  <a:cubicBezTo>
                    <a:pt x="195" y="385"/>
                    <a:pt x="195" y="385"/>
                    <a:pt x="195" y="385"/>
                  </a:cubicBezTo>
                  <a:cubicBezTo>
                    <a:pt x="195" y="385"/>
                    <a:pt x="195" y="385"/>
                    <a:pt x="195" y="385"/>
                  </a:cubicBezTo>
                  <a:cubicBezTo>
                    <a:pt x="191" y="386"/>
                    <a:pt x="187" y="387"/>
                    <a:pt x="183" y="387"/>
                  </a:cubicBezTo>
                  <a:cubicBezTo>
                    <a:pt x="174" y="387"/>
                    <a:pt x="166" y="385"/>
                    <a:pt x="159" y="380"/>
                  </a:cubicBezTo>
                  <a:cubicBezTo>
                    <a:pt x="48" y="334"/>
                    <a:pt x="48" y="334"/>
                    <a:pt x="48" y="334"/>
                  </a:cubicBezTo>
                  <a:cubicBezTo>
                    <a:pt x="48" y="318"/>
                    <a:pt x="48" y="318"/>
                    <a:pt x="48" y="318"/>
                  </a:cubicBezTo>
                  <a:cubicBezTo>
                    <a:pt x="51" y="318"/>
                    <a:pt x="53" y="317"/>
                    <a:pt x="56" y="316"/>
                  </a:cubicBezTo>
                  <a:cubicBezTo>
                    <a:pt x="59" y="314"/>
                    <a:pt x="62" y="313"/>
                    <a:pt x="65" y="311"/>
                  </a:cubicBezTo>
                  <a:cubicBezTo>
                    <a:pt x="65" y="322"/>
                    <a:pt x="65" y="322"/>
                    <a:pt x="65" y="322"/>
                  </a:cubicBezTo>
                  <a:cubicBezTo>
                    <a:pt x="154" y="360"/>
                    <a:pt x="154" y="360"/>
                    <a:pt x="154" y="360"/>
                  </a:cubicBezTo>
                  <a:cubicBezTo>
                    <a:pt x="154" y="207"/>
                    <a:pt x="154" y="207"/>
                    <a:pt x="154" y="207"/>
                  </a:cubicBezTo>
                  <a:cubicBezTo>
                    <a:pt x="65" y="170"/>
                    <a:pt x="65" y="170"/>
                    <a:pt x="65" y="170"/>
                  </a:cubicBezTo>
                  <a:cubicBezTo>
                    <a:pt x="65" y="226"/>
                    <a:pt x="65" y="226"/>
                    <a:pt x="65" y="226"/>
                  </a:cubicBezTo>
                  <a:cubicBezTo>
                    <a:pt x="61" y="218"/>
                    <a:pt x="61" y="218"/>
                    <a:pt x="61" y="218"/>
                  </a:cubicBezTo>
                  <a:cubicBezTo>
                    <a:pt x="51" y="220"/>
                    <a:pt x="51" y="220"/>
                    <a:pt x="51" y="220"/>
                  </a:cubicBezTo>
                  <a:cubicBezTo>
                    <a:pt x="50" y="220"/>
                    <a:pt x="49" y="220"/>
                    <a:pt x="48" y="220"/>
                  </a:cubicBezTo>
                  <a:cubicBezTo>
                    <a:pt x="48" y="144"/>
                    <a:pt x="48" y="144"/>
                    <a:pt x="48" y="144"/>
                  </a:cubicBezTo>
                  <a:cubicBezTo>
                    <a:pt x="91" y="162"/>
                    <a:pt x="91" y="162"/>
                    <a:pt x="91" y="162"/>
                  </a:cubicBezTo>
                  <a:close/>
                  <a:moveTo>
                    <a:pt x="223" y="221"/>
                  </a:moveTo>
                  <a:cubicBezTo>
                    <a:pt x="292" y="194"/>
                    <a:pt x="292" y="194"/>
                    <a:pt x="292" y="194"/>
                  </a:cubicBezTo>
                  <a:cubicBezTo>
                    <a:pt x="292" y="222"/>
                    <a:pt x="292" y="222"/>
                    <a:pt x="292" y="222"/>
                  </a:cubicBezTo>
                  <a:cubicBezTo>
                    <a:pt x="223" y="249"/>
                    <a:pt x="223" y="249"/>
                    <a:pt x="223" y="249"/>
                  </a:cubicBezTo>
                  <a:cubicBezTo>
                    <a:pt x="223" y="221"/>
                    <a:pt x="223" y="221"/>
                    <a:pt x="223" y="221"/>
                  </a:cubicBezTo>
                  <a:close/>
                  <a:moveTo>
                    <a:pt x="171" y="213"/>
                  </a:moveTo>
                  <a:cubicBezTo>
                    <a:pt x="171" y="368"/>
                    <a:pt x="171" y="368"/>
                    <a:pt x="171" y="368"/>
                  </a:cubicBezTo>
                  <a:cubicBezTo>
                    <a:pt x="175" y="369"/>
                    <a:pt x="179" y="370"/>
                    <a:pt x="182" y="370"/>
                  </a:cubicBezTo>
                  <a:cubicBezTo>
                    <a:pt x="187" y="370"/>
                    <a:pt x="191" y="369"/>
                    <a:pt x="195" y="367"/>
                  </a:cubicBezTo>
                  <a:cubicBezTo>
                    <a:pt x="195" y="213"/>
                    <a:pt x="195" y="213"/>
                    <a:pt x="195" y="213"/>
                  </a:cubicBezTo>
                  <a:cubicBezTo>
                    <a:pt x="191" y="214"/>
                    <a:pt x="187" y="214"/>
                    <a:pt x="183" y="214"/>
                  </a:cubicBezTo>
                  <a:cubicBezTo>
                    <a:pt x="179" y="214"/>
                    <a:pt x="175" y="214"/>
                    <a:pt x="171" y="213"/>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79" name="组合 7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4C50D9A1-1045-42B1-B632-915FA2BD7030}"/>
              </a:ext>
            </a:extLst>
          </p:cNvPr>
          <p:cNvGrpSpPr/>
          <p:nvPr/>
        </p:nvGrpSpPr>
        <p:grpSpPr>
          <a:xfrm>
            <a:off x="5821954" y="3251454"/>
            <a:ext cx="864000" cy="864000"/>
            <a:chOff x="3348793" y="4587142"/>
            <a:chExt cx="864000" cy="864000"/>
          </a:xfrm>
        </p:grpSpPr>
        <p:grpSp>
          <p:nvGrpSpPr>
            <p:cNvPr id="80" name="组合 79">
              <a:extLst>
                <a:ext uri="{FF2B5EF4-FFF2-40B4-BE49-F238E27FC236}">
                  <a16:creationId xmlns:a16="http://schemas.microsoft.com/office/drawing/2014/main" id="{E391D1DE-896E-4384-A842-FA710BA0C440}"/>
                </a:ext>
              </a:extLst>
            </p:cNvPr>
            <p:cNvGrpSpPr/>
            <p:nvPr/>
          </p:nvGrpSpPr>
          <p:grpSpPr>
            <a:xfrm>
              <a:off x="3348793" y="4587142"/>
              <a:ext cx="864000" cy="864000"/>
              <a:chOff x="2685273" y="2003310"/>
              <a:chExt cx="1429322" cy="1429322"/>
            </a:xfrm>
          </p:grpSpPr>
          <p:sp>
            <p:nvSpPr>
              <p:cNvPr id="82" name="椭圆 81">
                <a:extLst>
                  <a:ext uri="{FF2B5EF4-FFF2-40B4-BE49-F238E27FC236}">
                    <a16:creationId xmlns:a16="http://schemas.microsoft.com/office/drawing/2014/main" id="{DC48C754-F207-4520-B5FA-A6D1ACC225FC}"/>
                  </a:ext>
                </a:extLst>
              </p:cNvPr>
              <p:cNvSpPr/>
              <p:nvPr/>
            </p:nvSpPr>
            <p:spPr>
              <a:xfrm>
                <a:off x="2685273" y="2003310"/>
                <a:ext cx="1429322" cy="1429322"/>
              </a:xfrm>
              <a:prstGeom prst="ellipse">
                <a:avLst/>
              </a:prstGeom>
              <a:noFill/>
              <a:ln w="12700">
                <a:noFill/>
              </a:ln>
              <a:effectLst>
                <a:outerShdw blurRad="254000" dist="127000" dir="8160000" algn="tr"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E8C8E"/>
                  </a:solidFill>
                  <a:effectLst/>
                  <a:uLnTx/>
                  <a:uFillTx/>
                  <a:latin typeface="Calibri" panose="020F0502020204030204"/>
                  <a:ea typeface="宋体" panose="02010600030101010101" pitchFamily="2" charset="-122"/>
                  <a:cs typeface="+mn-cs"/>
                </a:endParaRPr>
              </a:p>
            </p:txBody>
          </p:sp>
          <p:sp>
            <p:nvSpPr>
              <p:cNvPr id="83" name="椭圆 82">
                <a:extLst>
                  <a:ext uri="{FF2B5EF4-FFF2-40B4-BE49-F238E27FC236}">
                    <a16:creationId xmlns:a16="http://schemas.microsoft.com/office/drawing/2014/main" id="{F562D2E2-EC04-4EE7-BA0A-19CA7EACB69F}"/>
                  </a:ext>
                </a:extLst>
              </p:cNvPr>
              <p:cNvSpPr/>
              <p:nvPr/>
            </p:nvSpPr>
            <p:spPr>
              <a:xfrm>
                <a:off x="2836034" y="2154071"/>
                <a:ext cx="1127798" cy="1127798"/>
              </a:xfrm>
              <a:prstGeom prst="ellipse">
                <a:avLst/>
              </a:pr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81" name="Freeform 9">
              <a:extLst>
                <a:ext uri="{FF2B5EF4-FFF2-40B4-BE49-F238E27FC236}">
                  <a16:creationId xmlns:a16="http://schemas.microsoft.com/office/drawing/2014/main" id="{EBF74B0A-9D9F-42E2-B3F1-1A7796378454}"/>
                </a:ext>
              </a:extLst>
            </p:cNvPr>
            <p:cNvSpPr>
              <a:spLocks noEditPoints="1"/>
            </p:cNvSpPr>
            <p:nvPr/>
          </p:nvSpPr>
          <p:spPr bwMode="auto">
            <a:xfrm>
              <a:off x="3642688" y="4890930"/>
              <a:ext cx="295577" cy="275207"/>
            </a:xfrm>
            <a:custGeom>
              <a:avLst/>
              <a:gdLst>
                <a:gd name="T0" fmla="*/ 74 w 373"/>
                <a:gd name="T1" fmla="*/ 104 h 346"/>
                <a:gd name="T2" fmla="*/ 57 w 373"/>
                <a:gd name="T3" fmla="*/ 75 h 346"/>
                <a:gd name="T4" fmla="*/ 30 w 373"/>
                <a:gd name="T5" fmla="*/ 257 h 346"/>
                <a:gd name="T6" fmla="*/ 50 w 373"/>
                <a:gd name="T7" fmla="*/ 283 h 346"/>
                <a:gd name="T8" fmla="*/ 0 w 373"/>
                <a:gd name="T9" fmla="*/ 346 h 346"/>
                <a:gd name="T10" fmla="*/ 373 w 373"/>
                <a:gd name="T11" fmla="*/ 322 h 346"/>
                <a:gd name="T12" fmla="*/ 342 w 373"/>
                <a:gd name="T13" fmla="*/ 257 h 346"/>
                <a:gd name="T14" fmla="*/ 314 w 373"/>
                <a:gd name="T15" fmla="*/ 75 h 346"/>
                <a:gd name="T16" fmla="*/ 298 w 373"/>
                <a:gd name="T17" fmla="*/ 104 h 346"/>
                <a:gd name="T18" fmla="*/ 315 w 373"/>
                <a:gd name="T19" fmla="*/ 261 h 346"/>
                <a:gd name="T20" fmla="*/ 56 w 373"/>
                <a:gd name="T21" fmla="*/ 104 h 346"/>
                <a:gd name="T22" fmla="*/ 212 w 373"/>
                <a:gd name="T23" fmla="*/ 19 h 346"/>
                <a:gd name="T24" fmla="*/ 226 w 373"/>
                <a:gd name="T25" fmla="*/ 35 h 346"/>
                <a:gd name="T26" fmla="*/ 132 w 373"/>
                <a:gd name="T27" fmla="*/ 59 h 346"/>
                <a:gd name="T28" fmla="*/ 122 w 373"/>
                <a:gd name="T29" fmla="*/ 186 h 346"/>
                <a:gd name="T30" fmla="*/ 195 w 373"/>
                <a:gd name="T31" fmla="*/ 101 h 346"/>
                <a:gd name="T32" fmla="*/ 265 w 373"/>
                <a:gd name="T33" fmla="*/ 123 h 346"/>
                <a:gd name="T34" fmla="*/ 195 w 373"/>
                <a:gd name="T35" fmla="*/ 101 h 346"/>
                <a:gd name="T36" fmla="*/ 267 w 373"/>
                <a:gd name="T37" fmla="*/ 68 h 346"/>
                <a:gd name="T38" fmla="*/ 281 w 373"/>
                <a:gd name="T39" fmla="*/ 208 h 346"/>
                <a:gd name="T40" fmla="*/ 178 w 373"/>
                <a:gd name="T41" fmla="*/ 235 h 346"/>
                <a:gd name="T42" fmla="*/ 149 w 373"/>
                <a:gd name="T43" fmla="*/ 63 h 346"/>
                <a:gd name="T44" fmla="*/ 170 w 373"/>
                <a:gd name="T45" fmla="*/ 83 h 346"/>
                <a:gd name="T46" fmla="*/ 165 w 373"/>
                <a:gd name="T47" fmla="*/ 236 h 346"/>
                <a:gd name="T48" fmla="*/ 145 w 373"/>
                <a:gd name="T49" fmla="*/ 216 h 346"/>
                <a:gd name="T50" fmla="*/ 149 w 373"/>
                <a:gd name="T51" fmla="*/ 63 h 346"/>
                <a:gd name="T52" fmla="*/ 170 w 373"/>
                <a:gd name="T53" fmla="*/ 66 h 346"/>
                <a:gd name="T54" fmla="*/ 257 w 373"/>
                <a:gd name="T55" fmla="*/ 56 h 346"/>
                <a:gd name="T56" fmla="*/ 160 w 373"/>
                <a:gd name="T57" fmla="*/ 60 h 346"/>
                <a:gd name="T58" fmla="*/ 110 w 373"/>
                <a:gd name="T59" fmla="*/ 24 h 346"/>
                <a:gd name="T60" fmla="*/ 114 w 373"/>
                <a:gd name="T61" fmla="*/ 183 h 346"/>
                <a:gd name="T62" fmla="*/ 93 w 373"/>
                <a:gd name="T63" fmla="*/ 177 h 346"/>
                <a:gd name="T64" fmla="*/ 89 w 373"/>
                <a:gd name="T65" fmla="*/ 18 h 346"/>
                <a:gd name="T66" fmla="*/ 105 w 373"/>
                <a:gd name="T67" fmla="*/ 12 h 346"/>
                <a:gd name="T68" fmla="*/ 116 w 373"/>
                <a:gd name="T69" fmla="*/ 19 h 346"/>
                <a:gd name="T70" fmla="*/ 188 w 373"/>
                <a:gd name="T71" fmla="*/ 1 h 346"/>
                <a:gd name="T72" fmla="*/ 166 w 373"/>
                <a:gd name="T73" fmla="*/ 303 h 346"/>
                <a:gd name="T74" fmla="*/ 219 w 373"/>
                <a:gd name="T75" fmla="*/ 326 h 346"/>
                <a:gd name="T76" fmla="*/ 166 w 373"/>
                <a:gd name="T77" fmla="*/ 303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73" h="346">
                  <a:moveTo>
                    <a:pt x="56" y="104"/>
                  </a:moveTo>
                  <a:cubicBezTo>
                    <a:pt x="74" y="104"/>
                    <a:pt x="74" y="104"/>
                    <a:pt x="74" y="104"/>
                  </a:cubicBezTo>
                  <a:cubicBezTo>
                    <a:pt x="74" y="75"/>
                    <a:pt x="74" y="75"/>
                    <a:pt x="74" y="75"/>
                  </a:cubicBezTo>
                  <a:cubicBezTo>
                    <a:pt x="57" y="75"/>
                    <a:pt x="57" y="75"/>
                    <a:pt x="57" y="75"/>
                  </a:cubicBezTo>
                  <a:cubicBezTo>
                    <a:pt x="42" y="75"/>
                    <a:pt x="30" y="87"/>
                    <a:pt x="30" y="102"/>
                  </a:cubicBezTo>
                  <a:cubicBezTo>
                    <a:pt x="30" y="257"/>
                    <a:pt x="30" y="257"/>
                    <a:pt x="30" y="257"/>
                  </a:cubicBezTo>
                  <a:cubicBezTo>
                    <a:pt x="30" y="269"/>
                    <a:pt x="38" y="280"/>
                    <a:pt x="50" y="283"/>
                  </a:cubicBezTo>
                  <a:cubicBezTo>
                    <a:pt x="50" y="283"/>
                    <a:pt x="50" y="283"/>
                    <a:pt x="50" y="283"/>
                  </a:cubicBezTo>
                  <a:cubicBezTo>
                    <a:pt x="0" y="322"/>
                    <a:pt x="0" y="322"/>
                    <a:pt x="0" y="322"/>
                  </a:cubicBezTo>
                  <a:cubicBezTo>
                    <a:pt x="0" y="346"/>
                    <a:pt x="0" y="346"/>
                    <a:pt x="0" y="346"/>
                  </a:cubicBezTo>
                  <a:cubicBezTo>
                    <a:pt x="373" y="346"/>
                    <a:pt x="373" y="346"/>
                    <a:pt x="373" y="346"/>
                  </a:cubicBezTo>
                  <a:cubicBezTo>
                    <a:pt x="373" y="322"/>
                    <a:pt x="373" y="322"/>
                    <a:pt x="373" y="322"/>
                  </a:cubicBezTo>
                  <a:cubicBezTo>
                    <a:pt x="320" y="284"/>
                    <a:pt x="320" y="284"/>
                    <a:pt x="320" y="284"/>
                  </a:cubicBezTo>
                  <a:cubicBezTo>
                    <a:pt x="332" y="281"/>
                    <a:pt x="342" y="270"/>
                    <a:pt x="342" y="257"/>
                  </a:cubicBezTo>
                  <a:cubicBezTo>
                    <a:pt x="342" y="102"/>
                    <a:pt x="342" y="102"/>
                    <a:pt x="342" y="102"/>
                  </a:cubicBezTo>
                  <a:cubicBezTo>
                    <a:pt x="342" y="87"/>
                    <a:pt x="329" y="75"/>
                    <a:pt x="314" y="75"/>
                  </a:cubicBezTo>
                  <a:cubicBezTo>
                    <a:pt x="298" y="75"/>
                    <a:pt x="298" y="75"/>
                    <a:pt x="298" y="75"/>
                  </a:cubicBezTo>
                  <a:cubicBezTo>
                    <a:pt x="298" y="104"/>
                    <a:pt x="298" y="104"/>
                    <a:pt x="298" y="104"/>
                  </a:cubicBezTo>
                  <a:cubicBezTo>
                    <a:pt x="315" y="104"/>
                    <a:pt x="315" y="104"/>
                    <a:pt x="315" y="104"/>
                  </a:cubicBezTo>
                  <a:cubicBezTo>
                    <a:pt x="315" y="261"/>
                    <a:pt x="315" y="261"/>
                    <a:pt x="315" y="261"/>
                  </a:cubicBezTo>
                  <a:cubicBezTo>
                    <a:pt x="56" y="261"/>
                    <a:pt x="56" y="261"/>
                    <a:pt x="56" y="261"/>
                  </a:cubicBezTo>
                  <a:cubicBezTo>
                    <a:pt x="56" y="104"/>
                    <a:pt x="56" y="104"/>
                    <a:pt x="56" y="104"/>
                  </a:cubicBezTo>
                  <a:close/>
                  <a:moveTo>
                    <a:pt x="122" y="31"/>
                  </a:moveTo>
                  <a:cubicBezTo>
                    <a:pt x="212" y="19"/>
                    <a:pt x="212" y="19"/>
                    <a:pt x="212" y="19"/>
                  </a:cubicBezTo>
                  <a:cubicBezTo>
                    <a:pt x="219" y="18"/>
                    <a:pt x="226" y="24"/>
                    <a:pt x="226" y="31"/>
                  </a:cubicBezTo>
                  <a:cubicBezTo>
                    <a:pt x="226" y="35"/>
                    <a:pt x="226" y="35"/>
                    <a:pt x="226" y="35"/>
                  </a:cubicBezTo>
                  <a:cubicBezTo>
                    <a:pt x="141" y="46"/>
                    <a:pt x="141" y="46"/>
                    <a:pt x="141" y="46"/>
                  </a:cubicBezTo>
                  <a:cubicBezTo>
                    <a:pt x="135" y="47"/>
                    <a:pt x="132" y="51"/>
                    <a:pt x="132" y="59"/>
                  </a:cubicBezTo>
                  <a:cubicBezTo>
                    <a:pt x="132" y="184"/>
                    <a:pt x="132" y="184"/>
                    <a:pt x="132" y="184"/>
                  </a:cubicBezTo>
                  <a:cubicBezTo>
                    <a:pt x="122" y="186"/>
                    <a:pt x="122" y="186"/>
                    <a:pt x="122" y="186"/>
                  </a:cubicBezTo>
                  <a:cubicBezTo>
                    <a:pt x="122" y="31"/>
                    <a:pt x="122" y="31"/>
                    <a:pt x="122" y="31"/>
                  </a:cubicBezTo>
                  <a:close/>
                  <a:moveTo>
                    <a:pt x="195" y="101"/>
                  </a:moveTo>
                  <a:cubicBezTo>
                    <a:pt x="265" y="92"/>
                    <a:pt x="265" y="92"/>
                    <a:pt x="265" y="92"/>
                  </a:cubicBezTo>
                  <a:cubicBezTo>
                    <a:pt x="265" y="123"/>
                    <a:pt x="265" y="123"/>
                    <a:pt x="265" y="123"/>
                  </a:cubicBezTo>
                  <a:cubicBezTo>
                    <a:pt x="195" y="132"/>
                    <a:pt x="195" y="132"/>
                    <a:pt x="195" y="132"/>
                  </a:cubicBezTo>
                  <a:cubicBezTo>
                    <a:pt x="195" y="101"/>
                    <a:pt x="195" y="101"/>
                    <a:pt x="195" y="101"/>
                  </a:cubicBezTo>
                  <a:close/>
                  <a:moveTo>
                    <a:pt x="178" y="80"/>
                  </a:moveTo>
                  <a:cubicBezTo>
                    <a:pt x="267" y="68"/>
                    <a:pt x="267" y="68"/>
                    <a:pt x="267" y="68"/>
                  </a:cubicBezTo>
                  <a:cubicBezTo>
                    <a:pt x="275" y="67"/>
                    <a:pt x="281" y="72"/>
                    <a:pt x="281" y="80"/>
                  </a:cubicBezTo>
                  <a:cubicBezTo>
                    <a:pt x="281" y="208"/>
                    <a:pt x="281" y="208"/>
                    <a:pt x="281" y="208"/>
                  </a:cubicBezTo>
                  <a:cubicBezTo>
                    <a:pt x="281" y="215"/>
                    <a:pt x="275" y="222"/>
                    <a:pt x="267" y="223"/>
                  </a:cubicBezTo>
                  <a:cubicBezTo>
                    <a:pt x="178" y="235"/>
                    <a:pt x="178" y="235"/>
                    <a:pt x="178" y="235"/>
                  </a:cubicBezTo>
                  <a:cubicBezTo>
                    <a:pt x="178" y="80"/>
                    <a:pt x="178" y="80"/>
                    <a:pt x="178" y="80"/>
                  </a:cubicBezTo>
                  <a:close/>
                  <a:moveTo>
                    <a:pt x="149" y="63"/>
                  </a:moveTo>
                  <a:cubicBezTo>
                    <a:pt x="165" y="73"/>
                    <a:pt x="165" y="73"/>
                    <a:pt x="165" y="73"/>
                  </a:cubicBezTo>
                  <a:cubicBezTo>
                    <a:pt x="168" y="75"/>
                    <a:pt x="170" y="79"/>
                    <a:pt x="170" y="83"/>
                  </a:cubicBezTo>
                  <a:cubicBezTo>
                    <a:pt x="170" y="232"/>
                    <a:pt x="170" y="232"/>
                    <a:pt x="170" y="232"/>
                  </a:cubicBezTo>
                  <a:cubicBezTo>
                    <a:pt x="170" y="236"/>
                    <a:pt x="168" y="238"/>
                    <a:pt x="165" y="236"/>
                  </a:cubicBezTo>
                  <a:cubicBezTo>
                    <a:pt x="149" y="226"/>
                    <a:pt x="149" y="226"/>
                    <a:pt x="149" y="226"/>
                  </a:cubicBezTo>
                  <a:cubicBezTo>
                    <a:pt x="147" y="224"/>
                    <a:pt x="145" y="220"/>
                    <a:pt x="145" y="216"/>
                  </a:cubicBezTo>
                  <a:cubicBezTo>
                    <a:pt x="145" y="67"/>
                    <a:pt x="145" y="67"/>
                    <a:pt x="145" y="67"/>
                  </a:cubicBezTo>
                  <a:cubicBezTo>
                    <a:pt x="145" y="63"/>
                    <a:pt x="147" y="61"/>
                    <a:pt x="149" y="63"/>
                  </a:cubicBezTo>
                  <a:close/>
                  <a:moveTo>
                    <a:pt x="160" y="60"/>
                  </a:moveTo>
                  <a:cubicBezTo>
                    <a:pt x="170" y="66"/>
                    <a:pt x="170" y="66"/>
                    <a:pt x="170" y="66"/>
                  </a:cubicBezTo>
                  <a:cubicBezTo>
                    <a:pt x="171" y="67"/>
                    <a:pt x="171" y="67"/>
                    <a:pt x="171" y="67"/>
                  </a:cubicBezTo>
                  <a:cubicBezTo>
                    <a:pt x="257" y="56"/>
                    <a:pt x="257" y="56"/>
                    <a:pt x="257" y="56"/>
                  </a:cubicBezTo>
                  <a:cubicBezTo>
                    <a:pt x="255" y="52"/>
                    <a:pt x="250" y="49"/>
                    <a:pt x="244" y="50"/>
                  </a:cubicBezTo>
                  <a:cubicBezTo>
                    <a:pt x="160" y="60"/>
                    <a:pt x="160" y="60"/>
                    <a:pt x="160" y="60"/>
                  </a:cubicBezTo>
                  <a:close/>
                  <a:moveTo>
                    <a:pt x="93" y="14"/>
                  </a:moveTo>
                  <a:cubicBezTo>
                    <a:pt x="110" y="24"/>
                    <a:pt x="110" y="24"/>
                    <a:pt x="110" y="24"/>
                  </a:cubicBezTo>
                  <a:cubicBezTo>
                    <a:pt x="112" y="26"/>
                    <a:pt x="114" y="30"/>
                    <a:pt x="114" y="34"/>
                  </a:cubicBezTo>
                  <a:cubicBezTo>
                    <a:pt x="114" y="183"/>
                    <a:pt x="114" y="183"/>
                    <a:pt x="114" y="183"/>
                  </a:cubicBezTo>
                  <a:cubicBezTo>
                    <a:pt x="114" y="187"/>
                    <a:pt x="112" y="189"/>
                    <a:pt x="110" y="187"/>
                  </a:cubicBezTo>
                  <a:cubicBezTo>
                    <a:pt x="93" y="177"/>
                    <a:pt x="93" y="177"/>
                    <a:pt x="93" y="177"/>
                  </a:cubicBezTo>
                  <a:cubicBezTo>
                    <a:pt x="91" y="175"/>
                    <a:pt x="89" y="171"/>
                    <a:pt x="89" y="167"/>
                  </a:cubicBezTo>
                  <a:cubicBezTo>
                    <a:pt x="89" y="18"/>
                    <a:pt x="89" y="18"/>
                    <a:pt x="89" y="18"/>
                  </a:cubicBezTo>
                  <a:cubicBezTo>
                    <a:pt x="89" y="14"/>
                    <a:pt x="91" y="13"/>
                    <a:pt x="93" y="14"/>
                  </a:cubicBezTo>
                  <a:close/>
                  <a:moveTo>
                    <a:pt x="105" y="12"/>
                  </a:moveTo>
                  <a:cubicBezTo>
                    <a:pt x="114" y="18"/>
                    <a:pt x="114" y="18"/>
                    <a:pt x="114" y="18"/>
                  </a:cubicBezTo>
                  <a:cubicBezTo>
                    <a:pt x="115" y="18"/>
                    <a:pt x="115" y="18"/>
                    <a:pt x="116" y="19"/>
                  </a:cubicBezTo>
                  <a:cubicBezTo>
                    <a:pt x="202" y="8"/>
                    <a:pt x="202" y="8"/>
                    <a:pt x="202" y="8"/>
                  </a:cubicBezTo>
                  <a:cubicBezTo>
                    <a:pt x="199" y="3"/>
                    <a:pt x="194" y="0"/>
                    <a:pt x="188" y="1"/>
                  </a:cubicBezTo>
                  <a:cubicBezTo>
                    <a:pt x="105" y="12"/>
                    <a:pt x="105" y="12"/>
                    <a:pt x="105" y="12"/>
                  </a:cubicBezTo>
                  <a:close/>
                  <a:moveTo>
                    <a:pt x="166" y="303"/>
                  </a:moveTo>
                  <a:cubicBezTo>
                    <a:pt x="206" y="303"/>
                    <a:pt x="206" y="303"/>
                    <a:pt x="206" y="303"/>
                  </a:cubicBezTo>
                  <a:cubicBezTo>
                    <a:pt x="219" y="326"/>
                    <a:pt x="219" y="326"/>
                    <a:pt x="219" y="326"/>
                  </a:cubicBezTo>
                  <a:cubicBezTo>
                    <a:pt x="154" y="326"/>
                    <a:pt x="154" y="326"/>
                    <a:pt x="154" y="326"/>
                  </a:cubicBezTo>
                  <a:lnTo>
                    <a:pt x="166" y="303"/>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84" name="组合 83"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845F9851-31AC-4354-9CD8-BEA8BEFE6BCF}"/>
              </a:ext>
            </a:extLst>
          </p:cNvPr>
          <p:cNvGrpSpPr/>
          <p:nvPr/>
        </p:nvGrpSpPr>
        <p:grpSpPr>
          <a:xfrm>
            <a:off x="5821954" y="4863015"/>
            <a:ext cx="864000" cy="864000"/>
            <a:chOff x="5623446" y="4587142"/>
            <a:chExt cx="864000" cy="864000"/>
          </a:xfrm>
        </p:grpSpPr>
        <p:grpSp>
          <p:nvGrpSpPr>
            <p:cNvPr id="85" name="组合 84">
              <a:extLst>
                <a:ext uri="{FF2B5EF4-FFF2-40B4-BE49-F238E27FC236}">
                  <a16:creationId xmlns:a16="http://schemas.microsoft.com/office/drawing/2014/main" id="{3BD6AEBC-FE0D-455E-9B45-A7333F03F489}"/>
                </a:ext>
              </a:extLst>
            </p:cNvPr>
            <p:cNvGrpSpPr/>
            <p:nvPr/>
          </p:nvGrpSpPr>
          <p:grpSpPr>
            <a:xfrm>
              <a:off x="5623446" y="4587142"/>
              <a:ext cx="864000" cy="864000"/>
              <a:chOff x="2685273" y="2003310"/>
              <a:chExt cx="1429322" cy="1429322"/>
            </a:xfrm>
          </p:grpSpPr>
          <p:sp>
            <p:nvSpPr>
              <p:cNvPr id="87" name="椭圆 86">
                <a:extLst>
                  <a:ext uri="{FF2B5EF4-FFF2-40B4-BE49-F238E27FC236}">
                    <a16:creationId xmlns:a16="http://schemas.microsoft.com/office/drawing/2014/main" id="{CB76DDAC-A426-4292-8F56-E869CA340328}"/>
                  </a:ext>
                </a:extLst>
              </p:cNvPr>
              <p:cNvSpPr/>
              <p:nvPr/>
            </p:nvSpPr>
            <p:spPr>
              <a:xfrm>
                <a:off x="2685273" y="2003310"/>
                <a:ext cx="1429322" cy="1429322"/>
              </a:xfrm>
              <a:prstGeom prst="ellipse">
                <a:avLst/>
              </a:prstGeom>
              <a:no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E8C8E"/>
                  </a:solidFill>
                  <a:effectLst/>
                  <a:uLnTx/>
                  <a:uFillTx/>
                  <a:latin typeface="Calibri" panose="020F0502020204030204"/>
                  <a:ea typeface="宋体" panose="02010600030101010101" pitchFamily="2" charset="-122"/>
                  <a:cs typeface="+mn-cs"/>
                </a:endParaRPr>
              </a:p>
            </p:txBody>
          </p:sp>
          <p:sp>
            <p:nvSpPr>
              <p:cNvPr id="88" name="椭圆 87">
                <a:extLst>
                  <a:ext uri="{FF2B5EF4-FFF2-40B4-BE49-F238E27FC236}">
                    <a16:creationId xmlns:a16="http://schemas.microsoft.com/office/drawing/2014/main" id="{1F7C30C6-F3B4-481B-A0D1-B00CCC85FDA6}"/>
                  </a:ext>
                </a:extLst>
              </p:cNvPr>
              <p:cNvSpPr/>
              <p:nvPr/>
            </p:nvSpPr>
            <p:spPr>
              <a:xfrm>
                <a:off x="2836034" y="2154071"/>
                <a:ext cx="1127798" cy="1127798"/>
              </a:xfrm>
              <a:prstGeom prst="ellipse">
                <a:avLst/>
              </a:prstGeom>
              <a:solidFill>
                <a:srgbClr val="0070C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sp>
          <p:nvSpPr>
            <p:cNvPr id="86" name="Freeform 19">
              <a:extLst>
                <a:ext uri="{FF2B5EF4-FFF2-40B4-BE49-F238E27FC236}">
                  <a16:creationId xmlns:a16="http://schemas.microsoft.com/office/drawing/2014/main" id="{1F04B0A6-EE99-48F3-88D2-80225FAA168E}"/>
                </a:ext>
              </a:extLst>
            </p:cNvPr>
            <p:cNvSpPr>
              <a:spLocks noEditPoints="1"/>
            </p:cNvSpPr>
            <p:nvPr/>
          </p:nvSpPr>
          <p:spPr bwMode="auto">
            <a:xfrm>
              <a:off x="5925708" y="4916289"/>
              <a:ext cx="290588" cy="224489"/>
            </a:xfrm>
            <a:custGeom>
              <a:avLst/>
              <a:gdLst>
                <a:gd name="T0" fmla="*/ 146 w 367"/>
                <a:gd name="T1" fmla="*/ 218 h 282"/>
                <a:gd name="T2" fmla="*/ 229 w 367"/>
                <a:gd name="T3" fmla="*/ 203 h 282"/>
                <a:gd name="T4" fmla="*/ 274 w 367"/>
                <a:gd name="T5" fmla="*/ 158 h 282"/>
                <a:gd name="T6" fmla="*/ 319 w 367"/>
                <a:gd name="T7" fmla="*/ 203 h 282"/>
                <a:gd name="T8" fmla="*/ 339 w 367"/>
                <a:gd name="T9" fmla="*/ 218 h 282"/>
                <a:gd name="T10" fmla="*/ 289 w 367"/>
                <a:gd name="T11" fmla="*/ 80 h 282"/>
                <a:gd name="T12" fmla="*/ 282 w 367"/>
                <a:gd name="T13" fmla="*/ 72 h 282"/>
                <a:gd name="T14" fmla="*/ 29 w 367"/>
                <a:gd name="T15" fmla="*/ 28 h 282"/>
                <a:gd name="T16" fmla="*/ 0 w 367"/>
                <a:gd name="T17" fmla="*/ 0 h 282"/>
                <a:gd name="T18" fmla="*/ 306 w 367"/>
                <a:gd name="T19" fmla="*/ 0 h 282"/>
                <a:gd name="T20" fmla="*/ 363 w 367"/>
                <a:gd name="T21" fmla="*/ 55 h 282"/>
                <a:gd name="T22" fmla="*/ 367 w 367"/>
                <a:gd name="T23" fmla="*/ 65 h 282"/>
                <a:gd name="T24" fmla="*/ 367 w 367"/>
                <a:gd name="T25" fmla="*/ 246 h 282"/>
                <a:gd name="T26" fmla="*/ 306 w 367"/>
                <a:gd name="T27" fmla="*/ 246 h 282"/>
                <a:gd name="T28" fmla="*/ 299 w 367"/>
                <a:gd name="T29" fmla="*/ 272 h 282"/>
                <a:gd name="T30" fmla="*/ 274 w 367"/>
                <a:gd name="T31" fmla="*/ 247 h 282"/>
                <a:gd name="T32" fmla="*/ 274 w 367"/>
                <a:gd name="T33" fmla="*/ 247 h 282"/>
                <a:gd name="T34" fmla="*/ 249 w 367"/>
                <a:gd name="T35" fmla="*/ 272 h 282"/>
                <a:gd name="T36" fmla="*/ 242 w 367"/>
                <a:gd name="T37" fmla="*/ 246 h 282"/>
                <a:gd name="T38" fmla="*/ 0 w 367"/>
                <a:gd name="T39" fmla="*/ 246 h 282"/>
                <a:gd name="T40" fmla="*/ 332 w 367"/>
                <a:gd name="T41" fmla="*/ 64 h 282"/>
                <a:gd name="T42" fmla="*/ 300 w 367"/>
                <a:gd name="T43" fmla="*/ 33 h 282"/>
                <a:gd name="T44" fmla="*/ 290 w 367"/>
                <a:gd name="T45" fmla="*/ 186 h 282"/>
                <a:gd name="T46" fmla="*/ 290 w 367"/>
                <a:gd name="T47" fmla="*/ 219 h 282"/>
                <a:gd name="T48" fmla="*/ 257 w 367"/>
                <a:gd name="T49" fmla="*/ 219 h 282"/>
                <a:gd name="T50" fmla="*/ 257 w 367"/>
                <a:gd name="T51" fmla="*/ 186 h 282"/>
                <a:gd name="T52" fmla="*/ 290 w 367"/>
                <a:gd name="T53" fmla="*/ 186 h 282"/>
                <a:gd name="T54" fmla="*/ 210 w 367"/>
                <a:gd name="T55" fmla="*/ 136 h 282"/>
                <a:gd name="T56" fmla="*/ 57 w 367"/>
                <a:gd name="T57" fmla="*/ 146 h 282"/>
                <a:gd name="T58" fmla="*/ 57 w 367"/>
                <a:gd name="T59" fmla="*/ 95 h 282"/>
                <a:gd name="T60" fmla="*/ 237 w 367"/>
                <a:gd name="T61" fmla="*/ 106 h 282"/>
                <a:gd name="T62" fmla="*/ 57 w 367"/>
                <a:gd name="T63" fmla="*/ 95 h 282"/>
                <a:gd name="T64" fmla="*/ 237 w 367"/>
                <a:gd name="T65" fmla="*/ 54 h 282"/>
                <a:gd name="T66" fmla="*/ 57 w 367"/>
                <a:gd name="T67" fmla="*/ 65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67" h="282">
                  <a:moveTo>
                    <a:pt x="29" y="218"/>
                  </a:moveTo>
                  <a:cubicBezTo>
                    <a:pt x="146" y="218"/>
                    <a:pt x="146" y="218"/>
                    <a:pt x="146" y="218"/>
                  </a:cubicBezTo>
                  <a:cubicBezTo>
                    <a:pt x="232" y="218"/>
                    <a:pt x="232" y="218"/>
                    <a:pt x="232" y="218"/>
                  </a:cubicBezTo>
                  <a:cubicBezTo>
                    <a:pt x="230" y="213"/>
                    <a:pt x="229" y="208"/>
                    <a:pt x="229" y="203"/>
                  </a:cubicBezTo>
                  <a:cubicBezTo>
                    <a:pt x="229" y="190"/>
                    <a:pt x="234" y="179"/>
                    <a:pt x="242" y="171"/>
                  </a:cubicBezTo>
                  <a:cubicBezTo>
                    <a:pt x="250" y="163"/>
                    <a:pt x="262" y="158"/>
                    <a:pt x="274" y="158"/>
                  </a:cubicBezTo>
                  <a:cubicBezTo>
                    <a:pt x="286" y="158"/>
                    <a:pt x="297" y="163"/>
                    <a:pt x="306" y="171"/>
                  </a:cubicBezTo>
                  <a:cubicBezTo>
                    <a:pt x="314" y="179"/>
                    <a:pt x="319" y="190"/>
                    <a:pt x="319" y="203"/>
                  </a:cubicBezTo>
                  <a:cubicBezTo>
                    <a:pt x="319" y="208"/>
                    <a:pt x="318" y="213"/>
                    <a:pt x="316" y="218"/>
                  </a:cubicBezTo>
                  <a:cubicBezTo>
                    <a:pt x="339" y="218"/>
                    <a:pt x="339" y="218"/>
                    <a:pt x="339" y="218"/>
                  </a:cubicBezTo>
                  <a:cubicBezTo>
                    <a:pt x="339" y="78"/>
                    <a:pt x="339" y="78"/>
                    <a:pt x="339" y="78"/>
                  </a:cubicBezTo>
                  <a:cubicBezTo>
                    <a:pt x="289" y="80"/>
                    <a:pt x="289" y="80"/>
                    <a:pt x="289" y="80"/>
                  </a:cubicBezTo>
                  <a:cubicBezTo>
                    <a:pt x="281" y="80"/>
                    <a:pt x="281" y="80"/>
                    <a:pt x="281" y="80"/>
                  </a:cubicBezTo>
                  <a:cubicBezTo>
                    <a:pt x="282" y="72"/>
                    <a:pt x="282" y="72"/>
                    <a:pt x="282" y="72"/>
                  </a:cubicBezTo>
                  <a:cubicBezTo>
                    <a:pt x="286" y="28"/>
                    <a:pt x="286" y="28"/>
                    <a:pt x="286" y="28"/>
                  </a:cubicBezTo>
                  <a:cubicBezTo>
                    <a:pt x="200" y="28"/>
                    <a:pt x="114" y="28"/>
                    <a:pt x="29" y="28"/>
                  </a:cubicBezTo>
                  <a:cubicBezTo>
                    <a:pt x="29" y="218"/>
                    <a:pt x="29" y="218"/>
                    <a:pt x="29" y="218"/>
                  </a:cubicBezTo>
                  <a:close/>
                  <a:moveTo>
                    <a:pt x="0" y="0"/>
                  </a:moveTo>
                  <a:cubicBezTo>
                    <a:pt x="100" y="0"/>
                    <a:pt x="200" y="0"/>
                    <a:pt x="300" y="0"/>
                  </a:cubicBezTo>
                  <a:cubicBezTo>
                    <a:pt x="306" y="0"/>
                    <a:pt x="306" y="0"/>
                    <a:pt x="306" y="0"/>
                  </a:cubicBezTo>
                  <a:cubicBezTo>
                    <a:pt x="310" y="4"/>
                    <a:pt x="310" y="4"/>
                    <a:pt x="310" y="4"/>
                  </a:cubicBezTo>
                  <a:cubicBezTo>
                    <a:pt x="363" y="55"/>
                    <a:pt x="363" y="55"/>
                    <a:pt x="363" y="55"/>
                  </a:cubicBezTo>
                  <a:cubicBezTo>
                    <a:pt x="367" y="59"/>
                    <a:pt x="367" y="59"/>
                    <a:pt x="367" y="59"/>
                  </a:cubicBezTo>
                  <a:cubicBezTo>
                    <a:pt x="367" y="65"/>
                    <a:pt x="367" y="65"/>
                    <a:pt x="367" y="65"/>
                  </a:cubicBezTo>
                  <a:cubicBezTo>
                    <a:pt x="367" y="232"/>
                    <a:pt x="367" y="232"/>
                    <a:pt x="367" y="232"/>
                  </a:cubicBezTo>
                  <a:cubicBezTo>
                    <a:pt x="367" y="246"/>
                    <a:pt x="367" y="246"/>
                    <a:pt x="367" y="246"/>
                  </a:cubicBezTo>
                  <a:cubicBezTo>
                    <a:pt x="353" y="246"/>
                    <a:pt x="353" y="246"/>
                    <a:pt x="353" y="246"/>
                  </a:cubicBezTo>
                  <a:cubicBezTo>
                    <a:pt x="306" y="246"/>
                    <a:pt x="306" y="246"/>
                    <a:pt x="306" y="246"/>
                  </a:cubicBezTo>
                  <a:cubicBezTo>
                    <a:pt x="315" y="272"/>
                    <a:pt x="315" y="272"/>
                    <a:pt x="315" y="272"/>
                  </a:cubicBezTo>
                  <a:cubicBezTo>
                    <a:pt x="299" y="272"/>
                    <a:pt x="299" y="272"/>
                    <a:pt x="299" y="272"/>
                  </a:cubicBezTo>
                  <a:cubicBezTo>
                    <a:pt x="290" y="282"/>
                    <a:pt x="290" y="282"/>
                    <a:pt x="290" y="282"/>
                  </a:cubicBezTo>
                  <a:cubicBezTo>
                    <a:pt x="274" y="247"/>
                    <a:pt x="274" y="247"/>
                    <a:pt x="274" y="247"/>
                  </a:cubicBezTo>
                  <a:cubicBezTo>
                    <a:pt x="274" y="247"/>
                    <a:pt x="274" y="247"/>
                    <a:pt x="274" y="247"/>
                  </a:cubicBezTo>
                  <a:cubicBezTo>
                    <a:pt x="274" y="247"/>
                    <a:pt x="274" y="247"/>
                    <a:pt x="274" y="247"/>
                  </a:cubicBezTo>
                  <a:cubicBezTo>
                    <a:pt x="258" y="282"/>
                    <a:pt x="258" y="282"/>
                    <a:pt x="258" y="282"/>
                  </a:cubicBezTo>
                  <a:cubicBezTo>
                    <a:pt x="249" y="272"/>
                    <a:pt x="249" y="272"/>
                    <a:pt x="249" y="272"/>
                  </a:cubicBezTo>
                  <a:cubicBezTo>
                    <a:pt x="232" y="272"/>
                    <a:pt x="232" y="272"/>
                    <a:pt x="232" y="272"/>
                  </a:cubicBezTo>
                  <a:cubicBezTo>
                    <a:pt x="242" y="246"/>
                    <a:pt x="242" y="246"/>
                    <a:pt x="242" y="246"/>
                  </a:cubicBezTo>
                  <a:cubicBezTo>
                    <a:pt x="146" y="246"/>
                    <a:pt x="146" y="246"/>
                    <a:pt x="146" y="246"/>
                  </a:cubicBezTo>
                  <a:cubicBezTo>
                    <a:pt x="97" y="246"/>
                    <a:pt x="49" y="246"/>
                    <a:pt x="0" y="246"/>
                  </a:cubicBezTo>
                  <a:cubicBezTo>
                    <a:pt x="0" y="0"/>
                    <a:pt x="0" y="0"/>
                    <a:pt x="0" y="0"/>
                  </a:cubicBezTo>
                  <a:close/>
                  <a:moveTo>
                    <a:pt x="332" y="64"/>
                  </a:moveTo>
                  <a:cubicBezTo>
                    <a:pt x="297" y="65"/>
                    <a:pt x="297" y="65"/>
                    <a:pt x="297" y="65"/>
                  </a:cubicBezTo>
                  <a:cubicBezTo>
                    <a:pt x="300" y="33"/>
                    <a:pt x="300" y="33"/>
                    <a:pt x="300" y="33"/>
                  </a:cubicBezTo>
                  <a:cubicBezTo>
                    <a:pt x="332" y="64"/>
                    <a:pt x="332" y="64"/>
                    <a:pt x="332" y="64"/>
                  </a:cubicBezTo>
                  <a:close/>
                  <a:moveTo>
                    <a:pt x="290" y="186"/>
                  </a:moveTo>
                  <a:cubicBezTo>
                    <a:pt x="295" y="190"/>
                    <a:pt x="297" y="196"/>
                    <a:pt x="297" y="203"/>
                  </a:cubicBezTo>
                  <a:cubicBezTo>
                    <a:pt x="297" y="209"/>
                    <a:pt x="295" y="215"/>
                    <a:pt x="290" y="219"/>
                  </a:cubicBezTo>
                  <a:cubicBezTo>
                    <a:pt x="286" y="224"/>
                    <a:pt x="280" y="226"/>
                    <a:pt x="274" y="226"/>
                  </a:cubicBezTo>
                  <a:cubicBezTo>
                    <a:pt x="267" y="226"/>
                    <a:pt x="262" y="224"/>
                    <a:pt x="257" y="219"/>
                  </a:cubicBezTo>
                  <a:cubicBezTo>
                    <a:pt x="253" y="215"/>
                    <a:pt x="251" y="209"/>
                    <a:pt x="251" y="203"/>
                  </a:cubicBezTo>
                  <a:cubicBezTo>
                    <a:pt x="251" y="196"/>
                    <a:pt x="253" y="190"/>
                    <a:pt x="257" y="186"/>
                  </a:cubicBezTo>
                  <a:cubicBezTo>
                    <a:pt x="262" y="182"/>
                    <a:pt x="267" y="179"/>
                    <a:pt x="274" y="179"/>
                  </a:cubicBezTo>
                  <a:cubicBezTo>
                    <a:pt x="280" y="179"/>
                    <a:pt x="286" y="182"/>
                    <a:pt x="290" y="186"/>
                  </a:cubicBezTo>
                  <a:close/>
                  <a:moveTo>
                    <a:pt x="57" y="136"/>
                  </a:moveTo>
                  <a:cubicBezTo>
                    <a:pt x="210" y="136"/>
                    <a:pt x="210" y="136"/>
                    <a:pt x="210" y="136"/>
                  </a:cubicBezTo>
                  <a:cubicBezTo>
                    <a:pt x="210" y="146"/>
                    <a:pt x="210" y="146"/>
                    <a:pt x="210" y="146"/>
                  </a:cubicBezTo>
                  <a:cubicBezTo>
                    <a:pt x="57" y="146"/>
                    <a:pt x="57" y="146"/>
                    <a:pt x="57" y="146"/>
                  </a:cubicBezTo>
                  <a:cubicBezTo>
                    <a:pt x="57" y="136"/>
                    <a:pt x="57" y="136"/>
                    <a:pt x="57" y="136"/>
                  </a:cubicBezTo>
                  <a:close/>
                  <a:moveTo>
                    <a:pt x="57" y="95"/>
                  </a:moveTo>
                  <a:cubicBezTo>
                    <a:pt x="237" y="95"/>
                    <a:pt x="237" y="95"/>
                    <a:pt x="237" y="95"/>
                  </a:cubicBezTo>
                  <a:cubicBezTo>
                    <a:pt x="237" y="106"/>
                    <a:pt x="237" y="106"/>
                    <a:pt x="237" y="106"/>
                  </a:cubicBezTo>
                  <a:cubicBezTo>
                    <a:pt x="57" y="106"/>
                    <a:pt x="57" y="106"/>
                    <a:pt x="57" y="106"/>
                  </a:cubicBezTo>
                  <a:cubicBezTo>
                    <a:pt x="57" y="95"/>
                    <a:pt x="57" y="95"/>
                    <a:pt x="57" y="95"/>
                  </a:cubicBezTo>
                  <a:close/>
                  <a:moveTo>
                    <a:pt x="57" y="54"/>
                  </a:moveTo>
                  <a:cubicBezTo>
                    <a:pt x="237" y="54"/>
                    <a:pt x="237" y="54"/>
                    <a:pt x="237" y="54"/>
                  </a:cubicBezTo>
                  <a:cubicBezTo>
                    <a:pt x="237" y="65"/>
                    <a:pt x="237" y="65"/>
                    <a:pt x="237" y="65"/>
                  </a:cubicBezTo>
                  <a:cubicBezTo>
                    <a:pt x="57" y="65"/>
                    <a:pt x="57" y="65"/>
                    <a:pt x="57" y="65"/>
                  </a:cubicBezTo>
                  <a:lnTo>
                    <a:pt x="57" y="54"/>
                  </a:ln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宋体" panose="02010600030101010101" pitchFamily="2" charset="-122"/>
                <a:cs typeface="+mn-cs"/>
              </a:endParaRPr>
            </a:p>
          </p:txBody>
        </p:sp>
      </p:grpSp>
      <p:grpSp>
        <p:nvGrpSpPr>
          <p:cNvPr id="89" name="组合 88"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41D3A845-9A42-4677-8E64-4C178E14F665}"/>
              </a:ext>
            </a:extLst>
          </p:cNvPr>
          <p:cNvGrpSpPr/>
          <p:nvPr/>
        </p:nvGrpSpPr>
        <p:grpSpPr>
          <a:xfrm>
            <a:off x="6763846" y="1725083"/>
            <a:ext cx="4691698" cy="948714"/>
            <a:chOff x="5994590" y="2578722"/>
            <a:chExt cx="4691698" cy="948714"/>
          </a:xfrm>
        </p:grpSpPr>
        <p:sp>
          <p:nvSpPr>
            <p:cNvPr id="90" name="文本框 89">
              <a:extLst>
                <a:ext uri="{FF2B5EF4-FFF2-40B4-BE49-F238E27FC236}">
                  <a16:creationId xmlns:a16="http://schemas.microsoft.com/office/drawing/2014/main" id="{72B3FE91-9B33-4D3F-BFD5-ECD6FB5146E8}"/>
                </a:ext>
              </a:extLst>
            </p:cNvPr>
            <p:cNvSpPr txBox="1"/>
            <p:nvPr/>
          </p:nvSpPr>
          <p:spPr>
            <a:xfrm>
              <a:off x="5994590" y="2949363"/>
              <a:ext cx="4691698"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lvl="0">
                <a:lnSpc>
                  <a:spcPct val="120000"/>
                </a:lnSpc>
                <a:spcBef>
                  <a:spcPct val="0"/>
                </a:spcBef>
              </a:pPr>
              <a:r>
                <a:rPr lang="zh-CN" altLang="en-US" sz="1400" dirty="0">
                  <a:solidFill>
                    <a:prstClr val="black">
                      <a:lumMod val="95000"/>
                      <a:lumOff val="5000"/>
                    </a:prst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p>
          </p:txBody>
        </p:sp>
        <p:sp>
          <p:nvSpPr>
            <p:cNvPr id="91" name="文本框 90">
              <a:extLst>
                <a:ext uri="{FF2B5EF4-FFF2-40B4-BE49-F238E27FC236}">
                  <a16:creationId xmlns:a16="http://schemas.microsoft.com/office/drawing/2014/main" id="{C7C3E487-0BAB-4723-99E3-50E80AE26BCA}"/>
                </a:ext>
              </a:extLst>
            </p:cNvPr>
            <p:cNvSpPr txBox="1"/>
            <p:nvPr/>
          </p:nvSpPr>
          <p:spPr>
            <a:xfrm>
              <a:off x="6022726" y="2578722"/>
              <a:ext cx="1819729" cy="420243"/>
            </a:xfrm>
            <a:prstGeom prst="rect">
              <a:avLst/>
            </a:prstGeom>
            <a:noFill/>
          </p:spPr>
          <p:txBody>
            <a:bodyPr wrap="none" rtlCol="0">
              <a:spAutoFit/>
            </a:bodyPr>
            <a:lstStyle/>
            <a:p>
              <a:pPr lvl="0"/>
              <a:r>
                <a:rPr lang="zh-CN" altLang="en-US" sz="2131" b="1" dirty="0">
                  <a:solidFill>
                    <a:prstClr val="black">
                      <a:lumMod val="95000"/>
                      <a:lumOff val="5000"/>
                    </a:prstClr>
                  </a:solidFill>
                  <a:latin typeface="微软雅黑" panose="020B0503020204020204" pitchFamily="34" charset="-122"/>
                  <a:ea typeface="微软雅黑" panose="020B0503020204020204" pitchFamily="34" charset="-122"/>
                </a:rPr>
                <a:t>单击编辑标题</a:t>
              </a:r>
            </a:p>
          </p:txBody>
        </p:sp>
      </p:grpSp>
      <p:grpSp>
        <p:nvGrpSpPr>
          <p:cNvPr id="92" name="组合 91"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6862D5F3-9395-49A6-AAFE-A4B4BC339DC5}"/>
              </a:ext>
            </a:extLst>
          </p:cNvPr>
          <p:cNvGrpSpPr/>
          <p:nvPr/>
        </p:nvGrpSpPr>
        <p:grpSpPr>
          <a:xfrm>
            <a:off x="6763846" y="3298085"/>
            <a:ext cx="4691698" cy="948714"/>
            <a:chOff x="5994590" y="2578722"/>
            <a:chExt cx="4691698" cy="948714"/>
          </a:xfrm>
        </p:grpSpPr>
        <p:sp>
          <p:nvSpPr>
            <p:cNvPr id="93" name="文本框 92">
              <a:extLst>
                <a:ext uri="{FF2B5EF4-FFF2-40B4-BE49-F238E27FC236}">
                  <a16:creationId xmlns:a16="http://schemas.microsoft.com/office/drawing/2014/main" id="{26EF8655-4491-454B-B2EC-58B5A5D266AB}"/>
                </a:ext>
              </a:extLst>
            </p:cNvPr>
            <p:cNvSpPr txBox="1"/>
            <p:nvPr/>
          </p:nvSpPr>
          <p:spPr>
            <a:xfrm>
              <a:off x="5994590" y="2949363"/>
              <a:ext cx="4691698"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lvl="0">
                <a:lnSpc>
                  <a:spcPct val="120000"/>
                </a:lnSpc>
                <a:spcBef>
                  <a:spcPct val="0"/>
                </a:spcBef>
              </a:pPr>
              <a:r>
                <a:rPr lang="zh-CN" altLang="en-US" sz="1400" dirty="0">
                  <a:solidFill>
                    <a:prstClr val="black">
                      <a:lumMod val="95000"/>
                      <a:lumOff val="5000"/>
                    </a:prst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p>
          </p:txBody>
        </p:sp>
        <p:sp>
          <p:nvSpPr>
            <p:cNvPr id="94" name="文本框 93">
              <a:extLst>
                <a:ext uri="{FF2B5EF4-FFF2-40B4-BE49-F238E27FC236}">
                  <a16:creationId xmlns:a16="http://schemas.microsoft.com/office/drawing/2014/main" id="{17C462E7-893F-4A22-863A-16E0E2673D39}"/>
                </a:ext>
              </a:extLst>
            </p:cNvPr>
            <p:cNvSpPr txBox="1"/>
            <p:nvPr/>
          </p:nvSpPr>
          <p:spPr>
            <a:xfrm>
              <a:off x="6022726" y="2578722"/>
              <a:ext cx="1819729" cy="420243"/>
            </a:xfrm>
            <a:prstGeom prst="rect">
              <a:avLst/>
            </a:prstGeom>
            <a:noFill/>
          </p:spPr>
          <p:txBody>
            <a:bodyPr wrap="none" rtlCol="0">
              <a:spAutoFit/>
            </a:bodyPr>
            <a:lstStyle/>
            <a:p>
              <a:pPr lvl="0"/>
              <a:r>
                <a:rPr lang="zh-CN" altLang="en-US" sz="2131" b="1" dirty="0">
                  <a:solidFill>
                    <a:prstClr val="black">
                      <a:lumMod val="95000"/>
                      <a:lumOff val="5000"/>
                    </a:prstClr>
                  </a:solidFill>
                  <a:latin typeface="微软雅黑" panose="020B0503020204020204" pitchFamily="34" charset="-122"/>
                  <a:ea typeface="微软雅黑" panose="020B0503020204020204" pitchFamily="34" charset="-122"/>
                </a:rPr>
                <a:t>单击编辑标题</a:t>
              </a:r>
            </a:p>
          </p:txBody>
        </p:sp>
      </p:grpSp>
      <p:grpSp>
        <p:nvGrpSpPr>
          <p:cNvPr id="95" name="组合 94" descr="e7d195523061f1c02e66e4f24090f95771f2a25398b4c6a397210DEF3B34B42E7CAE3753A3E55670C5C5B393DCCD8D49F265F3A29442F2D10D421F974AABEA3384308323DA72972389F1817D14B0E600743FE404E944E728C7C05FBDA91ECF8BA9458BB317DAF71F426278CDBF45735D17D9168573546D7149FE2580E692492728B4DA1D5BAC5B914A38CB9177F128D2">
            <a:extLst>
              <a:ext uri="{FF2B5EF4-FFF2-40B4-BE49-F238E27FC236}">
                <a16:creationId xmlns:a16="http://schemas.microsoft.com/office/drawing/2014/main" id="{8502773A-7013-4073-9365-B910C084338C}"/>
              </a:ext>
            </a:extLst>
          </p:cNvPr>
          <p:cNvGrpSpPr/>
          <p:nvPr/>
        </p:nvGrpSpPr>
        <p:grpSpPr>
          <a:xfrm>
            <a:off x="6763846" y="4973468"/>
            <a:ext cx="4691698" cy="948714"/>
            <a:chOff x="5994590" y="2578722"/>
            <a:chExt cx="4691698" cy="948714"/>
          </a:xfrm>
        </p:grpSpPr>
        <p:sp>
          <p:nvSpPr>
            <p:cNvPr id="96" name="文本框 95">
              <a:extLst>
                <a:ext uri="{FF2B5EF4-FFF2-40B4-BE49-F238E27FC236}">
                  <a16:creationId xmlns:a16="http://schemas.microsoft.com/office/drawing/2014/main" id="{2267F800-02F8-4724-A9A6-7F021D75281B}"/>
                </a:ext>
              </a:extLst>
            </p:cNvPr>
            <p:cNvSpPr txBox="1"/>
            <p:nvPr/>
          </p:nvSpPr>
          <p:spPr>
            <a:xfrm>
              <a:off x="5994590" y="2949363"/>
              <a:ext cx="4691698" cy="578073"/>
            </a:xfrm>
            <a:prstGeom prst="rect">
              <a:avLst/>
            </a:prstGeom>
          </p:spPr>
          <p:txBody>
            <a:bodyPr vert="horz" lIns="121807" tIns="60904" rIns="121807" bIns="60904" rtlCol="0" anchor="t">
              <a:noAutofit/>
            </a:bodyPr>
            <a:lstStyle>
              <a:lvl1pPr indent="0">
                <a:lnSpc>
                  <a:spcPct val="150000"/>
                </a:lnSpc>
                <a:spcBef>
                  <a:spcPct val="30000"/>
                </a:spcBef>
                <a:buFont typeface="Arial" panose="020B0604020202020204" pitchFamily="34" charset="0"/>
                <a:buNone/>
                <a:defRPr lang="zh-CN">
                  <a:solidFill>
                    <a:schemeClr val="bg1"/>
                  </a:solidFill>
                  <a:latin typeface="Microsoft YaHei UI" panose="020B0503020204020204" pitchFamily="34" charset="-122"/>
                  <a:ea typeface="Microsoft YaHei UI" panose="020B0503020204020204" pitchFamily="34" charset="-122"/>
                </a:defRPr>
              </a:lvl1pPr>
              <a:lvl2pPr indent="0">
                <a:lnSpc>
                  <a:spcPct val="90000"/>
                </a:lnSpc>
                <a:spcBef>
                  <a:spcPct val="30000"/>
                </a:spcBef>
                <a:buFont typeface="Arial" panose="020B0604020202020204" pitchFamily="34" charset="0"/>
                <a:buNone/>
                <a:defRPr lang="zh-CN" sz="2000">
                  <a:latin typeface="Microsoft YaHei UI" panose="020B0503020204020204" pitchFamily="34" charset="-122"/>
                  <a:ea typeface="Microsoft YaHei UI" panose="020B0503020204020204" pitchFamily="34" charset="-122"/>
                </a:defRPr>
              </a:lvl2pPr>
              <a:lvl3pPr indent="0">
                <a:lnSpc>
                  <a:spcPct val="90000"/>
                </a:lnSpc>
                <a:spcBef>
                  <a:spcPct val="30000"/>
                </a:spcBef>
                <a:buFont typeface="Arial" panose="020B0604020202020204" pitchFamily="34" charset="0"/>
                <a:buNone/>
                <a:defRPr lang="zh-CN">
                  <a:latin typeface="Microsoft YaHei UI" panose="020B0503020204020204" pitchFamily="34" charset="-122"/>
                  <a:ea typeface="Microsoft YaHei UI" panose="020B0503020204020204" pitchFamily="34" charset="-122"/>
                </a:defRPr>
              </a:lvl3pPr>
              <a:lvl4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4pPr>
              <a:lvl5pPr indent="0">
                <a:lnSpc>
                  <a:spcPct val="90000"/>
                </a:lnSpc>
                <a:spcBef>
                  <a:spcPct val="30000"/>
                </a:spcBef>
                <a:buFont typeface="Arial" panose="020B0604020202020204" pitchFamily="34" charset="0"/>
                <a:buNone/>
                <a:defRPr lang="zh-CN" sz="1600">
                  <a:latin typeface="Microsoft YaHei UI" panose="020B0503020204020204" pitchFamily="34" charset="-122"/>
                  <a:ea typeface="Microsoft YaHei UI" panose="020B0503020204020204" pitchFamily="34" charset="-122"/>
                </a:defRPr>
              </a:lvl5pPr>
              <a:lvl6pPr indent="0">
                <a:lnSpc>
                  <a:spcPct val="90000"/>
                </a:lnSpc>
                <a:spcBef>
                  <a:spcPct val="30000"/>
                </a:spcBef>
                <a:buFont typeface="Arial" panose="020B0604020202020204" pitchFamily="34" charset="0"/>
                <a:buNone/>
                <a:defRPr lang="zh-CN" sz="1600"/>
              </a:lvl6pPr>
              <a:lvl7pPr indent="0">
                <a:lnSpc>
                  <a:spcPct val="90000"/>
                </a:lnSpc>
                <a:spcBef>
                  <a:spcPct val="30000"/>
                </a:spcBef>
                <a:buFont typeface="Arial" panose="020B0604020202020204" pitchFamily="34" charset="0"/>
                <a:buNone/>
                <a:defRPr lang="zh-CN" sz="1600"/>
              </a:lvl7pPr>
              <a:lvl8pPr indent="0">
                <a:lnSpc>
                  <a:spcPct val="90000"/>
                </a:lnSpc>
                <a:spcBef>
                  <a:spcPct val="30000"/>
                </a:spcBef>
                <a:buFont typeface="Arial" panose="020B0604020202020204" pitchFamily="34" charset="0"/>
                <a:buNone/>
                <a:defRPr lang="zh-CN" sz="1600"/>
              </a:lvl8pPr>
              <a:lvl9pPr indent="0">
                <a:lnSpc>
                  <a:spcPct val="90000"/>
                </a:lnSpc>
                <a:spcBef>
                  <a:spcPct val="30000"/>
                </a:spcBef>
                <a:buFont typeface="Arial" panose="020B0604020202020204" pitchFamily="34" charset="0"/>
                <a:buNone/>
                <a:defRPr lang="zh-CN" sz="1600"/>
              </a:lvl9pPr>
            </a:lstStyle>
            <a:p>
              <a:pPr lvl="0">
                <a:lnSpc>
                  <a:spcPct val="120000"/>
                </a:lnSpc>
                <a:spcBef>
                  <a:spcPct val="0"/>
                </a:spcBef>
              </a:pPr>
              <a:r>
                <a:rPr lang="zh-CN" altLang="en-US" sz="1400" dirty="0">
                  <a:solidFill>
                    <a:prstClr val="black">
                      <a:lumMod val="95000"/>
                      <a:lumOff val="5000"/>
                    </a:prstClr>
                  </a:solidFill>
                  <a:latin typeface="微软雅黑" panose="020B0503020204020204" pitchFamily="34" charset="-122"/>
                  <a:ea typeface="微软雅黑" panose="020B0503020204020204" pitchFamily="34" charset="-122"/>
                  <a:sym typeface="微软雅黑" pitchFamily="34" charset="-122"/>
                </a:rPr>
                <a:t>此部分内容作为文字排版占位显示（建议使用主题字体）</a:t>
              </a:r>
            </a:p>
          </p:txBody>
        </p:sp>
        <p:sp>
          <p:nvSpPr>
            <p:cNvPr id="97" name="文本框 96">
              <a:extLst>
                <a:ext uri="{FF2B5EF4-FFF2-40B4-BE49-F238E27FC236}">
                  <a16:creationId xmlns:a16="http://schemas.microsoft.com/office/drawing/2014/main" id="{9C156630-92B9-4FCD-8A6E-FFD6351823F1}"/>
                </a:ext>
              </a:extLst>
            </p:cNvPr>
            <p:cNvSpPr txBox="1"/>
            <p:nvPr/>
          </p:nvSpPr>
          <p:spPr>
            <a:xfrm>
              <a:off x="6022726" y="2578722"/>
              <a:ext cx="1819729" cy="420243"/>
            </a:xfrm>
            <a:prstGeom prst="rect">
              <a:avLst/>
            </a:prstGeom>
            <a:noFill/>
          </p:spPr>
          <p:txBody>
            <a:bodyPr wrap="none" rtlCol="0">
              <a:spAutoFit/>
            </a:bodyPr>
            <a:lstStyle/>
            <a:p>
              <a:pPr lvl="0"/>
              <a:r>
                <a:rPr lang="zh-CN" altLang="en-US" sz="2131" b="1" dirty="0">
                  <a:solidFill>
                    <a:prstClr val="black">
                      <a:lumMod val="95000"/>
                      <a:lumOff val="5000"/>
                    </a:prstClr>
                  </a:solidFill>
                  <a:latin typeface="微软雅黑" panose="020B0503020204020204" pitchFamily="34" charset="-122"/>
                  <a:ea typeface="微软雅黑" panose="020B0503020204020204" pitchFamily="34" charset="-122"/>
                </a:rPr>
                <a:t>单击编辑标题</a:t>
              </a:r>
            </a:p>
          </p:txBody>
        </p:sp>
      </p:grpSp>
    </p:spTree>
    <p:extLst>
      <p:ext uri="{BB962C8B-B14F-4D97-AF65-F5344CB8AC3E}">
        <p14:creationId xmlns:p14="http://schemas.microsoft.com/office/powerpoint/2010/main" val="3366953559"/>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randombar(horizontal)">
                                      <p:cBhvr>
                                        <p:cTn id="7" dur="500"/>
                                        <p:tgtEl>
                                          <p:spTgt spid="28"/>
                                        </p:tgtEl>
                                      </p:cBhvr>
                                    </p:animEffect>
                                  </p:childTnLst>
                                </p:cTn>
                              </p:par>
                            </p:childTnLst>
                          </p:cTn>
                        </p:par>
                        <p:par>
                          <p:cTn id="8" fill="hold">
                            <p:stCondLst>
                              <p:cond delay="500"/>
                            </p:stCondLst>
                            <p:childTnLst>
                              <p:par>
                                <p:cTn id="9" presetID="16" presetClass="entr" presetSubtype="42"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barn(outHorizontal)">
                                      <p:cBhvr>
                                        <p:cTn id="11" dur="500"/>
                                        <p:tgtEl>
                                          <p:spTgt spid="47"/>
                                        </p:tgtEl>
                                      </p:cBhvr>
                                    </p:animEffect>
                                  </p:childTnLst>
                                </p:cTn>
                              </p:par>
                            </p:childTnLst>
                          </p:cTn>
                        </p:par>
                        <p:par>
                          <p:cTn id="12" fill="hold">
                            <p:stCondLst>
                              <p:cond delay="1000"/>
                            </p:stCondLst>
                            <p:childTnLst>
                              <p:par>
                                <p:cTn id="13" presetID="53" presetClass="entr" presetSubtype="16" fill="hold" nodeType="afterEffect">
                                  <p:stCondLst>
                                    <p:cond delay="0"/>
                                  </p:stCondLst>
                                  <p:childTnLst>
                                    <p:set>
                                      <p:cBhvr>
                                        <p:cTn id="14" dur="1" fill="hold">
                                          <p:stCondLst>
                                            <p:cond delay="0"/>
                                          </p:stCondLst>
                                        </p:cTn>
                                        <p:tgtEl>
                                          <p:spTgt spid="74"/>
                                        </p:tgtEl>
                                        <p:attrNameLst>
                                          <p:attrName>style.visibility</p:attrName>
                                        </p:attrNameLst>
                                      </p:cBhvr>
                                      <p:to>
                                        <p:strVal val="visible"/>
                                      </p:to>
                                    </p:set>
                                    <p:anim calcmode="lin" valueType="num">
                                      <p:cBhvr>
                                        <p:cTn id="15" dur="500" fill="hold"/>
                                        <p:tgtEl>
                                          <p:spTgt spid="74"/>
                                        </p:tgtEl>
                                        <p:attrNameLst>
                                          <p:attrName>ppt_w</p:attrName>
                                        </p:attrNameLst>
                                      </p:cBhvr>
                                      <p:tavLst>
                                        <p:tav tm="0">
                                          <p:val>
                                            <p:fltVal val="0"/>
                                          </p:val>
                                        </p:tav>
                                        <p:tav tm="100000">
                                          <p:val>
                                            <p:strVal val="#ppt_w"/>
                                          </p:val>
                                        </p:tav>
                                      </p:tavLst>
                                    </p:anim>
                                    <p:anim calcmode="lin" valueType="num">
                                      <p:cBhvr>
                                        <p:cTn id="16" dur="500" fill="hold"/>
                                        <p:tgtEl>
                                          <p:spTgt spid="74"/>
                                        </p:tgtEl>
                                        <p:attrNameLst>
                                          <p:attrName>ppt_h</p:attrName>
                                        </p:attrNameLst>
                                      </p:cBhvr>
                                      <p:tavLst>
                                        <p:tav tm="0">
                                          <p:val>
                                            <p:fltVal val="0"/>
                                          </p:val>
                                        </p:tav>
                                        <p:tav tm="100000">
                                          <p:val>
                                            <p:strVal val="#ppt_h"/>
                                          </p:val>
                                        </p:tav>
                                      </p:tavLst>
                                    </p:anim>
                                    <p:animEffect transition="in" filter="fade">
                                      <p:cBhvr>
                                        <p:cTn id="17" dur="500"/>
                                        <p:tgtEl>
                                          <p:spTgt spid="74"/>
                                        </p:tgtEl>
                                      </p:cBhvr>
                                    </p:animEffect>
                                  </p:childTnLst>
                                </p:cTn>
                              </p:par>
                            </p:childTnLst>
                          </p:cTn>
                        </p:par>
                        <p:par>
                          <p:cTn id="18" fill="hold">
                            <p:stCondLst>
                              <p:cond delay="1500"/>
                            </p:stCondLst>
                            <p:childTnLst>
                              <p:par>
                                <p:cTn id="19" presetID="10" presetClass="entr" presetSubtype="0" fill="hold" nodeType="afterEffect">
                                  <p:stCondLst>
                                    <p:cond delay="0"/>
                                  </p:stCondLst>
                                  <p:childTnLst>
                                    <p:set>
                                      <p:cBhvr>
                                        <p:cTn id="20" dur="1" fill="hold">
                                          <p:stCondLst>
                                            <p:cond delay="0"/>
                                          </p:stCondLst>
                                        </p:cTn>
                                        <p:tgtEl>
                                          <p:spTgt spid="89"/>
                                        </p:tgtEl>
                                        <p:attrNameLst>
                                          <p:attrName>style.visibility</p:attrName>
                                        </p:attrNameLst>
                                      </p:cBhvr>
                                      <p:to>
                                        <p:strVal val="visible"/>
                                      </p:to>
                                    </p:set>
                                    <p:animEffect transition="in" filter="fade">
                                      <p:cBhvr>
                                        <p:cTn id="21" dur="500"/>
                                        <p:tgtEl>
                                          <p:spTgt spid="89"/>
                                        </p:tgtEl>
                                      </p:cBhvr>
                                    </p:animEffect>
                                  </p:childTnLst>
                                </p:cTn>
                              </p:par>
                            </p:childTnLst>
                          </p:cTn>
                        </p:par>
                        <p:par>
                          <p:cTn id="22" fill="hold">
                            <p:stCondLst>
                              <p:cond delay="2000"/>
                            </p:stCondLst>
                            <p:childTnLst>
                              <p:par>
                                <p:cTn id="23" presetID="53" presetClass="entr" presetSubtype="16" fill="hold" nodeType="afterEffect">
                                  <p:stCondLst>
                                    <p:cond delay="0"/>
                                  </p:stCondLst>
                                  <p:childTnLst>
                                    <p:set>
                                      <p:cBhvr>
                                        <p:cTn id="24" dur="1" fill="hold">
                                          <p:stCondLst>
                                            <p:cond delay="0"/>
                                          </p:stCondLst>
                                        </p:cTn>
                                        <p:tgtEl>
                                          <p:spTgt spid="79"/>
                                        </p:tgtEl>
                                        <p:attrNameLst>
                                          <p:attrName>style.visibility</p:attrName>
                                        </p:attrNameLst>
                                      </p:cBhvr>
                                      <p:to>
                                        <p:strVal val="visible"/>
                                      </p:to>
                                    </p:set>
                                    <p:anim calcmode="lin" valueType="num">
                                      <p:cBhvr>
                                        <p:cTn id="25" dur="500" fill="hold"/>
                                        <p:tgtEl>
                                          <p:spTgt spid="79"/>
                                        </p:tgtEl>
                                        <p:attrNameLst>
                                          <p:attrName>ppt_w</p:attrName>
                                        </p:attrNameLst>
                                      </p:cBhvr>
                                      <p:tavLst>
                                        <p:tav tm="0">
                                          <p:val>
                                            <p:fltVal val="0"/>
                                          </p:val>
                                        </p:tav>
                                        <p:tav tm="100000">
                                          <p:val>
                                            <p:strVal val="#ppt_w"/>
                                          </p:val>
                                        </p:tav>
                                      </p:tavLst>
                                    </p:anim>
                                    <p:anim calcmode="lin" valueType="num">
                                      <p:cBhvr>
                                        <p:cTn id="26" dur="500" fill="hold"/>
                                        <p:tgtEl>
                                          <p:spTgt spid="79"/>
                                        </p:tgtEl>
                                        <p:attrNameLst>
                                          <p:attrName>ppt_h</p:attrName>
                                        </p:attrNameLst>
                                      </p:cBhvr>
                                      <p:tavLst>
                                        <p:tav tm="0">
                                          <p:val>
                                            <p:fltVal val="0"/>
                                          </p:val>
                                        </p:tav>
                                        <p:tav tm="100000">
                                          <p:val>
                                            <p:strVal val="#ppt_h"/>
                                          </p:val>
                                        </p:tav>
                                      </p:tavLst>
                                    </p:anim>
                                    <p:animEffect transition="in" filter="fade">
                                      <p:cBhvr>
                                        <p:cTn id="27" dur="500"/>
                                        <p:tgtEl>
                                          <p:spTgt spid="79"/>
                                        </p:tgtEl>
                                      </p:cBhvr>
                                    </p:animEffect>
                                  </p:childTnLst>
                                </p:cTn>
                              </p:par>
                            </p:childTnLst>
                          </p:cTn>
                        </p:par>
                        <p:par>
                          <p:cTn id="28" fill="hold">
                            <p:stCondLst>
                              <p:cond delay="2500"/>
                            </p:stCondLst>
                            <p:childTnLst>
                              <p:par>
                                <p:cTn id="29" presetID="10" presetClass="entr" presetSubtype="0" fill="hold" nodeType="afterEffect">
                                  <p:stCondLst>
                                    <p:cond delay="0"/>
                                  </p:stCondLst>
                                  <p:childTnLst>
                                    <p:set>
                                      <p:cBhvr>
                                        <p:cTn id="30" dur="1" fill="hold">
                                          <p:stCondLst>
                                            <p:cond delay="0"/>
                                          </p:stCondLst>
                                        </p:cTn>
                                        <p:tgtEl>
                                          <p:spTgt spid="92"/>
                                        </p:tgtEl>
                                        <p:attrNameLst>
                                          <p:attrName>style.visibility</p:attrName>
                                        </p:attrNameLst>
                                      </p:cBhvr>
                                      <p:to>
                                        <p:strVal val="visible"/>
                                      </p:to>
                                    </p:set>
                                    <p:animEffect transition="in" filter="fade">
                                      <p:cBhvr>
                                        <p:cTn id="31" dur="500"/>
                                        <p:tgtEl>
                                          <p:spTgt spid="92"/>
                                        </p:tgtEl>
                                      </p:cBhvr>
                                    </p:animEffect>
                                  </p:childTnLst>
                                </p:cTn>
                              </p:par>
                            </p:childTnLst>
                          </p:cTn>
                        </p:par>
                        <p:par>
                          <p:cTn id="32" fill="hold">
                            <p:stCondLst>
                              <p:cond delay="3000"/>
                            </p:stCondLst>
                            <p:childTnLst>
                              <p:par>
                                <p:cTn id="33" presetID="53" presetClass="entr" presetSubtype="16" fill="hold" nodeType="afterEffect">
                                  <p:stCondLst>
                                    <p:cond delay="0"/>
                                  </p:stCondLst>
                                  <p:childTnLst>
                                    <p:set>
                                      <p:cBhvr>
                                        <p:cTn id="34" dur="1" fill="hold">
                                          <p:stCondLst>
                                            <p:cond delay="0"/>
                                          </p:stCondLst>
                                        </p:cTn>
                                        <p:tgtEl>
                                          <p:spTgt spid="84"/>
                                        </p:tgtEl>
                                        <p:attrNameLst>
                                          <p:attrName>style.visibility</p:attrName>
                                        </p:attrNameLst>
                                      </p:cBhvr>
                                      <p:to>
                                        <p:strVal val="visible"/>
                                      </p:to>
                                    </p:set>
                                    <p:anim calcmode="lin" valueType="num">
                                      <p:cBhvr>
                                        <p:cTn id="35" dur="500" fill="hold"/>
                                        <p:tgtEl>
                                          <p:spTgt spid="84"/>
                                        </p:tgtEl>
                                        <p:attrNameLst>
                                          <p:attrName>ppt_w</p:attrName>
                                        </p:attrNameLst>
                                      </p:cBhvr>
                                      <p:tavLst>
                                        <p:tav tm="0">
                                          <p:val>
                                            <p:fltVal val="0"/>
                                          </p:val>
                                        </p:tav>
                                        <p:tav tm="100000">
                                          <p:val>
                                            <p:strVal val="#ppt_w"/>
                                          </p:val>
                                        </p:tav>
                                      </p:tavLst>
                                    </p:anim>
                                    <p:anim calcmode="lin" valueType="num">
                                      <p:cBhvr>
                                        <p:cTn id="36" dur="500" fill="hold"/>
                                        <p:tgtEl>
                                          <p:spTgt spid="84"/>
                                        </p:tgtEl>
                                        <p:attrNameLst>
                                          <p:attrName>ppt_h</p:attrName>
                                        </p:attrNameLst>
                                      </p:cBhvr>
                                      <p:tavLst>
                                        <p:tav tm="0">
                                          <p:val>
                                            <p:fltVal val="0"/>
                                          </p:val>
                                        </p:tav>
                                        <p:tav tm="100000">
                                          <p:val>
                                            <p:strVal val="#ppt_h"/>
                                          </p:val>
                                        </p:tav>
                                      </p:tavLst>
                                    </p:anim>
                                    <p:animEffect transition="in" filter="fade">
                                      <p:cBhvr>
                                        <p:cTn id="37" dur="500"/>
                                        <p:tgtEl>
                                          <p:spTgt spid="84"/>
                                        </p:tgtEl>
                                      </p:cBhvr>
                                    </p:animEffect>
                                  </p:childTnLst>
                                </p:cTn>
                              </p:par>
                            </p:childTnLst>
                          </p:cTn>
                        </p:par>
                        <p:par>
                          <p:cTn id="38" fill="hold">
                            <p:stCondLst>
                              <p:cond delay="3500"/>
                            </p:stCondLst>
                            <p:childTnLst>
                              <p:par>
                                <p:cTn id="39" presetID="10" presetClass="entr" presetSubtype="0" fill="hold" nodeType="afterEffect">
                                  <p:stCondLst>
                                    <p:cond delay="0"/>
                                  </p:stCondLst>
                                  <p:childTnLst>
                                    <p:set>
                                      <p:cBhvr>
                                        <p:cTn id="40" dur="1" fill="hold">
                                          <p:stCondLst>
                                            <p:cond delay="0"/>
                                          </p:stCondLst>
                                        </p:cTn>
                                        <p:tgtEl>
                                          <p:spTgt spid="95"/>
                                        </p:tgtEl>
                                        <p:attrNameLst>
                                          <p:attrName>style.visibility</p:attrName>
                                        </p:attrNameLst>
                                      </p:cBhvr>
                                      <p:to>
                                        <p:strVal val="visible"/>
                                      </p:to>
                                    </p:set>
                                    <p:animEffect transition="in" filter="fade">
                                      <p:cBhvr>
                                        <p:cTn id="41" dur="5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40">
            <a:extLst>
              <a:ext uri="{FF2B5EF4-FFF2-40B4-BE49-F238E27FC236}">
                <a16:creationId xmlns:a16="http://schemas.microsoft.com/office/drawing/2014/main" id="{2A64A3DD-D0F3-49A4-B08B-2EF8CD7DB80E}"/>
              </a:ext>
            </a:extLst>
          </p:cNvPr>
          <p:cNvSpPr txBox="1"/>
          <p:nvPr/>
        </p:nvSpPr>
        <p:spPr>
          <a:xfrm>
            <a:off x="2805366" y="2308383"/>
            <a:ext cx="6882173" cy="1015663"/>
          </a:xfrm>
          <a:prstGeom prst="rect">
            <a:avLst/>
          </a:prstGeom>
          <a:noFill/>
        </p:spPr>
        <p:txBody>
          <a:bodyPr wrap="square" rtlCol="0">
            <a:spAutoFit/>
          </a:bodyPr>
          <a:lstStyle/>
          <a:p>
            <a:pPr algn="dist"/>
            <a:r>
              <a:rPr lang="zh-CN" altLang="en-US"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天津大学</a:t>
            </a:r>
            <a:r>
              <a:rPr lang="en-US" altLang="zh-CN"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PPT</a:t>
            </a:r>
            <a:r>
              <a:rPr lang="zh-CN" altLang="en-US" sz="6000" dirty="0">
                <a:solidFill>
                  <a:schemeClr val="tx1">
                    <a:lumMod val="75000"/>
                    <a:lumOff val="25000"/>
                  </a:schemeClr>
                </a:solidFill>
                <a:latin typeface="方正正大黑简体" panose="02000000000000000000" pitchFamily="2" charset="-122"/>
                <a:ea typeface="方正正大黑简体" panose="02000000000000000000" pitchFamily="2" charset="-122"/>
                <a:cs typeface="Mongolian Baiti" panose="03000500000000000000" pitchFamily="66" charset="0"/>
              </a:rPr>
              <a:t>模板</a:t>
            </a:r>
          </a:p>
        </p:txBody>
      </p:sp>
      <p:sp>
        <p:nvSpPr>
          <p:cNvPr id="9" name="student-graduation-cap-shape_52041">
            <a:extLst>
              <a:ext uri="{FF2B5EF4-FFF2-40B4-BE49-F238E27FC236}">
                <a16:creationId xmlns:a16="http://schemas.microsoft.com/office/drawing/2014/main" id="{6CB7E297-D964-48E8-B8CC-DD4BE3CF474E}"/>
              </a:ext>
            </a:extLst>
          </p:cNvPr>
          <p:cNvSpPr>
            <a:spLocks noChangeAspect="1"/>
          </p:cNvSpPr>
          <p:nvPr/>
        </p:nvSpPr>
        <p:spPr bwMode="auto">
          <a:xfrm>
            <a:off x="4213653" y="4445425"/>
            <a:ext cx="332015" cy="350126"/>
          </a:xfrm>
          <a:custGeom>
            <a:avLst/>
            <a:gdLst>
              <a:gd name="connsiteX0" fmla="*/ 329990 w 574402"/>
              <a:gd name="connsiteY0" fmla="*/ 329823 h 605734"/>
              <a:gd name="connsiteX1" fmla="*/ 574402 w 574402"/>
              <a:gd name="connsiteY1" fmla="*/ 573910 h 605734"/>
              <a:gd name="connsiteX2" fmla="*/ 542536 w 574402"/>
              <a:gd name="connsiteY2" fmla="*/ 605734 h 605734"/>
              <a:gd name="connsiteX3" fmla="*/ 117603 w 574402"/>
              <a:gd name="connsiteY3" fmla="*/ 605734 h 605734"/>
              <a:gd name="connsiteX4" fmla="*/ 85737 w 574402"/>
              <a:gd name="connsiteY4" fmla="*/ 573910 h 605734"/>
              <a:gd name="connsiteX5" fmla="*/ 101192 w 574402"/>
              <a:gd name="connsiteY5" fmla="*/ 488782 h 605734"/>
              <a:gd name="connsiteX6" fmla="*/ 276614 w 574402"/>
              <a:gd name="connsiteY6" fmla="*/ 335710 h 605734"/>
              <a:gd name="connsiteX7" fmla="*/ 329990 w 574402"/>
              <a:gd name="connsiteY7" fmla="*/ 329823 h 605734"/>
              <a:gd name="connsiteX8" fmla="*/ 164945 w 574402"/>
              <a:gd name="connsiteY8" fmla="*/ 292282 h 605734"/>
              <a:gd name="connsiteX9" fmla="*/ 198571 w 574402"/>
              <a:gd name="connsiteY9" fmla="*/ 295781 h 605734"/>
              <a:gd name="connsiteX10" fmla="*/ 34104 w 574402"/>
              <a:gd name="connsiteY10" fmla="*/ 488736 h 605734"/>
              <a:gd name="connsiteX11" fmla="*/ 31873 w 574402"/>
              <a:gd name="connsiteY11" fmla="*/ 488736 h 605734"/>
              <a:gd name="connsiteX12" fmla="*/ 0 w 574402"/>
              <a:gd name="connsiteY12" fmla="*/ 456922 h 605734"/>
              <a:gd name="connsiteX13" fmla="*/ 164945 w 574402"/>
              <a:gd name="connsiteY13" fmla="*/ 292282 h 605734"/>
              <a:gd name="connsiteX14" fmla="*/ 157572 w 574402"/>
              <a:gd name="connsiteY14" fmla="*/ 38035 h 605734"/>
              <a:gd name="connsiteX15" fmla="*/ 133033 w 574402"/>
              <a:gd name="connsiteY15" fmla="*/ 133157 h 605734"/>
              <a:gd name="connsiteX16" fmla="*/ 157572 w 574402"/>
              <a:gd name="connsiteY16" fmla="*/ 228280 h 605734"/>
              <a:gd name="connsiteX17" fmla="*/ 69295 w 574402"/>
              <a:gd name="connsiteY17" fmla="*/ 133157 h 605734"/>
              <a:gd name="connsiteX18" fmla="*/ 157572 w 574402"/>
              <a:gd name="connsiteY18" fmla="*/ 38035 h 605734"/>
              <a:gd name="connsiteX19" fmla="*/ 329990 w 574402"/>
              <a:gd name="connsiteY19" fmla="*/ 0 h 605734"/>
              <a:gd name="connsiteX20" fmla="*/ 463332 w 574402"/>
              <a:gd name="connsiteY20" fmla="*/ 133166 h 605734"/>
              <a:gd name="connsiteX21" fmla="*/ 329990 w 574402"/>
              <a:gd name="connsiteY21" fmla="*/ 266173 h 605734"/>
              <a:gd name="connsiteX22" fmla="*/ 221341 w 574402"/>
              <a:gd name="connsiteY22" fmla="*/ 210011 h 605734"/>
              <a:gd name="connsiteX23" fmla="*/ 196807 w 574402"/>
              <a:gd name="connsiteY23" fmla="*/ 133166 h 605734"/>
              <a:gd name="connsiteX24" fmla="*/ 221341 w 574402"/>
              <a:gd name="connsiteY24" fmla="*/ 56162 h 605734"/>
              <a:gd name="connsiteX25" fmla="*/ 329990 w 574402"/>
              <a:gd name="connsiteY25" fmla="*/ 0 h 605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4402" h="605734">
                <a:moveTo>
                  <a:pt x="329990" y="329823"/>
                </a:moveTo>
                <a:cubicBezTo>
                  <a:pt x="464783" y="329823"/>
                  <a:pt x="574402" y="439296"/>
                  <a:pt x="574402" y="573910"/>
                </a:cubicBezTo>
                <a:cubicBezTo>
                  <a:pt x="574402" y="591413"/>
                  <a:pt x="560062" y="605734"/>
                  <a:pt x="542536" y="605734"/>
                </a:cubicBezTo>
                <a:lnTo>
                  <a:pt x="117603" y="605734"/>
                </a:lnTo>
                <a:cubicBezTo>
                  <a:pt x="100077" y="605734"/>
                  <a:pt x="85737" y="591413"/>
                  <a:pt x="85737" y="573910"/>
                </a:cubicBezTo>
                <a:cubicBezTo>
                  <a:pt x="85737" y="543996"/>
                  <a:pt x="91154" y="515196"/>
                  <a:pt x="101192" y="488782"/>
                </a:cubicBezTo>
                <a:cubicBezTo>
                  <a:pt x="129712" y="412246"/>
                  <a:pt x="195675" y="353850"/>
                  <a:pt x="276614" y="335710"/>
                </a:cubicBezTo>
                <a:cubicBezTo>
                  <a:pt x="293822" y="331892"/>
                  <a:pt x="311667" y="329823"/>
                  <a:pt x="329990" y="329823"/>
                </a:cubicBezTo>
                <a:close/>
                <a:moveTo>
                  <a:pt x="164945" y="292282"/>
                </a:moveTo>
                <a:cubicBezTo>
                  <a:pt x="176419" y="292282"/>
                  <a:pt x="187575" y="293395"/>
                  <a:pt x="198571" y="295781"/>
                </a:cubicBezTo>
                <a:cubicBezTo>
                  <a:pt x="119366" y="333164"/>
                  <a:pt x="58647" y="403314"/>
                  <a:pt x="34104" y="488736"/>
                </a:cubicBezTo>
                <a:lnTo>
                  <a:pt x="31873" y="488736"/>
                </a:lnTo>
                <a:cubicBezTo>
                  <a:pt x="14184" y="488736"/>
                  <a:pt x="0" y="474420"/>
                  <a:pt x="0" y="456922"/>
                </a:cubicBezTo>
                <a:cubicBezTo>
                  <a:pt x="0" y="366092"/>
                  <a:pt x="73946" y="292282"/>
                  <a:pt x="164945" y="292282"/>
                </a:cubicBezTo>
                <a:close/>
                <a:moveTo>
                  <a:pt x="157572" y="38035"/>
                </a:moveTo>
                <a:cubicBezTo>
                  <a:pt x="141956" y="66190"/>
                  <a:pt x="133033" y="98640"/>
                  <a:pt x="133033" y="133157"/>
                </a:cubicBezTo>
                <a:cubicBezTo>
                  <a:pt x="133033" y="167516"/>
                  <a:pt x="141956" y="199966"/>
                  <a:pt x="157572" y="228280"/>
                </a:cubicBezTo>
                <a:cubicBezTo>
                  <a:pt x="108335" y="224462"/>
                  <a:pt x="69295" y="183264"/>
                  <a:pt x="69295" y="133157"/>
                </a:cubicBezTo>
                <a:cubicBezTo>
                  <a:pt x="69295" y="82892"/>
                  <a:pt x="108335" y="41693"/>
                  <a:pt x="157572" y="38035"/>
                </a:cubicBezTo>
                <a:close/>
                <a:moveTo>
                  <a:pt x="329990" y="0"/>
                </a:moveTo>
                <a:cubicBezTo>
                  <a:pt x="403591" y="0"/>
                  <a:pt x="463332" y="59662"/>
                  <a:pt x="463332" y="133166"/>
                </a:cubicBezTo>
                <a:cubicBezTo>
                  <a:pt x="463332" y="206511"/>
                  <a:pt x="403591" y="266173"/>
                  <a:pt x="329990" y="266173"/>
                </a:cubicBezTo>
                <a:cubicBezTo>
                  <a:pt x="285224" y="266173"/>
                  <a:pt x="245556" y="244058"/>
                  <a:pt x="221341" y="210011"/>
                </a:cubicBezTo>
                <a:cubicBezTo>
                  <a:pt x="205888" y="188373"/>
                  <a:pt x="196807" y="161804"/>
                  <a:pt x="196807" y="133166"/>
                </a:cubicBezTo>
                <a:cubicBezTo>
                  <a:pt x="196807" y="104528"/>
                  <a:pt x="205888" y="77958"/>
                  <a:pt x="221341" y="56162"/>
                </a:cubicBezTo>
                <a:cubicBezTo>
                  <a:pt x="245556" y="22274"/>
                  <a:pt x="285224" y="0"/>
                  <a:pt x="329990" y="0"/>
                </a:cubicBezTo>
                <a:close/>
              </a:path>
            </a:pathLst>
          </a:custGeom>
          <a:solidFill>
            <a:srgbClr val="005DA2"/>
          </a:solidFill>
          <a:ln w="25400" cap="flat" cmpd="sng" algn="ctr">
            <a:noFill/>
            <a:prstDash val="solid"/>
          </a:ln>
          <a:effectLst/>
          <a:ex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kern="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BDDACAB6-F130-48D1-8533-3D83683CD7BB}"/>
              </a:ext>
            </a:extLst>
          </p:cNvPr>
          <p:cNvSpPr txBox="1"/>
          <p:nvPr/>
        </p:nvSpPr>
        <p:spPr>
          <a:xfrm>
            <a:off x="4691362" y="4445424"/>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endParaRPr kumimoji="0" lang="zh-CN" altLang="en-US" sz="1600" u="none" strike="noStrike" kern="1200" cap="none" spc="0" normalizeH="0" baseline="0" noProof="0" dirty="0">
              <a:ln>
                <a:noFill/>
              </a:ln>
              <a:solidFill>
                <a:schemeClr val="tx1">
                  <a:lumMod val="75000"/>
                  <a:lumOff val="25000"/>
                </a:schemeClr>
              </a:solidFill>
              <a:effectLst/>
              <a:uLnTx/>
              <a:uFillTx/>
              <a:latin typeface="方正正粗黑简体" panose="02000000000000000000" pitchFamily="2" charset="-122"/>
              <a:ea typeface="方正正粗黑简体" panose="02000000000000000000" pitchFamily="2" charset="-122"/>
            </a:endParaRPr>
          </a:p>
        </p:txBody>
      </p:sp>
      <p:sp>
        <p:nvSpPr>
          <p:cNvPr id="11" name="student-graduation-cap-shape_52041">
            <a:extLst>
              <a:ext uri="{FF2B5EF4-FFF2-40B4-BE49-F238E27FC236}">
                <a16:creationId xmlns:a16="http://schemas.microsoft.com/office/drawing/2014/main" id="{33AFA85B-C269-4183-A16C-03669C2C838B}"/>
              </a:ext>
            </a:extLst>
          </p:cNvPr>
          <p:cNvSpPr>
            <a:spLocks noChangeAspect="1"/>
          </p:cNvSpPr>
          <p:nvPr/>
        </p:nvSpPr>
        <p:spPr bwMode="auto">
          <a:xfrm>
            <a:off x="4204596" y="5117659"/>
            <a:ext cx="350128" cy="309162"/>
          </a:xfrm>
          <a:custGeom>
            <a:avLst/>
            <a:gdLst>
              <a:gd name="connsiteX0" fmla="*/ 198438 w 331788"/>
              <a:gd name="connsiteY0" fmla="*/ 207244 h 292969"/>
              <a:gd name="connsiteX1" fmla="*/ 301626 w 331788"/>
              <a:gd name="connsiteY1" fmla="*/ 207244 h 292969"/>
              <a:gd name="connsiteX2" fmla="*/ 301626 w 331788"/>
              <a:gd name="connsiteY2" fmla="*/ 215182 h 292969"/>
              <a:gd name="connsiteX3" fmla="*/ 198438 w 331788"/>
              <a:gd name="connsiteY3" fmla="*/ 215182 h 292969"/>
              <a:gd name="connsiteX4" fmla="*/ 198438 w 331788"/>
              <a:gd name="connsiteY4" fmla="*/ 178669 h 292969"/>
              <a:gd name="connsiteX5" fmla="*/ 301626 w 331788"/>
              <a:gd name="connsiteY5" fmla="*/ 178669 h 292969"/>
              <a:gd name="connsiteX6" fmla="*/ 301626 w 331788"/>
              <a:gd name="connsiteY6" fmla="*/ 185019 h 292969"/>
              <a:gd name="connsiteX7" fmla="*/ 198438 w 331788"/>
              <a:gd name="connsiteY7" fmla="*/ 185019 h 292969"/>
              <a:gd name="connsiteX8" fmla="*/ 50800 w 331788"/>
              <a:gd name="connsiteY8" fmla="*/ 172319 h 292969"/>
              <a:gd name="connsiteX9" fmla="*/ 139700 w 331788"/>
              <a:gd name="connsiteY9" fmla="*/ 199306 h 292969"/>
              <a:gd name="connsiteX10" fmla="*/ 139700 w 331788"/>
              <a:gd name="connsiteY10" fmla="*/ 207244 h 292969"/>
              <a:gd name="connsiteX11" fmla="*/ 50800 w 331788"/>
              <a:gd name="connsiteY11" fmla="*/ 180256 h 292969"/>
              <a:gd name="connsiteX12" fmla="*/ 198438 w 331788"/>
              <a:gd name="connsiteY12" fmla="*/ 148506 h 292969"/>
              <a:gd name="connsiteX13" fmla="*/ 301626 w 331788"/>
              <a:gd name="connsiteY13" fmla="*/ 148506 h 292969"/>
              <a:gd name="connsiteX14" fmla="*/ 301626 w 331788"/>
              <a:gd name="connsiteY14" fmla="*/ 156444 h 292969"/>
              <a:gd name="connsiteX15" fmla="*/ 198438 w 331788"/>
              <a:gd name="connsiteY15" fmla="*/ 156444 h 292969"/>
              <a:gd name="connsiteX16" fmla="*/ 50800 w 331788"/>
              <a:gd name="connsiteY16" fmla="*/ 142156 h 292969"/>
              <a:gd name="connsiteX17" fmla="*/ 139700 w 331788"/>
              <a:gd name="connsiteY17" fmla="*/ 169143 h 292969"/>
              <a:gd name="connsiteX18" fmla="*/ 139700 w 331788"/>
              <a:gd name="connsiteY18" fmla="*/ 177081 h 292969"/>
              <a:gd name="connsiteX19" fmla="*/ 50800 w 331788"/>
              <a:gd name="connsiteY19" fmla="*/ 150093 h 292969"/>
              <a:gd name="connsiteX20" fmla="*/ 196850 w 331788"/>
              <a:gd name="connsiteY20" fmla="*/ 118344 h 292969"/>
              <a:gd name="connsiteX21" fmla="*/ 301625 w 331788"/>
              <a:gd name="connsiteY21" fmla="*/ 118344 h 292969"/>
              <a:gd name="connsiteX22" fmla="*/ 301625 w 331788"/>
              <a:gd name="connsiteY22" fmla="*/ 126282 h 292969"/>
              <a:gd name="connsiteX23" fmla="*/ 196850 w 331788"/>
              <a:gd name="connsiteY23" fmla="*/ 126282 h 292969"/>
              <a:gd name="connsiteX24" fmla="*/ 50800 w 331788"/>
              <a:gd name="connsiteY24" fmla="*/ 113581 h 292969"/>
              <a:gd name="connsiteX25" fmla="*/ 139700 w 331788"/>
              <a:gd name="connsiteY25" fmla="*/ 140568 h 292969"/>
              <a:gd name="connsiteX26" fmla="*/ 139700 w 331788"/>
              <a:gd name="connsiteY26" fmla="*/ 148506 h 292969"/>
              <a:gd name="connsiteX27" fmla="*/ 50800 w 331788"/>
              <a:gd name="connsiteY27" fmla="*/ 121518 h 292969"/>
              <a:gd name="connsiteX28" fmla="*/ 95250 w 331788"/>
              <a:gd name="connsiteY28" fmla="*/ 97706 h 292969"/>
              <a:gd name="connsiteX29" fmla="*/ 139700 w 331788"/>
              <a:gd name="connsiteY29" fmla="*/ 110406 h 292969"/>
              <a:gd name="connsiteX30" fmla="*/ 139700 w 331788"/>
              <a:gd name="connsiteY30" fmla="*/ 118344 h 292969"/>
              <a:gd name="connsiteX31" fmla="*/ 95250 w 331788"/>
              <a:gd name="connsiteY31" fmla="*/ 105643 h 292969"/>
              <a:gd name="connsiteX32" fmla="*/ 196850 w 331788"/>
              <a:gd name="connsiteY32" fmla="*/ 89769 h 292969"/>
              <a:gd name="connsiteX33" fmla="*/ 301625 w 331788"/>
              <a:gd name="connsiteY33" fmla="*/ 89769 h 292969"/>
              <a:gd name="connsiteX34" fmla="*/ 301625 w 331788"/>
              <a:gd name="connsiteY34" fmla="*/ 97707 h 292969"/>
              <a:gd name="connsiteX35" fmla="*/ 196850 w 331788"/>
              <a:gd name="connsiteY35" fmla="*/ 97707 h 292969"/>
              <a:gd name="connsiteX36" fmla="*/ 95250 w 331788"/>
              <a:gd name="connsiteY36" fmla="*/ 67544 h 292969"/>
              <a:gd name="connsiteX37" fmla="*/ 139700 w 331788"/>
              <a:gd name="connsiteY37" fmla="*/ 81831 h 292969"/>
              <a:gd name="connsiteX38" fmla="*/ 139700 w 331788"/>
              <a:gd name="connsiteY38" fmla="*/ 89769 h 292969"/>
              <a:gd name="connsiteX39" fmla="*/ 95250 w 331788"/>
              <a:gd name="connsiteY39" fmla="*/ 75481 h 292969"/>
              <a:gd name="connsiteX40" fmla="*/ 68263 w 331788"/>
              <a:gd name="connsiteY40" fmla="*/ 67544 h 292969"/>
              <a:gd name="connsiteX41" fmla="*/ 61913 w 331788"/>
              <a:gd name="connsiteY41" fmla="*/ 81832 h 292969"/>
              <a:gd name="connsiteX42" fmla="*/ 71438 w 331788"/>
              <a:gd name="connsiteY42" fmla="*/ 85007 h 292969"/>
              <a:gd name="connsiteX43" fmla="*/ 61913 w 331788"/>
              <a:gd name="connsiteY43" fmla="*/ 56431 h 292969"/>
              <a:gd name="connsiteX44" fmla="*/ 71438 w 331788"/>
              <a:gd name="connsiteY44" fmla="*/ 59606 h 292969"/>
              <a:gd name="connsiteX45" fmla="*/ 84138 w 331788"/>
              <a:gd name="connsiteY45" fmla="*/ 104056 h 292969"/>
              <a:gd name="connsiteX46" fmla="*/ 76200 w 331788"/>
              <a:gd name="connsiteY46" fmla="*/ 102468 h 292969"/>
              <a:gd name="connsiteX47" fmla="*/ 74613 w 331788"/>
              <a:gd name="connsiteY47" fmla="*/ 92943 h 292969"/>
              <a:gd name="connsiteX48" fmla="*/ 60325 w 331788"/>
              <a:gd name="connsiteY48" fmla="*/ 89768 h 292969"/>
              <a:gd name="connsiteX49" fmla="*/ 58737 w 331788"/>
              <a:gd name="connsiteY49" fmla="*/ 96118 h 292969"/>
              <a:gd name="connsiteX50" fmla="*/ 53975 w 331788"/>
              <a:gd name="connsiteY50" fmla="*/ 96118 h 292969"/>
              <a:gd name="connsiteX51" fmla="*/ 50800 w 331788"/>
              <a:gd name="connsiteY51" fmla="*/ 94531 h 292969"/>
              <a:gd name="connsiteX52" fmla="*/ 171450 w 331788"/>
              <a:gd name="connsiteY52" fmla="*/ 54844 h 292969"/>
              <a:gd name="connsiteX53" fmla="*/ 171450 w 331788"/>
              <a:gd name="connsiteY53" fmla="*/ 248519 h 292969"/>
              <a:gd name="connsiteX54" fmla="*/ 320675 w 331788"/>
              <a:gd name="connsiteY54" fmla="*/ 248519 h 292969"/>
              <a:gd name="connsiteX55" fmla="*/ 320675 w 331788"/>
              <a:gd name="connsiteY55" fmla="*/ 54844 h 292969"/>
              <a:gd name="connsiteX56" fmla="*/ 215900 w 331788"/>
              <a:gd name="connsiteY56" fmla="*/ 54844 h 292969"/>
              <a:gd name="connsiteX57" fmla="*/ 215900 w 331788"/>
              <a:gd name="connsiteY57" fmla="*/ 75481 h 292969"/>
              <a:gd name="connsiteX58" fmla="*/ 206375 w 331788"/>
              <a:gd name="connsiteY58" fmla="*/ 67544 h 292969"/>
              <a:gd name="connsiteX59" fmla="*/ 195262 w 331788"/>
              <a:gd name="connsiteY59" fmla="*/ 75481 h 292969"/>
              <a:gd name="connsiteX60" fmla="*/ 195262 w 331788"/>
              <a:gd name="connsiteY60" fmla="*/ 54844 h 292969"/>
              <a:gd name="connsiteX61" fmla="*/ 33338 w 331788"/>
              <a:gd name="connsiteY61" fmla="*/ 13569 h 292969"/>
              <a:gd name="connsiteX62" fmla="*/ 33338 w 331788"/>
              <a:gd name="connsiteY62" fmla="*/ 42144 h 292969"/>
              <a:gd name="connsiteX63" fmla="*/ 33338 w 331788"/>
              <a:gd name="connsiteY63" fmla="*/ 207244 h 292969"/>
              <a:gd name="connsiteX64" fmla="*/ 160338 w 331788"/>
              <a:gd name="connsiteY64" fmla="*/ 245344 h 292969"/>
              <a:gd name="connsiteX65" fmla="*/ 160338 w 331788"/>
              <a:gd name="connsiteY65" fmla="*/ 53256 h 292969"/>
              <a:gd name="connsiteX66" fmla="*/ 146050 w 331788"/>
              <a:gd name="connsiteY66" fmla="*/ 48494 h 292969"/>
              <a:gd name="connsiteX67" fmla="*/ 128588 w 331788"/>
              <a:gd name="connsiteY67" fmla="*/ 42144 h 292969"/>
              <a:gd name="connsiteX68" fmla="*/ 23329 w 331788"/>
              <a:gd name="connsiteY68" fmla="*/ 575 h 292969"/>
              <a:gd name="connsiteX69" fmla="*/ 28513 w 331788"/>
              <a:gd name="connsiteY69" fmla="*/ 575 h 292969"/>
              <a:gd name="connsiteX70" fmla="*/ 167190 w 331788"/>
              <a:gd name="connsiteY70" fmla="*/ 41975 h 292969"/>
              <a:gd name="connsiteX71" fmla="*/ 326604 w 331788"/>
              <a:gd name="connsiteY71" fmla="*/ 41975 h 292969"/>
              <a:gd name="connsiteX72" fmla="*/ 331788 w 331788"/>
              <a:gd name="connsiteY72" fmla="*/ 48444 h 292969"/>
              <a:gd name="connsiteX73" fmla="*/ 331788 w 331788"/>
              <a:gd name="connsiteY73" fmla="*/ 252862 h 292969"/>
              <a:gd name="connsiteX74" fmla="*/ 326604 w 331788"/>
              <a:gd name="connsiteY74" fmla="*/ 258037 h 292969"/>
              <a:gd name="connsiteX75" fmla="*/ 206072 w 331788"/>
              <a:gd name="connsiteY75" fmla="*/ 258037 h 292969"/>
              <a:gd name="connsiteX76" fmla="*/ 206072 w 331788"/>
              <a:gd name="connsiteY76" fmla="*/ 281325 h 292969"/>
              <a:gd name="connsiteX77" fmla="*/ 228104 w 331788"/>
              <a:gd name="connsiteY77" fmla="*/ 281325 h 292969"/>
              <a:gd name="connsiteX78" fmla="*/ 228104 w 331788"/>
              <a:gd name="connsiteY78" fmla="*/ 292969 h 292969"/>
              <a:gd name="connsiteX79" fmla="*/ 103684 w 331788"/>
              <a:gd name="connsiteY79" fmla="*/ 292969 h 292969"/>
              <a:gd name="connsiteX80" fmla="*/ 103684 w 331788"/>
              <a:gd name="connsiteY80" fmla="*/ 281325 h 292969"/>
              <a:gd name="connsiteX81" fmla="*/ 125716 w 331788"/>
              <a:gd name="connsiteY81" fmla="*/ 281325 h 292969"/>
              <a:gd name="connsiteX82" fmla="*/ 125716 w 331788"/>
              <a:gd name="connsiteY82" fmla="*/ 258037 h 292969"/>
              <a:gd name="connsiteX83" fmla="*/ 5184 w 331788"/>
              <a:gd name="connsiteY83" fmla="*/ 258037 h 292969"/>
              <a:gd name="connsiteX84" fmla="*/ 0 w 331788"/>
              <a:gd name="connsiteY84" fmla="*/ 252862 h 292969"/>
              <a:gd name="connsiteX85" fmla="*/ 0 w 331788"/>
              <a:gd name="connsiteY85" fmla="*/ 48444 h 292969"/>
              <a:gd name="connsiteX86" fmla="*/ 5184 w 331788"/>
              <a:gd name="connsiteY86" fmla="*/ 41975 h 292969"/>
              <a:gd name="connsiteX87" fmla="*/ 20737 w 331788"/>
              <a:gd name="connsiteY87" fmla="*/ 41975 h 292969"/>
              <a:gd name="connsiteX88" fmla="*/ 20737 w 331788"/>
              <a:gd name="connsiteY88" fmla="*/ 5750 h 292969"/>
              <a:gd name="connsiteX89" fmla="*/ 23329 w 331788"/>
              <a:gd name="connsiteY89" fmla="*/ 575 h 292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331788" h="292969">
                <a:moveTo>
                  <a:pt x="198438" y="207244"/>
                </a:moveTo>
                <a:lnTo>
                  <a:pt x="301626" y="207244"/>
                </a:lnTo>
                <a:lnTo>
                  <a:pt x="301626" y="215182"/>
                </a:lnTo>
                <a:lnTo>
                  <a:pt x="198438" y="215182"/>
                </a:lnTo>
                <a:close/>
                <a:moveTo>
                  <a:pt x="198438" y="178669"/>
                </a:moveTo>
                <a:lnTo>
                  <a:pt x="301626" y="178669"/>
                </a:lnTo>
                <a:lnTo>
                  <a:pt x="301626" y="185019"/>
                </a:lnTo>
                <a:lnTo>
                  <a:pt x="198438" y="185019"/>
                </a:lnTo>
                <a:close/>
                <a:moveTo>
                  <a:pt x="50800" y="172319"/>
                </a:moveTo>
                <a:lnTo>
                  <a:pt x="139700" y="199306"/>
                </a:lnTo>
                <a:lnTo>
                  <a:pt x="139700" y="207244"/>
                </a:lnTo>
                <a:lnTo>
                  <a:pt x="50800" y="180256"/>
                </a:lnTo>
                <a:close/>
                <a:moveTo>
                  <a:pt x="198438" y="148506"/>
                </a:moveTo>
                <a:lnTo>
                  <a:pt x="301626" y="148506"/>
                </a:lnTo>
                <a:lnTo>
                  <a:pt x="301626" y="156444"/>
                </a:lnTo>
                <a:lnTo>
                  <a:pt x="198438" y="156444"/>
                </a:lnTo>
                <a:close/>
                <a:moveTo>
                  <a:pt x="50800" y="142156"/>
                </a:moveTo>
                <a:lnTo>
                  <a:pt x="139700" y="169143"/>
                </a:lnTo>
                <a:lnTo>
                  <a:pt x="139700" y="177081"/>
                </a:lnTo>
                <a:lnTo>
                  <a:pt x="50800" y="150093"/>
                </a:lnTo>
                <a:close/>
                <a:moveTo>
                  <a:pt x="196850" y="118344"/>
                </a:moveTo>
                <a:lnTo>
                  <a:pt x="301625" y="118344"/>
                </a:lnTo>
                <a:lnTo>
                  <a:pt x="301625" y="126282"/>
                </a:lnTo>
                <a:lnTo>
                  <a:pt x="196850" y="126282"/>
                </a:lnTo>
                <a:close/>
                <a:moveTo>
                  <a:pt x="50800" y="113581"/>
                </a:moveTo>
                <a:lnTo>
                  <a:pt x="139700" y="140568"/>
                </a:lnTo>
                <a:lnTo>
                  <a:pt x="139700" y="148506"/>
                </a:lnTo>
                <a:lnTo>
                  <a:pt x="50800" y="121518"/>
                </a:lnTo>
                <a:close/>
                <a:moveTo>
                  <a:pt x="95250" y="97706"/>
                </a:moveTo>
                <a:lnTo>
                  <a:pt x="139700" y="110406"/>
                </a:lnTo>
                <a:lnTo>
                  <a:pt x="139700" y="118344"/>
                </a:lnTo>
                <a:lnTo>
                  <a:pt x="95250" y="105643"/>
                </a:lnTo>
                <a:close/>
                <a:moveTo>
                  <a:pt x="196850" y="89769"/>
                </a:moveTo>
                <a:lnTo>
                  <a:pt x="301625" y="89769"/>
                </a:lnTo>
                <a:lnTo>
                  <a:pt x="301625" y="97707"/>
                </a:lnTo>
                <a:lnTo>
                  <a:pt x="196850" y="97707"/>
                </a:lnTo>
                <a:close/>
                <a:moveTo>
                  <a:pt x="95250" y="67544"/>
                </a:moveTo>
                <a:lnTo>
                  <a:pt x="139700" y="81831"/>
                </a:lnTo>
                <a:lnTo>
                  <a:pt x="139700" y="89769"/>
                </a:lnTo>
                <a:lnTo>
                  <a:pt x="95250" y="75481"/>
                </a:lnTo>
                <a:close/>
                <a:moveTo>
                  <a:pt x="68263" y="67544"/>
                </a:moveTo>
                <a:lnTo>
                  <a:pt x="61913" y="81832"/>
                </a:lnTo>
                <a:lnTo>
                  <a:pt x="71438" y="85007"/>
                </a:lnTo>
                <a:close/>
                <a:moveTo>
                  <a:pt x="61913" y="56431"/>
                </a:moveTo>
                <a:lnTo>
                  <a:pt x="71438" y="59606"/>
                </a:lnTo>
                <a:lnTo>
                  <a:pt x="84138" y="104056"/>
                </a:lnTo>
                <a:lnTo>
                  <a:pt x="76200" y="102468"/>
                </a:lnTo>
                <a:lnTo>
                  <a:pt x="74613" y="92943"/>
                </a:lnTo>
                <a:lnTo>
                  <a:pt x="60325" y="89768"/>
                </a:lnTo>
                <a:lnTo>
                  <a:pt x="58737" y="96118"/>
                </a:lnTo>
                <a:lnTo>
                  <a:pt x="53975" y="96118"/>
                </a:lnTo>
                <a:lnTo>
                  <a:pt x="50800" y="94531"/>
                </a:lnTo>
                <a:close/>
                <a:moveTo>
                  <a:pt x="171450" y="54844"/>
                </a:moveTo>
                <a:lnTo>
                  <a:pt x="171450" y="248519"/>
                </a:lnTo>
                <a:lnTo>
                  <a:pt x="320675" y="248519"/>
                </a:lnTo>
                <a:lnTo>
                  <a:pt x="320675" y="54844"/>
                </a:lnTo>
                <a:lnTo>
                  <a:pt x="215900" y="54844"/>
                </a:lnTo>
                <a:lnTo>
                  <a:pt x="215900" y="75481"/>
                </a:lnTo>
                <a:lnTo>
                  <a:pt x="206375" y="67544"/>
                </a:lnTo>
                <a:lnTo>
                  <a:pt x="195262" y="75481"/>
                </a:lnTo>
                <a:lnTo>
                  <a:pt x="195262" y="54844"/>
                </a:lnTo>
                <a:close/>
                <a:moveTo>
                  <a:pt x="33338" y="13569"/>
                </a:moveTo>
                <a:lnTo>
                  <a:pt x="33338" y="42144"/>
                </a:lnTo>
                <a:lnTo>
                  <a:pt x="33338" y="207244"/>
                </a:lnTo>
                <a:lnTo>
                  <a:pt x="160338" y="245344"/>
                </a:lnTo>
                <a:lnTo>
                  <a:pt x="160338" y="53256"/>
                </a:lnTo>
                <a:lnTo>
                  <a:pt x="146050" y="48494"/>
                </a:lnTo>
                <a:lnTo>
                  <a:pt x="128588" y="42144"/>
                </a:lnTo>
                <a:close/>
                <a:moveTo>
                  <a:pt x="23329" y="575"/>
                </a:moveTo>
                <a:cubicBezTo>
                  <a:pt x="24625" y="575"/>
                  <a:pt x="27217" y="-719"/>
                  <a:pt x="28513" y="575"/>
                </a:cubicBezTo>
                <a:cubicBezTo>
                  <a:pt x="28513" y="575"/>
                  <a:pt x="28513" y="575"/>
                  <a:pt x="167190" y="41975"/>
                </a:cubicBezTo>
                <a:cubicBezTo>
                  <a:pt x="167190" y="41975"/>
                  <a:pt x="167190" y="41975"/>
                  <a:pt x="326604" y="41975"/>
                </a:cubicBezTo>
                <a:cubicBezTo>
                  <a:pt x="329196" y="41975"/>
                  <a:pt x="331788" y="44563"/>
                  <a:pt x="331788" y="48444"/>
                </a:cubicBezTo>
                <a:cubicBezTo>
                  <a:pt x="331788" y="48444"/>
                  <a:pt x="331788" y="48444"/>
                  <a:pt x="331788" y="252862"/>
                </a:cubicBezTo>
                <a:cubicBezTo>
                  <a:pt x="331788" y="255450"/>
                  <a:pt x="329196" y="258037"/>
                  <a:pt x="326604" y="258037"/>
                </a:cubicBezTo>
                <a:cubicBezTo>
                  <a:pt x="326604" y="258037"/>
                  <a:pt x="326604" y="258037"/>
                  <a:pt x="206072" y="258037"/>
                </a:cubicBezTo>
                <a:cubicBezTo>
                  <a:pt x="206072" y="258037"/>
                  <a:pt x="206072" y="258037"/>
                  <a:pt x="206072" y="281325"/>
                </a:cubicBezTo>
                <a:cubicBezTo>
                  <a:pt x="206072" y="281325"/>
                  <a:pt x="206072" y="281325"/>
                  <a:pt x="228104" y="281325"/>
                </a:cubicBezTo>
                <a:cubicBezTo>
                  <a:pt x="228104" y="281325"/>
                  <a:pt x="228104" y="281325"/>
                  <a:pt x="228104" y="292969"/>
                </a:cubicBezTo>
                <a:cubicBezTo>
                  <a:pt x="228104" y="292969"/>
                  <a:pt x="228104" y="292969"/>
                  <a:pt x="103684" y="292969"/>
                </a:cubicBezTo>
                <a:cubicBezTo>
                  <a:pt x="103684" y="292969"/>
                  <a:pt x="103684" y="292969"/>
                  <a:pt x="103684" y="281325"/>
                </a:cubicBezTo>
                <a:cubicBezTo>
                  <a:pt x="103684" y="281325"/>
                  <a:pt x="103684" y="281325"/>
                  <a:pt x="125716" y="281325"/>
                </a:cubicBezTo>
                <a:cubicBezTo>
                  <a:pt x="125716" y="281325"/>
                  <a:pt x="125716" y="281325"/>
                  <a:pt x="125716" y="258037"/>
                </a:cubicBezTo>
                <a:cubicBezTo>
                  <a:pt x="125716" y="258037"/>
                  <a:pt x="125716" y="258037"/>
                  <a:pt x="5184" y="258037"/>
                </a:cubicBezTo>
                <a:cubicBezTo>
                  <a:pt x="2592" y="258037"/>
                  <a:pt x="0" y="255450"/>
                  <a:pt x="0" y="252862"/>
                </a:cubicBezTo>
                <a:cubicBezTo>
                  <a:pt x="0" y="252862"/>
                  <a:pt x="0" y="252862"/>
                  <a:pt x="0" y="48444"/>
                </a:cubicBezTo>
                <a:cubicBezTo>
                  <a:pt x="0" y="44563"/>
                  <a:pt x="2592" y="41975"/>
                  <a:pt x="5184" y="41975"/>
                </a:cubicBezTo>
                <a:cubicBezTo>
                  <a:pt x="5184" y="41975"/>
                  <a:pt x="5184" y="41975"/>
                  <a:pt x="20737" y="41975"/>
                </a:cubicBezTo>
                <a:cubicBezTo>
                  <a:pt x="20737" y="41975"/>
                  <a:pt x="20737" y="41975"/>
                  <a:pt x="20737" y="5750"/>
                </a:cubicBezTo>
                <a:cubicBezTo>
                  <a:pt x="20737" y="4456"/>
                  <a:pt x="22033" y="1868"/>
                  <a:pt x="23329" y="575"/>
                </a:cubicBezTo>
                <a:close/>
              </a:path>
            </a:pathLst>
          </a:custGeom>
          <a:solidFill>
            <a:srgbClr val="005D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latin typeface="微软雅黑" pitchFamily="34" charset="-122"/>
              <a:ea typeface="微软雅黑" pitchFamily="34" charset="-122"/>
            </a:endParaRPr>
          </a:p>
        </p:txBody>
      </p:sp>
      <p:sp>
        <p:nvSpPr>
          <p:cNvPr id="12" name="文本框 11">
            <a:extLst>
              <a:ext uri="{FF2B5EF4-FFF2-40B4-BE49-F238E27FC236}">
                <a16:creationId xmlns:a16="http://schemas.microsoft.com/office/drawing/2014/main" id="{C3F554EE-D71B-4C15-B423-57C5B145D898}"/>
              </a:ext>
            </a:extLst>
          </p:cNvPr>
          <p:cNvSpPr txBox="1"/>
          <p:nvPr/>
        </p:nvSpPr>
        <p:spPr>
          <a:xfrm>
            <a:off x="4691362" y="5097177"/>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sp>
        <p:nvSpPr>
          <p:cNvPr id="13" name="student-graduation-cap-shape_52041">
            <a:extLst>
              <a:ext uri="{FF2B5EF4-FFF2-40B4-BE49-F238E27FC236}">
                <a16:creationId xmlns:a16="http://schemas.microsoft.com/office/drawing/2014/main" id="{215AECE4-95F0-4769-B89D-DD2A58B1D24E}"/>
              </a:ext>
            </a:extLst>
          </p:cNvPr>
          <p:cNvSpPr>
            <a:spLocks noChangeAspect="1"/>
          </p:cNvSpPr>
          <p:nvPr/>
        </p:nvSpPr>
        <p:spPr bwMode="auto">
          <a:xfrm>
            <a:off x="6789346" y="4445651"/>
            <a:ext cx="276839" cy="350126"/>
          </a:xfrm>
          <a:custGeom>
            <a:avLst/>
            <a:gdLst>
              <a:gd name="connsiteX0" fmla="*/ 147390 w 478363"/>
              <a:gd name="connsiteY0" fmla="*/ 384975 h 604998"/>
              <a:gd name="connsiteX1" fmla="*/ 120362 w 478363"/>
              <a:gd name="connsiteY1" fmla="*/ 463235 h 604998"/>
              <a:gd name="connsiteX2" fmla="*/ 157397 w 478363"/>
              <a:gd name="connsiteY2" fmla="*/ 460340 h 604998"/>
              <a:gd name="connsiteX3" fmla="*/ 239173 w 478363"/>
              <a:gd name="connsiteY3" fmla="*/ 560851 h 604998"/>
              <a:gd name="connsiteX4" fmla="*/ 239188 w 478363"/>
              <a:gd name="connsiteY4" fmla="*/ 560895 h 604998"/>
              <a:gd name="connsiteX5" fmla="*/ 239194 w 478363"/>
              <a:gd name="connsiteY5" fmla="*/ 560877 h 604998"/>
              <a:gd name="connsiteX6" fmla="*/ 239228 w 478363"/>
              <a:gd name="connsiteY6" fmla="*/ 560919 h 604998"/>
              <a:gd name="connsiteX7" fmla="*/ 320966 w 478363"/>
              <a:gd name="connsiteY7" fmla="*/ 460433 h 604998"/>
              <a:gd name="connsiteX8" fmla="*/ 358001 w 478363"/>
              <a:gd name="connsiteY8" fmla="*/ 463328 h 604998"/>
              <a:gd name="connsiteX9" fmla="*/ 331441 w 478363"/>
              <a:gd name="connsiteY9" fmla="*/ 385162 h 604998"/>
              <a:gd name="connsiteX10" fmla="*/ 345843 w 478363"/>
              <a:gd name="connsiteY10" fmla="*/ 392726 h 604998"/>
              <a:gd name="connsiteX11" fmla="*/ 430012 w 478363"/>
              <a:gd name="connsiteY11" fmla="*/ 434191 h 604998"/>
              <a:gd name="connsiteX12" fmla="*/ 471910 w 478363"/>
              <a:gd name="connsiteY12" fmla="*/ 489570 h 604998"/>
              <a:gd name="connsiteX13" fmla="*/ 478363 w 478363"/>
              <a:gd name="connsiteY13" fmla="*/ 525338 h 604998"/>
              <a:gd name="connsiteX14" fmla="*/ 239228 w 478363"/>
              <a:gd name="connsiteY14" fmla="*/ 604998 h 604998"/>
              <a:gd name="connsiteX15" fmla="*/ 0 w 478363"/>
              <a:gd name="connsiteY15" fmla="*/ 525338 h 604998"/>
              <a:gd name="connsiteX16" fmla="*/ 6547 w 478363"/>
              <a:gd name="connsiteY16" fmla="*/ 489570 h 604998"/>
              <a:gd name="connsiteX17" fmla="*/ 48444 w 478363"/>
              <a:gd name="connsiteY17" fmla="*/ 434191 h 604998"/>
              <a:gd name="connsiteX18" fmla="*/ 130556 w 478363"/>
              <a:gd name="connsiteY18" fmla="*/ 393567 h 604998"/>
              <a:gd name="connsiteX19" fmla="*/ 229992 w 478363"/>
              <a:gd name="connsiteY19" fmla="*/ 14 h 604998"/>
              <a:gd name="connsiteX20" fmla="*/ 286137 w 478363"/>
              <a:gd name="connsiteY20" fmla="*/ 23255 h 604998"/>
              <a:gd name="connsiteX21" fmla="*/ 374985 w 478363"/>
              <a:gd name="connsiteY21" fmla="*/ 195621 h 604998"/>
              <a:gd name="connsiteX22" fmla="*/ 418100 w 478363"/>
              <a:gd name="connsiteY22" fmla="*/ 306081 h 604998"/>
              <a:gd name="connsiteX23" fmla="*/ 305777 w 478363"/>
              <a:gd name="connsiteY23" fmla="*/ 340535 h 604998"/>
              <a:gd name="connsiteX24" fmla="*/ 305777 w 478363"/>
              <a:gd name="connsiteY24" fmla="*/ 364625 h 604998"/>
              <a:gd name="connsiteX25" fmla="*/ 305871 w 478363"/>
              <a:gd name="connsiteY25" fmla="*/ 366306 h 604998"/>
              <a:gd name="connsiteX26" fmla="*/ 239194 w 478363"/>
              <a:gd name="connsiteY26" fmla="*/ 560877 h 604998"/>
              <a:gd name="connsiteX27" fmla="*/ 239173 w 478363"/>
              <a:gd name="connsiteY27" fmla="*/ 560851 h 604998"/>
              <a:gd name="connsiteX28" fmla="*/ 172318 w 478363"/>
              <a:gd name="connsiteY28" fmla="*/ 365933 h 604998"/>
              <a:gd name="connsiteX29" fmla="*/ 172318 w 478363"/>
              <a:gd name="connsiteY29" fmla="*/ 341282 h 604998"/>
              <a:gd name="connsiteX30" fmla="*/ 58499 w 478363"/>
              <a:gd name="connsiteY30" fmla="*/ 304493 h 604998"/>
              <a:gd name="connsiteX31" fmla="*/ 105635 w 478363"/>
              <a:gd name="connsiteY31" fmla="*/ 171251 h 604998"/>
              <a:gd name="connsiteX32" fmla="*/ 186440 w 478363"/>
              <a:gd name="connsiteY32" fmla="*/ 8315 h 604998"/>
              <a:gd name="connsiteX33" fmla="*/ 229992 w 478363"/>
              <a:gd name="connsiteY33" fmla="*/ 14 h 60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78363" h="604998">
                <a:moveTo>
                  <a:pt x="147390" y="384975"/>
                </a:moveTo>
                <a:lnTo>
                  <a:pt x="120362" y="463235"/>
                </a:lnTo>
                <a:lnTo>
                  <a:pt x="157397" y="460340"/>
                </a:lnTo>
                <a:lnTo>
                  <a:pt x="239173" y="560851"/>
                </a:lnTo>
                <a:lnTo>
                  <a:pt x="239188" y="560895"/>
                </a:lnTo>
                <a:lnTo>
                  <a:pt x="239194" y="560877"/>
                </a:lnTo>
                <a:lnTo>
                  <a:pt x="239228" y="560919"/>
                </a:lnTo>
                <a:lnTo>
                  <a:pt x="320966" y="460433"/>
                </a:lnTo>
                <a:lnTo>
                  <a:pt x="358001" y="463328"/>
                </a:lnTo>
                <a:lnTo>
                  <a:pt x="331441" y="385162"/>
                </a:lnTo>
                <a:cubicBezTo>
                  <a:pt x="336210" y="387777"/>
                  <a:pt x="340980" y="390392"/>
                  <a:pt x="345843" y="392726"/>
                </a:cubicBezTo>
                <a:lnTo>
                  <a:pt x="430012" y="434191"/>
                </a:lnTo>
                <a:cubicBezTo>
                  <a:pt x="451896" y="445024"/>
                  <a:pt x="467514" y="465569"/>
                  <a:pt x="471910" y="489570"/>
                </a:cubicBezTo>
                <a:lnTo>
                  <a:pt x="478363" y="525338"/>
                </a:lnTo>
                <a:cubicBezTo>
                  <a:pt x="416265" y="574647"/>
                  <a:pt x="332002" y="604998"/>
                  <a:pt x="239228" y="604998"/>
                </a:cubicBezTo>
                <a:cubicBezTo>
                  <a:pt x="146455" y="604998"/>
                  <a:pt x="62098" y="574647"/>
                  <a:pt x="0" y="525338"/>
                </a:cubicBezTo>
                <a:lnTo>
                  <a:pt x="6547" y="489570"/>
                </a:lnTo>
                <a:cubicBezTo>
                  <a:pt x="10849" y="465569"/>
                  <a:pt x="26467" y="445024"/>
                  <a:pt x="48444" y="434191"/>
                </a:cubicBezTo>
                <a:lnTo>
                  <a:pt x="130556" y="393567"/>
                </a:lnTo>
                <a:close/>
                <a:moveTo>
                  <a:pt x="229992" y="14"/>
                </a:moveTo>
                <a:cubicBezTo>
                  <a:pt x="267356" y="670"/>
                  <a:pt x="286137" y="23255"/>
                  <a:pt x="286137" y="23255"/>
                </a:cubicBezTo>
                <a:cubicBezTo>
                  <a:pt x="363108" y="16159"/>
                  <a:pt x="384431" y="100007"/>
                  <a:pt x="374985" y="195621"/>
                </a:cubicBezTo>
                <a:cubicBezTo>
                  <a:pt x="365446" y="291141"/>
                  <a:pt x="418100" y="306081"/>
                  <a:pt x="418100" y="306081"/>
                </a:cubicBezTo>
                <a:cubicBezTo>
                  <a:pt x="381906" y="342963"/>
                  <a:pt x="305777" y="340535"/>
                  <a:pt x="305777" y="340535"/>
                </a:cubicBezTo>
                <a:lnTo>
                  <a:pt x="305777" y="364625"/>
                </a:lnTo>
                <a:lnTo>
                  <a:pt x="305871" y="366306"/>
                </a:lnTo>
                <a:lnTo>
                  <a:pt x="239194" y="560877"/>
                </a:lnTo>
                <a:lnTo>
                  <a:pt x="239173" y="560851"/>
                </a:lnTo>
                <a:lnTo>
                  <a:pt x="172318" y="365933"/>
                </a:lnTo>
                <a:lnTo>
                  <a:pt x="172318" y="341282"/>
                </a:lnTo>
                <a:cubicBezTo>
                  <a:pt x="84405" y="342029"/>
                  <a:pt x="58499" y="304493"/>
                  <a:pt x="58499" y="304493"/>
                </a:cubicBezTo>
                <a:cubicBezTo>
                  <a:pt x="58499" y="304493"/>
                  <a:pt x="108722" y="303746"/>
                  <a:pt x="105635" y="171251"/>
                </a:cubicBezTo>
                <a:cubicBezTo>
                  <a:pt x="102455" y="38755"/>
                  <a:pt x="163620" y="16999"/>
                  <a:pt x="186440" y="8315"/>
                </a:cubicBezTo>
                <a:cubicBezTo>
                  <a:pt x="203017" y="2013"/>
                  <a:pt x="217537" y="-205"/>
                  <a:pt x="229992" y="14"/>
                </a:cubicBezTo>
                <a:close/>
              </a:path>
            </a:pathLst>
          </a:custGeom>
          <a:solidFill>
            <a:srgbClr val="005DA2"/>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816337"/>
            <a:endParaRPr lang="zh-CN" altLang="en-US" sz="1600" kern="0">
              <a:solidFill>
                <a:schemeClr val="tx1">
                  <a:lumMod val="75000"/>
                  <a:lumOff val="25000"/>
                </a:schemeClr>
              </a:solidFill>
            </a:endParaRPr>
          </a:p>
        </p:txBody>
      </p:sp>
      <p:sp>
        <p:nvSpPr>
          <p:cNvPr id="14" name="文本框 13">
            <a:extLst>
              <a:ext uri="{FF2B5EF4-FFF2-40B4-BE49-F238E27FC236}">
                <a16:creationId xmlns:a16="http://schemas.microsoft.com/office/drawing/2014/main" id="{8024DA27-9431-4155-BA0D-3F60B297C267}"/>
              </a:ext>
            </a:extLst>
          </p:cNvPr>
          <p:cNvSpPr txBox="1"/>
          <p:nvPr/>
        </p:nvSpPr>
        <p:spPr>
          <a:xfrm>
            <a:off x="7239468" y="4445650"/>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sp>
        <p:nvSpPr>
          <p:cNvPr id="15" name="student-graduation-cap-shape_52041">
            <a:extLst>
              <a:ext uri="{FF2B5EF4-FFF2-40B4-BE49-F238E27FC236}">
                <a16:creationId xmlns:a16="http://schemas.microsoft.com/office/drawing/2014/main" id="{2A8C1FB2-1C27-469B-802F-E021A9E552FB}"/>
              </a:ext>
            </a:extLst>
          </p:cNvPr>
          <p:cNvSpPr>
            <a:spLocks noChangeAspect="1"/>
          </p:cNvSpPr>
          <p:nvPr/>
        </p:nvSpPr>
        <p:spPr bwMode="auto">
          <a:xfrm>
            <a:off x="6752703" y="5099049"/>
            <a:ext cx="350126" cy="346838"/>
          </a:xfrm>
          <a:custGeom>
            <a:avLst/>
            <a:gdLst>
              <a:gd name="connsiteX0" fmla="*/ 248024 w 338138"/>
              <a:gd name="connsiteY0" fmla="*/ 246062 h 334963"/>
              <a:gd name="connsiteX1" fmla="*/ 266327 w 338138"/>
              <a:gd name="connsiteY1" fmla="*/ 246062 h 334963"/>
              <a:gd name="connsiteX2" fmla="*/ 279400 w 338138"/>
              <a:gd name="connsiteY2" fmla="*/ 260350 h 334963"/>
              <a:gd name="connsiteX3" fmla="*/ 266327 w 338138"/>
              <a:gd name="connsiteY3" fmla="*/ 274637 h 334963"/>
              <a:gd name="connsiteX4" fmla="*/ 248024 w 338138"/>
              <a:gd name="connsiteY4" fmla="*/ 274637 h 334963"/>
              <a:gd name="connsiteX5" fmla="*/ 234950 w 338138"/>
              <a:gd name="connsiteY5" fmla="*/ 260350 h 334963"/>
              <a:gd name="connsiteX6" fmla="*/ 248024 w 338138"/>
              <a:gd name="connsiteY6" fmla="*/ 246062 h 334963"/>
              <a:gd name="connsiteX7" fmla="*/ 160519 w 338138"/>
              <a:gd name="connsiteY7" fmla="*/ 246062 h 334963"/>
              <a:gd name="connsiteX8" fmla="*/ 177619 w 338138"/>
              <a:gd name="connsiteY8" fmla="*/ 246062 h 334963"/>
              <a:gd name="connsiteX9" fmla="*/ 192088 w 338138"/>
              <a:gd name="connsiteY9" fmla="*/ 260350 h 334963"/>
              <a:gd name="connsiteX10" fmla="*/ 177619 w 338138"/>
              <a:gd name="connsiteY10" fmla="*/ 274637 h 334963"/>
              <a:gd name="connsiteX11" fmla="*/ 160519 w 338138"/>
              <a:gd name="connsiteY11" fmla="*/ 274637 h 334963"/>
              <a:gd name="connsiteX12" fmla="*/ 146050 w 338138"/>
              <a:gd name="connsiteY12" fmla="*/ 260350 h 334963"/>
              <a:gd name="connsiteX13" fmla="*/ 160519 w 338138"/>
              <a:gd name="connsiteY13" fmla="*/ 246062 h 334963"/>
              <a:gd name="connsiteX14" fmla="*/ 71811 w 338138"/>
              <a:gd name="connsiteY14" fmla="*/ 246062 h 334963"/>
              <a:gd name="connsiteX15" fmla="*/ 90114 w 338138"/>
              <a:gd name="connsiteY15" fmla="*/ 246062 h 334963"/>
              <a:gd name="connsiteX16" fmla="*/ 103188 w 338138"/>
              <a:gd name="connsiteY16" fmla="*/ 260350 h 334963"/>
              <a:gd name="connsiteX17" fmla="*/ 90114 w 338138"/>
              <a:gd name="connsiteY17" fmla="*/ 274637 h 334963"/>
              <a:gd name="connsiteX18" fmla="*/ 71811 w 338138"/>
              <a:gd name="connsiteY18" fmla="*/ 274637 h 334963"/>
              <a:gd name="connsiteX19" fmla="*/ 58738 w 338138"/>
              <a:gd name="connsiteY19" fmla="*/ 260350 h 334963"/>
              <a:gd name="connsiteX20" fmla="*/ 71811 w 338138"/>
              <a:gd name="connsiteY20" fmla="*/ 246062 h 334963"/>
              <a:gd name="connsiteX21" fmla="*/ 248024 w 338138"/>
              <a:gd name="connsiteY21" fmla="*/ 185737 h 334963"/>
              <a:gd name="connsiteX22" fmla="*/ 266327 w 338138"/>
              <a:gd name="connsiteY22" fmla="*/ 185737 h 334963"/>
              <a:gd name="connsiteX23" fmla="*/ 279400 w 338138"/>
              <a:gd name="connsiteY23" fmla="*/ 200024 h 334963"/>
              <a:gd name="connsiteX24" fmla="*/ 266327 w 338138"/>
              <a:gd name="connsiteY24" fmla="*/ 214312 h 334963"/>
              <a:gd name="connsiteX25" fmla="*/ 248024 w 338138"/>
              <a:gd name="connsiteY25" fmla="*/ 214312 h 334963"/>
              <a:gd name="connsiteX26" fmla="*/ 234950 w 338138"/>
              <a:gd name="connsiteY26" fmla="*/ 200024 h 334963"/>
              <a:gd name="connsiteX27" fmla="*/ 248024 w 338138"/>
              <a:gd name="connsiteY27" fmla="*/ 185737 h 334963"/>
              <a:gd name="connsiteX28" fmla="*/ 160519 w 338138"/>
              <a:gd name="connsiteY28" fmla="*/ 185737 h 334963"/>
              <a:gd name="connsiteX29" fmla="*/ 177619 w 338138"/>
              <a:gd name="connsiteY29" fmla="*/ 185737 h 334963"/>
              <a:gd name="connsiteX30" fmla="*/ 192088 w 338138"/>
              <a:gd name="connsiteY30" fmla="*/ 200024 h 334963"/>
              <a:gd name="connsiteX31" fmla="*/ 177619 w 338138"/>
              <a:gd name="connsiteY31" fmla="*/ 214312 h 334963"/>
              <a:gd name="connsiteX32" fmla="*/ 160519 w 338138"/>
              <a:gd name="connsiteY32" fmla="*/ 214312 h 334963"/>
              <a:gd name="connsiteX33" fmla="*/ 146050 w 338138"/>
              <a:gd name="connsiteY33" fmla="*/ 200024 h 334963"/>
              <a:gd name="connsiteX34" fmla="*/ 160519 w 338138"/>
              <a:gd name="connsiteY34" fmla="*/ 185737 h 334963"/>
              <a:gd name="connsiteX35" fmla="*/ 71811 w 338138"/>
              <a:gd name="connsiteY35" fmla="*/ 185737 h 334963"/>
              <a:gd name="connsiteX36" fmla="*/ 90114 w 338138"/>
              <a:gd name="connsiteY36" fmla="*/ 185737 h 334963"/>
              <a:gd name="connsiteX37" fmla="*/ 103188 w 338138"/>
              <a:gd name="connsiteY37" fmla="*/ 200024 h 334963"/>
              <a:gd name="connsiteX38" fmla="*/ 90114 w 338138"/>
              <a:gd name="connsiteY38" fmla="*/ 214312 h 334963"/>
              <a:gd name="connsiteX39" fmla="*/ 71811 w 338138"/>
              <a:gd name="connsiteY39" fmla="*/ 214312 h 334963"/>
              <a:gd name="connsiteX40" fmla="*/ 58738 w 338138"/>
              <a:gd name="connsiteY40" fmla="*/ 200024 h 334963"/>
              <a:gd name="connsiteX41" fmla="*/ 71811 w 338138"/>
              <a:gd name="connsiteY41" fmla="*/ 185737 h 334963"/>
              <a:gd name="connsiteX42" fmla="*/ 248024 w 338138"/>
              <a:gd name="connsiteY42" fmla="*/ 125412 h 334963"/>
              <a:gd name="connsiteX43" fmla="*/ 266327 w 338138"/>
              <a:gd name="connsiteY43" fmla="*/ 125412 h 334963"/>
              <a:gd name="connsiteX44" fmla="*/ 279400 w 338138"/>
              <a:gd name="connsiteY44" fmla="*/ 139699 h 334963"/>
              <a:gd name="connsiteX45" fmla="*/ 266327 w 338138"/>
              <a:gd name="connsiteY45" fmla="*/ 153987 h 334963"/>
              <a:gd name="connsiteX46" fmla="*/ 248024 w 338138"/>
              <a:gd name="connsiteY46" fmla="*/ 153987 h 334963"/>
              <a:gd name="connsiteX47" fmla="*/ 234950 w 338138"/>
              <a:gd name="connsiteY47" fmla="*/ 139699 h 334963"/>
              <a:gd name="connsiteX48" fmla="*/ 248024 w 338138"/>
              <a:gd name="connsiteY48" fmla="*/ 125412 h 334963"/>
              <a:gd name="connsiteX49" fmla="*/ 160519 w 338138"/>
              <a:gd name="connsiteY49" fmla="*/ 125412 h 334963"/>
              <a:gd name="connsiteX50" fmla="*/ 177619 w 338138"/>
              <a:gd name="connsiteY50" fmla="*/ 125412 h 334963"/>
              <a:gd name="connsiteX51" fmla="*/ 192088 w 338138"/>
              <a:gd name="connsiteY51" fmla="*/ 139699 h 334963"/>
              <a:gd name="connsiteX52" fmla="*/ 177619 w 338138"/>
              <a:gd name="connsiteY52" fmla="*/ 153987 h 334963"/>
              <a:gd name="connsiteX53" fmla="*/ 160519 w 338138"/>
              <a:gd name="connsiteY53" fmla="*/ 153987 h 334963"/>
              <a:gd name="connsiteX54" fmla="*/ 146050 w 338138"/>
              <a:gd name="connsiteY54" fmla="*/ 139699 h 334963"/>
              <a:gd name="connsiteX55" fmla="*/ 160519 w 338138"/>
              <a:gd name="connsiteY55" fmla="*/ 125412 h 334963"/>
              <a:gd name="connsiteX56" fmla="*/ 71811 w 338138"/>
              <a:gd name="connsiteY56" fmla="*/ 125412 h 334963"/>
              <a:gd name="connsiteX57" fmla="*/ 90114 w 338138"/>
              <a:gd name="connsiteY57" fmla="*/ 125412 h 334963"/>
              <a:gd name="connsiteX58" fmla="*/ 103188 w 338138"/>
              <a:gd name="connsiteY58" fmla="*/ 139699 h 334963"/>
              <a:gd name="connsiteX59" fmla="*/ 90114 w 338138"/>
              <a:gd name="connsiteY59" fmla="*/ 153987 h 334963"/>
              <a:gd name="connsiteX60" fmla="*/ 71811 w 338138"/>
              <a:gd name="connsiteY60" fmla="*/ 153987 h 334963"/>
              <a:gd name="connsiteX61" fmla="*/ 58738 w 338138"/>
              <a:gd name="connsiteY61" fmla="*/ 139699 h 334963"/>
              <a:gd name="connsiteX62" fmla="*/ 71811 w 338138"/>
              <a:gd name="connsiteY62" fmla="*/ 125412 h 334963"/>
              <a:gd name="connsiteX63" fmla="*/ 51107 w 338138"/>
              <a:gd name="connsiteY63" fmla="*/ 52387 h 334963"/>
              <a:gd name="connsiteX64" fmla="*/ 28575 w 338138"/>
              <a:gd name="connsiteY64" fmla="*/ 73466 h 334963"/>
              <a:gd name="connsiteX65" fmla="*/ 28575 w 338138"/>
              <a:gd name="connsiteY65" fmla="*/ 285578 h 334963"/>
              <a:gd name="connsiteX66" fmla="*/ 51107 w 338138"/>
              <a:gd name="connsiteY66" fmla="*/ 307975 h 334963"/>
              <a:gd name="connsiteX67" fmla="*/ 287031 w 338138"/>
              <a:gd name="connsiteY67" fmla="*/ 307975 h 334963"/>
              <a:gd name="connsiteX68" fmla="*/ 309563 w 338138"/>
              <a:gd name="connsiteY68" fmla="*/ 285578 h 334963"/>
              <a:gd name="connsiteX69" fmla="*/ 309563 w 338138"/>
              <a:gd name="connsiteY69" fmla="*/ 74784 h 334963"/>
              <a:gd name="connsiteX70" fmla="*/ 287031 w 338138"/>
              <a:gd name="connsiteY70" fmla="*/ 52387 h 334963"/>
              <a:gd name="connsiteX71" fmla="*/ 264499 w 338138"/>
              <a:gd name="connsiteY71" fmla="*/ 52387 h 334963"/>
              <a:gd name="connsiteX72" fmla="*/ 264499 w 338138"/>
              <a:gd name="connsiteY72" fmla="*/ 61609 h 334963"/>
              <a:gd name="connsiteX73" fmla="*/ 249919 w 338138"/>
              <a:gd name="connsiteY73" fmla="*/ 74784 h 334963"/>
              <a:gd name="connsiteX74" fmla="*/ 235340 w 338138"/>
              <a:gd name="connsiteY74" fmla="*/ 61609 h 334963"/>
              <a:gd name="connsiteX75" fmla="*/ 235340 w 338138"/>
              <a:gd name="connsiteY75" fmla="*/ 52387 h 334963"/>
              <a:gd name="connsiteX76" fmla="*/ 101473 w 338138"/>
              <a:gd name="connsiteY76" fmla="*/ 52387 h 334963"/>
              <a:gd name="connsiteX77" fmla="*/ 101473 w 338138"/>
              <a:gd name="connsiteY77" fmla="*/ 61609 h 334963"/>
              <a:gd name="connsiteX78" fmla="*/ 86893 w 338138"/>
              <a:gd name="connsiteY78" fmla="*/ 74784 h 334963"/>
              <a:gd name="connsiteX79" fmla="*/ 73639 w 338138"/>
              <a:gd name="connsiteY79" fmla="*/ 61609 h 334963"/>
              <a:gd name="connsiteX80" fmla="*/ 73639 w 338138"/>
              <a:gd name="connsiteY80" fmla="*/ 52387 h 334963"/>
              <a:gd name="connsiteX81" fmla="*/ 51107 w 338138"/>
              <a:gd name="connsiteY81" fmla="*/ 52387 h 334963"/>
              <a:gd name="connsiteX82" fmla="*/ 87176 w 338138"/>
              <a:gd name="connsiteY82" fmla="*/ 0 h 334963"/>
              <a:gd name="connsiteX83" fmla="*/ 101706 w 338138"/>
              <a:gd name="connsiteY83" fmla="*/ 14449 h 334963"/>
              <a:gd name="connsiteX84" fmla="*/ 101706 w 338138"/>
              <a:gd name="connsiteY84" fmla="*/ 23644 h 334963"/>
              <a:gd name="connsiteX85" fmla="*/ 235112 w 338138"/>
              <a:gd name="connsiteY85" fmla="*/ 23644 h 334963"/>
              <a:gd name="connsiteX86" fmla="*/ 235112 w 338138"/>
              <a:gd name="connsiteY86" fmla="*/ 14449 h 334963"/>
              <a:gd name="connsiteX87" fmla="*/ 249641 w 338138"/>
              <a:gd name="connsiteY87" fmla="*/ 0 h 334963"/>
              <a:gd name="connsiteX88" fmla="*/ 264170 w 338138"/>
              <a:gd name="connsiteY88" fmla="*/ 14449 h 334963"/>
              <a:gd name="connsiteX89" fmla="*/ 264170 w 338138"/>
              <a:gd name="connsiteY89" fmla="*/ 23644 h 334963"/>
              <a:gd name="connsiteX90" fmla="*/ 286625 w 338138"/>
              <a:gd name="connsiteY90" fmla="*/ 23644 h 334963"/>
              <a:gd name="connsiteX91" fmla="*/ 338138 w 338138"/>
              <a:gd name="connsiteY91" fmla="*/ 74874 h 334963"/>
              <a:gd name="connsiteX92" fmla="*/ 338138 w 338138"/>
              <a:gd name="connsiteY92" fmla="*/ 285047 h 334963"/>
              <a:gd name="connsiteX93" fmla="*/ 286625 w 338138"/>
              <a:gd name="connsiteY93" fmla="*/ 334963 h 334963"/>
              <a:gd name="connsiteX94" fmla="*/ 51513 w 338138"/>
              <a:gd name="connsiteY94" fmla="*/ 334963 h 334963"/>
              <a:gd name="connsiteX95" fmla="*/ 0 w 338138"/>
              <a:gd name="connsiteY95" fmla="*/ 285047 h 334963"/>
              <a:gd name="connsiteX96" fmla="*/ 0 w 338138"/>
              <a:gd name="connsiteY96" fmla="*/ 74874 h 334963"/>
              <a:gd name="connsiteX97" fmla="*/ 51513 w 338138"/>
              <a:gd name="connsiteY97" fmla="*/ 23644 h 334963"/>
              <a:gd name="connsiteX98" fmla="*/ 73968 w 338138"/>
              <a:gd name="connsiteY98" fmla="*/ 23644 h 334963"/>
              <a:gd name="connsiteX99" fmla="*/ 73968 w 338138"/>
              <a:gd name="connsiteY99" fmla="*/ 14449 h 334963"/>
              <a:gd name="connsiteX100" fmla="*/ 87176 w 338138"/>
              <a:gd name="connsiteY100" fmla="*/ 0 h 334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38138" h="334963">
                <a:moveTo>
                  <a:pt x="248024" y="246062"/>
                </a:moveTo>
                <a:cubicBezTo>
                  <a:pt x="248024" y="246062"/>
                  <a:pt x="248024" y="246062"/>
                  <a:pt x="266327" y="246062"/>
                </a:cubicBezTo>
                <a:cubicBezTo>
                  <a:pt x="272863" y="246062"/>
                  <a:pt x="279400" y="252557"/>
                  <a:pt x="279400" y="260350"/>
                </a:cubicBezTo>
                <a:cubicBezTo>
                  <a:pt x="279400" y="268143"/>
                  <a:pt x="272863" y="274637"/>
                  <a:pt x="266327" y="274637"/>
                </a:cubicBezTo>
                <a:cubicBezTo>
                  <a:pt x="266327" y="274637"/>
                  <a:pt x="266327" y="274637"/>
                  <a:pt x="248024" y="274637"/>
                </a:cubicBezTo>
                <a:cubicBezTo>
                  <a:pt x="241487" y="274637"/>
                  <a:pt x="234950" y="268143"/>
                  <a:pt x="234950" y="260350"/>
                </a:cubicBezTo>
                <a:cubicBezTo>
                  <a:pt x="234950" y="252557"/>
                  <a:pt x="241487" y="246062"/>
                  <a:pt x="248024" y="246062"/>
                </a:cubicBezTo>
                <a:close/>
                <a:moveTo>
                  <a:pt x="160519" y="246062"/>
                </a:moveTo>
                <a:cubicBezTo>
                  <a:pt x="160519" y="246062"/>
                  <a:pt x="160519" y="246062"/>
                  <a:pt x="177619" y="246062"/>
                </a:cubicBezTo>
                <a:cubicBezTo>
                  <a:pt x="185511" y="246062"/>
                  <a:pt x="192088" y="252557"/>
                  <a:pt x="192088" y="260350"/>
                </a:cubicBezTo>
                <a:cubicBezTo>
                  <a:pt x="192088" y="268143"/>
                  <a:pt x="185511" y="274637"/>
                  <a:pt x="177619" y="274637"/>
                </a:cubicBezTo>
                <a:cubicBezTo>
                  <a:pt x="177619" y="274637"/>
                  <a:pt x="177619" y="274637"/>
                  <a:pt x="160519" y="274637"/>
                </a:cubicBezTo>
                <a:cubicBezTo>
                  <a:pt x="152627" y="274637"/>
                  <a:pt x="146050" y="268143"/>
                  <a:pt x="146050" y="260350"/>
                </a:cubicBezTo>
                <a:cubicBezTo>
                  <a:pt x="146050" y="252557"/>
                  <a:pt x="152627" y="246062"/>
                  <a:pt x="160519" y="246062"/>
                </a:cubicBezTo>
                <a:close/>
                <a:moveTo>
                  <a:pt x="71811" y="246062"/>
                </a:moveTo>
                <a:cubicBezTo>
                  <a:pt x="71811" y="246062"/>
                  <a:pt x="71811" y="246062"/>
                  <a:pt x="90114" y="246062"/>
                </a:cubicBezTo>
                <a:cubicBezTo>
                  <a:pt x="96651" y="246062"/>
                  <a:pt x="103188" y="252557"/>
                  <a:pt x="103188" y="260350"/>
                </a:cubicBezTo>
                <a:cubicBezTo>
                  <a:pt x="103188" y="268143"/>
                  <a:pt x="96651" y="274637"/>
                  <a:pt x="90114" y="274637"/>
                </a:cubicBezTo>
                <a:cubicBezTo>
                  <a:pt x="90114" y="274637"/>
                  <a:pt x="90114" y="274637"/>
                  <a:pt x="71811" y="274637"/>
                </a:cubicBezTo>
                <a:cubicBezTo>
                  <a:pt x="65275" y="274637"/>
                  <a:pt x="58738" y="268143"/>
                  <a:pt x="58738" y="260350"/>
                </a:cubicBezTo>
                <a:cubicBezTo>
                  <a:pt x="58738" y="252557"/>
                  <a:pt x="65275" y="246062"/>
                  <a:pt x="71811" y="246062"/>
                </a:cubicBezTo>
                <a:close/>
                <a:moveTo>
                  <a:pt x="248024" y="185737"/>
                </a:moveTo>
                <a:cubicBezTo>
                  <a:pt x="248024" y="185737"/>
                  <a:pt x="248024" y="185737"/>
                  <a:pt x="266327" y="185737"/>
                </a:cubicBezTo>
                <a:cubicBezTo>
                  <a:pt x="272863" y="185737"/>
                  <a:pt x="279400" y="192231"/>
                  <a:pt x="279400" y="200024"/>
                </a:cubicBezTo>
                <a:cubicBezTo>
                  <a:pt x="279400" y="209116"/>
                  <a:pt x="272863" y="214312"/>
                  <a:pt x="266327" y="214312"/>
                </a:cubicBezTo>
                <a:cubicBezTo>
                  <a:pt x="266327" y="214312"/>
                  <a:pt x="266327" y="214312"/>
                  <a:pt x="248024" y="214312"/>
                </a:cubicBezTo>
                <a:cubicBezTo>
                  <a:pt x="241487" y="214312"/>
                  <a:pt x="234950" y="207817"/>
                  <a:pt x="234950" y="200024"/>
                </a:cubicBezTo>
                <a:cubicBezTo>
                  <a:pt x="234950" y="192231"/>
                  <a:pt x="241487" y="185737"/>
                  <a:pt x="248024" y="185737"/>
                </a:cubicBezTo>
                <a:close/>
                <a:moveTo>
                  <a:pt x="160519" y="185737"/>
                </a:moveTo>
                <a:cubicBezTo>
                  <a:pt x="160519" y="185737"/>
                  <a:pt x="160519" y="185737"/>
                  <a:pt x="177619" y="185737"/>
                </a:cubicBezTo>
                <a:cubicBezTo>
                  <a:pt x="185511" y="185737"/>
                  <a:pt x="192088" y="192231"/>
                  <a:pt x="192088" y="200024"/>
                </a:cubicBezTo>
                <a:cubicBezTo>
                  <a:pt x="192088" y="209116"/>
                  <a:pt x="185511" y="214312"/>
                  <a:pt x="177619" y="214312"/>
                </a:cubicBezTo>
                <a:cubicBezTo>
                  <a:pt x="177619" y="214312"/>
                  <a:pt x="177619" y="214312"/>
                  <a:pt x="160519" y="214312"/>
                </a:cubicBezTo>
                <a:cubicBezTo>
                  <a:pt x="152627" y="214312"/>
                  <a:pt x="146050" y="207817"/>
                  <a:pt x="146050" y="200024"/>
                </a:cubicBezTo>
                <a:cubicBezTo>
                  <a:pt x="146050" y="192231"/>
                  <a:pt x="152627" y="185737"/>
                  <a:pt x="160519" y="185737"/>
                </a:cubicBezTo>
                <a:close/>
                <a:moveTo>
                  <a:pt x="71811" y="185737"/>
                </a:moveTo>
                <a:cubicBezTo>
                  <a:pt x="71811" y="185737"/>
                  <a:pt x="71811" y="185737"/>
                  <a:pt x="90114" y="185737"/>
                </a:cubicBezTo>
                <a:cubicBezTo>
                  <a:pt x="96651" y="185737"/>
                  <a:pt x="103188" y="192231"/>
                  <a:pt x="103188" y="200024"/>
                </a:cubicBezTo>
                <a:cubicBezTo>
                  <a:pt x="103188" y="209116"/>
                  <a:pt x="96651" y="214312"/>
                  <a:pt x="90114" y="214312"/>
                </a:cubicBezTo>
                <a:cubicBezTo>
                  <a:pt x="90114" y="214312"/>
                  <a:pt x="90114" y="214312"/>
                  <a:pt x="71811" y="214312"/>
                </a:cubicBezTo>
                <a:cubicBezTo>
                  <a:pt x="65275" y="214312"/>
                  <a:pt x="58738" y="207817"/>
                  <a:pt x="58738" y="200024"/>
                </a:cubicBezTo>
                <a:cubicBezTo>
                  <a:pt x="58738" y="192231"/>
                  <a:pt x="65275" y="185737"/>
                  <a:pt x="71811" y="185737"/>
                </a:cubicBezTo>
                <a:close/>
                <a:moveTo>
                  <a:pt x="248024" y="125412"/>
                </a:moveTo>
                <a:cubicBezTo>
                  <a:pt x="248024" y="125412"/>
                  <a:pt x="248024" y="125412"/>
                  <a:pt x="266327" y="125412"/>
                </a:cubicBezTo>
                <a:cubicBezTo>
                  <a:pt x="272863" y="125412"/>
                  <a:pt x="279400" y="131906"/>
                  <a:pt x="279400" y="139699"/>
                </a:cubicBezTo>
                <a:cubicBezTo>
                  <a:pt x="279400" y="147492"/>
                  <a:pt x="272863" y="153987"/>
                  <a:pt x="266327" y="153987"/>
                </a:cubicBezTo>
                <a:cubicBezTo>
                  <a:pt x="266327" y="153987"/>
                  <a:pt x="266327" y="153987"/>
                  <a:pt x="248024" y="153987"/>
                </a:cubicBezTo>
                <a:cubicBezTo>
                  <a:pt x="241487" y="153987"/>
                  <a:pt x="234950" y="147492"/>
                  <a:pt x="234950" y="139699"/>
                </a:cubicBezTo>
                <a:cubicBezTo>
                  <a:pt x="234950" y="131906"/>
                  <a:pt x="241487" y="125412"/>
                  <a:pt x="248024" y="125412"/>
                </a:cubicBezTo>
                <a:close/>
                <a:moveTo>
                  <a:pt x="160519" y="125412"/>
                </a:moveTo>
                <a:cubicBezTo>
                  <a:pt x="160519" y="125412"/>
                  <a:pt x="160519" y="125412"/>
                  <a:pt x="177619" y="125412"/>
                </a:cubicBezTo>
                <a:cubicBezTo>
                  <a:pt x="185511" y="125412"/>
                  <a:pt x="192088" y="131906"/>
                  <a:pt x="192088" y="139699"/>
                </a:cubicBezTo>
                <a:cubicBezTo>
                  <a:pt x="192088" y="147492"/>
                  <a:pt x="185511" y="153987"/>
                  <a:pt x="177619" y="153987"/>
                </a:cubicBezTo>
                <a:cubicBezTo>
                  <a:pt x="177619" y="153987"/>
                  <a:pt x="177619" y="153987"/>
                  <a:pt x="160519" y="153987"/>
                </a:cubicBezTo>
                <a:cubicBezTo>
                  <a:pt x="152627" y="153987"/>
                  <a:pt x="146050" y="147492"/>
                  <a:pt x="146050" y="139699"/>
                </a:cubicBezTo>
                <a:cubicBezTo>
                  <a:pt x="146050" y="131906"/>
                  <a:pt x="152627" y="125412"/>
                  <a:pt x="160519" y="125412"/>
                </a:cubicBezTo>
                <a:close/>
                <a:moveTo>
                  <a:pt x="71811" y="125412"/>
                </a:moveTo>
                <a:cubicBezTo>
                  <a:pt x="71811" y="125412"/>
                  <a:pt x="71811" y="125412"/>
                  <a:pt x="90114" y="125412"/>
                </a:cubicBezTo>
                <a:cubicBezTo>
                  <a:pt x="96651" y="125412"/>
                  <a:pt x="103188" y="131906"/>
                  <a:pt x="103188" y="139699"/>
                </a:cubicBezTo>
                <a:cubicBezTo>
                  <a:pt x="103188" y="147492"/>
                  <a:pt x="96651" y="153987"/>
                  <a:pt x="90114" y="153987"/>
                </a:cubicBezTo>
                <a:cubicBezTo>
                  <a:pt x="90114" y="153987"/>
                  <a:pt x="90114" y="153987"/>
                  <a:pt x="71811" y="153987"/>
                </a:cubicBezTo>
                <a:cubicBezTo>
                  <a:pt x="65275" y="153987"/>
                  <a:pt x="58738" y="147492"/>
                  <a:pt x="58738" y="139699"/>
                </a:cubicBezTo>
                <a:cubicBezTo>
                  <a:pt x="58738" y="131906"/>
                  <a:pt x="65275" y="125412"/>
                  <a:pt x="71811" y="125412"/>
                </a:cubicBezTo>
                <a:close/>
                <a:moveTo>
                  <a:pt x="51107" y="52387"/>
                </a:moveTo>
                <a:cubicBezTo>
                  <a:pt x="39178" y="52387"/>
                  <a:pt x="28575" y="61609"/>
                  <a:pt x="28575" y="73466"/>
                </a:cubicBezTo>
                <a:cubicBezTo>
                  <a:pt x="28575" y="73466"/>
                  <a:pt x="28575" y="73466"/>
                  <a:pt x="28575" y="285578"/>
                </a:cubicBezTo>
                <a:cubicBezTo>
                  <a:pt x="28575" y="297436"/>
                  <a:pt x="39178" y="307975"/>
                  <a:pt x="51107" y="307975"/>
                </a:cubicBezTo>
                <a:cubicBezTo>
                  <a:pt x="51107" y="307975"/>
                  <a:pt x="51107" y="307975"/>
                  <a:pt x="287031" y="307975"/>
                </a:cubicBezTo>
                <a:cubicBezTo>
                  <a:pt x="298960" y="307975"/>
                  <a:pt x="309563" y="297436"/>
                  <a:pt x="309563" y="285578"/>
                </a:cubicBezTo>
                <a:cubicBezTo>
                  <a:pt x="309563" y="285578"/>
                  <a:pt x="309563" y="285578"/>
                  <a:pt x="309563" y="74784"/>
                </a:cubicBezTo>
                <a:cubicBezTo>
                  <a:pt x="309563" y="62926"/>
                  <a:pt x="298960" y="52387"/>
                  <a:pt x="287031" y="52387"/>
                </a:cubicBezTo>
                <a:cubicBezTo>
                  <a:pt x="287031" y="52387"/>
                  <a:pt x="287031" y="52387"/>
                  <a:pt x="264499" y="52387"/>
                </a:cubicBezTo>
                <a:cubicBezTo>
                  <a:pt x="264499" y="52387"/>
                  <a:pt x="264499" y="52387"/>
                  <a:pt x="264499" y="61609"/>
                </a:cubicBezTo>
                <a:cubicBezTo>
                  <a:pt x="263174" y="69514"/>
                  <a:pt x="256546" y="74784"/>
                  <a:pt x="249919" y="74784"/>
                </a:cubicBezTo>
                <a:cubicBezTo>
                  <a:pt x="241967" y="74784"/>
                  <a:pt x="235340" y="69514"/>
                  <a:pt x="235340" y="61609"/>
                </a:cubicBezTo>
                <a:cubicBezTo>
                  <a:pt x="235340" y="61609"/>
                  <a:pt x="235340" y="61609"/>
                  <a:pt x="235340" y="52387"/>
                </a:cubicBezTo>
                <a:cubicBezTo>
                  <a:pt x="235340" y="52387"/>
                  <a:pt x="235340" y="52387"/>
                  <a:pt x="101473" y="52387"/>
                </a:cubicBezTo>
                <a:cubicBezTo>
                  <a:pt x="101473" y="52387"/>
                  <a:pt x="101473" y="52387"/>
                  <a:pt x="101473" y="61609"/>
                </a:cubicBezTo>
                <a:cubicBezTo>
                  <a:pt x="101473" y="69514"/>
                  <a:pt x="94846" y="74784"/>
                  <a:pt x="86893" y="74784"/>
                </a:cubicBezTo>
                <a:cubicBezTo>
                  <a:pt x="80266" y="74784"/>
                  <a:pt x="73639" y="68196"/>
                  <a:pt x="73639" y="61609"/>
                </a:cubicBezTo>
                <a:cubicBezTo>
                  <a:pt x="73639" y="61609"/>
                  <a:pt x="73639" y="61609"/>
                  <a:pt x="73639" y="52387"/>
                </a:cubicBezTo>
                <a:cubicBezTo>
                  <a:pt x="73639" y="52387"/>
                  <a:pt x="73639" y="52387"/>
                  <a:pt x="51107" y="52387"/>
                </a:cubicBezTo>
                <a:close/>
                <a:moveTo>
                  <a:pt x="87176" y="0"/>
                </a:moveTo>
                <a:cubicBezTo>
                  <a:pt x="95101" y="0"/>
                  <a:pt x="101706" y="6568"/>
                  <a:pt x="101706" y="14449"/>
                </a:cubicBezTo>
                <a:cubicBezTo>
                  <a:pt x="101706" y="14449"/>
                  <a:pt x="101706" y="14449"/>
                  <a:pt x="101706" y="23644"/>
                </a:cubicBezTo>
                <a:cubicBezTo>
                  <a:pt x="101706" y="23644"/>
                  <a:pt x="101706" y="23644"/>
                  <a:pt x="235112" y="23644"/>
                </a:cubicBezTo>
                <a:cubicBezTo>
                  <a:pt x="235112" y="23644"/>
                  <a:pt x="235112" y="23644"/>
                  <a:pt x="235112" y="14449"/>
                </a:cubicBezTo>
                <a:cubicBezTo>
                  <a:pt x="235112" y="6568"/>
                  <a:pt x="241716" y="0"/>
                  <a:pt x="249641" y="0"/>
                </a:cubicBezTo>
                <a:cubicBezTo>
                  <a:pt x="257566" y="0"/>
                  <a:pt x="264170" y="6568"/>
                  <a:pt x="264170" y="14449"/>
                </a:cubicBezTo>
                <a:cubicBezTo>
                  <a:pt x="264170" y="14449"/>
                  <a:pt x="264170" y="14449"/>
                  <a:pt x="264170" y="23644"/>
                </a:cubicBezTo>
                <a:cubicBezTo>
                  <a:pt x="264170" y="23644"/>
                  <a:pt x="264170" y="23644"/>
                  <a:pt x="286625" y="23644"/>
                </a:cubicBezTo>
                <a:cubicBezTo>
                  <a:pt x="314363" y="23644"/>
                  <a:pt x="338138" y="47289"/>
                  <a:pt x="338138" y="74874"/>
                </a:cubicBezTo>
                <a:cubicBezTo>
                  <a:pt x="338138" y="74874"/>
                  <a:pt x="338138" y="74874"/>
                  <a:pt x="338138" y="285047"/>
                </a:cubicBezTo>
                <a:cubicBezTo>
                  <a:pt x="336817" y="312632"/>
                  <a:pt x="314363" y="334963"/>
                  <a:pt x="286625" y="334963"/>
                </a:cubicBezTo>
                <a:cubicBezTo>
                  <a:pt x="286625" y="334963"/>
                  <a:pt x="286625" y="334963"/>
                  <a:pt x="51513" y="334963"/>
                </a:cubicBezTo>
                <a:cubicBezTo>
                  <a:pt x="23775" y="334963"/>
                  <a:pt x="0" y="312632"/>
                  <a:pt x="0" y="285047"/>
                </a:cubicBezTo>
                <a:cubicBezTo>
                  <a:pt x="0" y="285047"/>
                  <a:pt x="0" y="285047"/>
                  <a:pt x="0" y="74874"/>
                </a:cubicBezTo>
                <a:cubicBezTo>
                  <a:pt x="0" y="47289"/>
                  <a:pt x="23775" y="23644"/>
                  <a:pt x="51513" y="23644"/>
                </a:cubicBezTo>
                <a:cubicBezTo>
                  <a:pt x="51513" y="23644"/>
                  <a:pt x="51513" y="23644"/>
                  <a:pt x="73968" y="23644"/>
                </a:cubicBezTo>
                <a:cubicBezTo>
                  <a:pt x="73968" y="23644"/>
                  <a:pt x="73968" y="23644"/>
                  <a:pt x="73968" y="14449"/>
                </a:cubicBezTo>
                <a:cubicBezTo>
                  <a:pt x="73968" y="6568"/>
                  <a:pt x="79251" y="0"/>
                  <a:pt x="87176" y="0"/>
                </a:cubicBezTo>
                <a:close/>
              </a:path>
            </a:pathLst>
          </a:custGeom>
          <a:solidFill>
            <a:srgbClr val="005DA2"/>
          </a:solidFill>
          <a:ln>
            <a:noFill/>
          </a:ln>
        </p:spPr>
        <p:txBody>
          <a:bodyPr anchor="ctr">
            <a:scene3d>
              <a:camera prst="orthographicFront"/>
              <a:lightRig rig="threePt" dir="t"/>
            </a:scene3d>
            <a:sp3d>
              <a:contourClr>
                <a:srgbClr val="FFFFFF"/>
              </a:contourClr>
            </a:sp3d>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9C06C6B5-A2EC-45FD-905F-0A31FC0F49E8}"/>
              </a:ext>
            </a:extLst>
          </p:cNvPr>
          <p:cNvSpPr txBox="1"/>
          <p:nvPr/>
        </p:nvSpPr>
        <p:spPr>
          <a:xfrm>
            <a:off x="7239468" y="5097403"/>
            <a:ext cx="2548106" cy="338554"/>
          </a:xfrm>
          <a:prstGeom prst="rect">
            <a:avLst/>
          </a:prstGeom>
          <a:noFill/>
        </p:spPr>
        <p:txBody>
          <a:bodyPr wrap="square" rtlCol="0">
            <a:spAutoFit/>
          </a:bodyPr>
          <a:lstStyle/>
          <a:p>
            <a:pPr lvl="0">
              <a:defRPr/>
            </a:pPr>
            <a:r>
              <a:rPr lang="zh-CN" altLang="en-US" sz="1600" dirty="0">
                <a:solidFill>
                  <a:schemeClr val="tx1">
                    <a:lumMod val="75000"/>
                    <a:lumOff val="25000"/>
                  </a:schemeClr>
                </a:solidFill>
                <a:latin typeface="方正正粗黑简体" panose="02000000000000000000" pitchFamily="2" charset="-122"/>
                <a:ea typeface="方正正粗黑简体" panose="02000000000000000000" pitchFamily="2" charset="-122"/>
              </a:rPr>
              <a:t>小北</a:t>
            </a: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37472" y="535252"/>
            <a:ext cx="1528713" cy="1531265"/>
          </a:xfrm>
          <a:prstGeom prst="rect">
            <a:avLst/>
          </a:prstGeom>
        </p:spPr>
      </p:pic>
    </p:spTree>
    <p:extLst>
      <p:ext uri="{BB962C8B-B14F-4D97-AF65-F5344CB8AC3E}">
        <p14:creationId xmlns:p14="http://schemas.microsoft.com/office/powerpoint/2010/main" val="30761027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p:transition spd="slow" advClick="0"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528" fill="hold" grpId="0" nodeType="afterEffect">
                                  <p:stCondLst>
                                    <p:cond delay="0"/>
                                  </p:stCondLst>
                                  <p:iterate type="lt">
                                    <p:tmPct val="15000"/>
                                  </p:iterate>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 calcmode="lin" valueType="num">
                                      <p:cBhvr>
                                        <p:cTn id="9" dur="500" fill="hold"/>
                                        <p:tgtEl>
                                          <p:spTgt spid="8"/>
                                        </p:tgtEl>
                                        <p:attrNameLst>
                                          <p:attrName>ppt_x</p:attrName>
                                        </p:attrNameLst>
                                      </p:cBhvr>
                                      <p:tavLst>
                                        <p:tav tm="0">
                                          <p:val>
                                            <p:fltVal val="0.5"/>
                                          </p:val>
                                        </p:tav>
                                        <p:tav tm="100000">
                                          <p:val>
                                            <p:strVal val="#ppt_x"/>
                                          </p:val>
                                        </p:tav>
                                      </p:tavLst>
                                    </p:anim>
                                    <p:anim calcmode="lin" valueType="num">
                                      <p:cBhvr>
                                        <p:cTn id="10" dur="500" fill="hold"/>
                                        <p:tgtEl>
                                          <p:spTgt spid="8"/>
                                        </p:tgtEl>
                                        <p:attrNameLst>
                                          <p:attrName>ppt_y</p:attrName>
                                        </p:attrNameLst>
                                      </p:cBhvr>
                                      <p:tavLst>
                                        <p:tav tm="0">
                                          <p:val>
                                            <p:fltVal val="0.5"/>
                                          </p:val>
                                        </p:tav>
                                        <p:tav tm="100000">
                                          <p:val>
                                            <p:strVal val="#ppt_y"/>
                                          </p:val>
                                        </p:tav>
                                      </p:tavLst>
                                    </p:anim>
                                  </p:childTnLst>
                                </p:cTn>
                              </p:par>
                            </p:childTnLst>
                          </p:cTn>
                        </p:par>
                        <p:par>
                          <p:cTn id="11" fill="hold">
                            <p:stCondLst>
                              <p:cond delay="1100"/>
                            </p:stCondLst>
                            <p:childTnLst>
                              <p:par>
                                <p:cTn id="12" presetID="53" presetClass="entr" presetSubtype="16" fill="hold" grpId="0" nodeType="afterEffect">
                                  <p:stCondLst>
                                    <p:cond delay="0"/>
                                  </p:stCondLst>
                                  <p:childTnLst>
                                    <p:set>
                                      <p:cBhvr>
                                        <p:cTn id="13" dur="1" fill="hold">
                                          <p:stCondLst>
                                            <p:cond delay="0"/>
                                          </p:stCondLst>
                                        </p:cTn>
                                        <p:tgtEl>
                                          <p:spTgt spid="9"/>
                                        </p:tgtEl>
                                        <p:attrNameLst>
                                          <p:attrName>style.visibility</p:attrName>
                                        </p:attrNameLst>
                                      </p:cBhvr>
                                      <p:to>
                                        <p:strVal val="visible"/>
                                      </p:to>
                                    </p:set>
                                    <p:anim calcmode="lin" valueType="num">
                                      <p:cBhvr>
                                        <p:cTn id="14" dur="500" fill="hold"/>
                                        <p:tgtEl>
                                          <p:spTgt spid="9"/>
                                        </p:tgtEl>
                                        <p:attrNameLst>
                                          <p:attrName>ppt_w</p:attrName>
                                        </p:attrNameLst>
                                      </p:cBhvr>
                                      <p:tavLst>
                                        <p:tav tm="0">
                                          <p:val>
                                            <p:fltVal val="0"/>
                                          </p:val>
                                        </p:tav>
                                        <p:tav tm="100000">
                                          <p:val>
                                            <p:strVal val="#ppt_w"/>
                                          </p:val>
                                        </p:tav>
                                      </p:tavLst>
                                    </p:anim>
                                    <p:anim calcmode="lin" valueType="num">
                                      <p:cBhvr>
                                        <p:cTn id="15" dur="500" fill="hold"/>
                                        <p:tgtEl>
                                          <p:spTgt spid="9"/>
                                        </p:tgtEl>
                                        <p:attrNameLst>
                                          <p:attrName>ppt_h</p:attrName>
                                        </p:attrNameLst>
                                      </p:cBhvr>
                                      <p:tavLst>
                                        <p:tav tm="0">
                                          <p:val>
                                            <p:fltVal val="0"/>
                                          </p:val>
                                        </p:tav>
                                        <p:tav tm="100000">
                                          <p:val>
                                            <p:strVal val="#ppt_h"/>
                                          </p:val>
                                        </p:tav>
                                      </p:tavLst>
                                    </p:anim>
                                    <p:animEffect transition="in" filter="fade">
                                      <p:cBhvr>
                                        <p:cTn id="16" dur="500"/>
                                        <p:tgtEl>
                                          <p:spTgt spid="9"/>
                                        </p:tgtEl>
                                      </p:cBhvr>
                                    </p:animEffect>
                                  </p:childTnLst>
                                </p:cTn>
                              </p:par>
                            </p:childTnLst>
                          </p:cTn>
                        </p:par>
                        <p:par>
                          <p:cTn id="17" fill="hold">
                            <p:stCondLst>
                              <p:cond delay="1600"/>
                            </p:stCondLst>
                            <p:childTnLst>
                              <p:par>
                                <p:cTn id="18" presetID="22" presetClass="entr" presetSubtype="8" fill="hold" grpId="0" nodeType="after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wipe(left)">
                                      <p:cBhvr>
                                        <p:cTn id="20" dur="500"/>
                                        <p:tgtEl>
                                          <p:spTgt spid="10"/>
                                        </p:tgtEl>
                                      </p:cBhvr>
                                    </p:animEffect>
                                  </p:childTnLst>
                                </p:cTn>
                              </p:par>
                            </p:childTnLst>
                          </p:cTn>
                        </p:par>
                        <p:par>
                          <p:cTn id="21" fill="hold">
                            <p:stCondLst>
                              <p:cond delay="2100"/>
                            </p:stCondLst>
                            <p:childTnLst>
                              <p:par>
                                <p:cTn id="22" presetID="53" presetClass="entr" presetSubtype="16"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par>
                          <p:cTn id="27" fill="hold">
                            <p:stCondLst>
                              <p:cond delay="2600"/>
                            </p:stCondLst>
                            <p:childTnLst>
                              <p:par>
                                <p:cTn id="28" presetID="22" presetClass="entr" presetSubtype="8"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left)">
                                      <p:cBhvr>
                                        <p:cTn id="30" dur="500"/>
                                        <p:tgtEl>
                                          <p:spTgt spid="14"/>
                                        </p:tgtEl>
                                      </p:cBhvr>
                                    </p:animEffect>
                                  </p:childTnLst>
                                </p:cTn>
                              </p:par>
                            </p:childTnLst>
                          </p:cTn>
                        </p:par>
                        <p:par>
                          <p:cTn id="31" fill="hold">
                            <p:stCondLst>
                              <p:cond delay="3100"/>
                            </p:stCondLst>
                            <p:childTnLst>
                              <p:par>
                                <p:cTn id="32" presetID="53" presetClass="entr" presetSubtype="16" fill="hold" grpId="0" nodeType="after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fltVal val="0"/>
                                          </p:val>
                                        </p:tav>
                                        <p:tav tm="100000">
                                          <p:val>
                                            <p:strVal val="#ppt_w"/>
                                          </p:val>
                                        </p:tav>
                                      </p:tavLst>
                                    </p:anim>
                                    <p:anim calcmode="lin" valueType="num">
                                      <p:cBhvr>
                                        <p:cTn id="35" dur="500" fill="hold"/>
                                        <p:tgtEl>
                                          <p:spTgt spid="11"/>
                                        </p:tgtEl>
                                        <p:attrNameLst>
                                          <p:attrName>ppt_h</p:attrName>
                                        </p:attrNameLst>
                                      </p:cBhvr>
                                      <p:tavLst>
                                        <p:tav tm="0">
                                          <p:val>
                                            <p:fltVal val="0"/>
                                          </p:val>
                                        </p:tav>
                                        <p:tav tm="100000">
                                          <p:val>
                                            <p:strVal val="#ppt_h"/>
                                          </p:val>
                                        </p:tav>
                                      </p:tavLst>
                                    </p:anim>
                                    <p:animEffect transition="in" filter="fade">
                                      <p:cBhvr>
                                        <p:cTn id="36" dur="500"/>
                                        <p:tgtEl>
                                          <p:spTgt spid="11"/>
                                        </p:tgtEl>
                                      </p:cBhvr>
                                    </p:animEffect>
                                  </p:childTnLst>
                                </p:cTn>
                              </p:par>
                            </p:childTnLst>
                          </p:cTn>
                        </p:par>
                        <p:par>
                          <p:cTn id="37" fill="hold">
                            <p:stCondLst>
                              <p:cond delay="3600"/>
                            </p:stCondLst>
                            <p:childTnLst>
                              <p:par>
                                <p:cTn id="38" presetID="22" presetClass="entr" presetSubtype="8" fill="hold" grpId="0" nodeType="after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left)">
                                      <p:cBhvr>
                                        <p:cTn id="40" dur="500"/>
                                        <p:tgtEl>
                                          <p:spTgt spid="12"/>
                                        </p:tgtEl>
                                      </p:cBhvr>
                                    </p:animEffect>
                                  </p:childTnLst>
                                </p:cTn>
                              </p:par>
                            </p:childTnLst>
                          </p:cTn>
                        </p:par>
                        <p:par>
                          <p:cTn id="41" fill="hold">
                            <p:stCondLst>
                              <p:cond delay="4100"/>
                            </p:stCondLst>
                            <p:childTnLst>
                              <p:par>
                                <p:cTn id="42" presetID="53" presetClass="entr" presetSubtype="16"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 calcmode="lin" valueType="num">
                                      <p:cBhvr>
                                        <p:cTn id="44" dur="500" fill="hold"/>
                                        <p:tgtEl>
                                          <p:spTgt spid="15"/>
                                        </p:tgtEl>
                                        <p:attrNameLst>
                                          <p:attrName>ppt_w</p:attrName>
                                        </p:attrNameLst>
                                      </p:cBhvr>
                                      <p:tavLst>
                                        <p:tav tm="0">
                                          <p:val>
                                            <p:fltVal val="0"/>
                                          </p:val>
                                        </p:tav>
                                        <p:tav tm="100000">
                                          <p:val>
                                            <p:strVal val="#ppt_w"/>
                                          </p:val>
                                        </p:tav>
                                      </p:tavLst>
                                    </p:anim>
                                    <p:anim calcmode="lin" valueType="num">
                                      <p:cBhvr>
                                        <p:cTn id="45" dur="500" fill="hold"/>
                                        <p:tgtEl>
                                          <p:spTgt spid="15"/>
                                        </p:tgtEl>
                                        <p:attrNameLst>
                                          <p:attrName>ppt_h</p:attrName>
                                        </p:attrNameLst>
                                      </p:cBhvr>
                                      <p:tavLst>
                                        <p:tav tm="0">
                                          <p:val>
                                            <p:fltVal val="0"/>
                                          </p:val>
                                        </p:tav>
                                        <p:tav tm="100000">
                                          <p:val>
                                            <p:strVal val="#ppt_h"/>
                                          </p:val>
                                        </p:tav>
                                      </p:tavLst>
                                    </p:anim>
                                    <p:animEffect transition="in" filter="fade">
                                      <p:cBhvr>
                                        <p:cTn id="46" dur="500"/>
                                        <p:tgtEl>
                                          <p:spTgt spid="15"/>
                                        </p:tgtEl>
                                      </p:cBhvr>
                                    </p:animEffect>
                                  </p:childTnLst>
                                </p:cTn>
                              </p:par>
                            </p:childTnLst>
                          </p:cTn>
                        </p:par>
                        <p:par>
                          <p:cTn id="47" fill="hold">
                            <p:stCondLst>
                              <p:cond delay="4600"/>
                            </p:stCondLst>
                            <p:childTnLst>
                              <p:par>
                                <p:cTn id="48" presetID="22" presetClass="entr" presetSubtype="8"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left)">
                                      <p:cBhvr>
                                        <p:cTn id="5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p:bldP spid="11" grpId="0" animBg="1"/>
      <p:bldP spid="12" grpId="0"/>
      <p:bldP spid="13" grpId="0" animBg="1"/>
      <p:bldP spid="14" grpId="0"/>
      <p:bldP spid="15" grpId="0" animBg="1"/>
      <p:bldP spid="16"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自定义 118">
      <a:dk1>
        <a:sysClr val="windowText" lastClr="000000"/>
      </a:dk1>
      <a:lt1>
        <a:sysClr val="window" lastClr="FFFFFF"/>
      </a:lt1>
      <a:dk2>
        <a:srgbClr val="5A6378"/>
      </a:dk2>
      <a:lt2>
        <a:srgbClr val="7F7F7F"/>
      </a:lt2>
      <a:accent1>
        <a:srgbClr val="0070C0"/>
      </a:accent1>
      <a:accent2>
        <a:srgbClr val="009AD0"/>
      </a:accent2>
      <a:accent3>
        <a:srgbClr val="0070C0"/>
      </a:accent3>
      <a:accent4>
        <a:srgbClr val="009AD0"/>
      </a:accent4>
      <a:accent5>
        <a:srgbClr val="0070C0"/>
      </a:accent5>
      <a:accent6>
        <a:srgbClr val="009AD0"/>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TotalTime>
  <Words>1654</Words>
  <Application>Microsoft Office PowerPoint</Application>
  <PresentationFormat>宽屏</PresentationFormat>
  <Paragraphs>304</Paragraphs>
  <Slides>24</Slides>
  <Notes>24</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24</vt:i4>
      </vt:variant>
    </vt:vector>
  </HeadingPairs>
  <TitlesOfParts>
    <vt:vector size="38" baseType="lpstr">
      <vt:lpstr>Avant GardeBook</vt:lpstr>
      <vt:lpstr>Meiryo UI</vt:lpstr>
      <vt:lpstr>等线</vt:lpstr>
      <vt:lpstr>等线 Light</vt:lpstr>
      <vt:lpstr>方正正粗黑简体</vt:lpstr>
      <vt:lpstr>方正正大黑简体</vt:lpstr>
      <vt:lpstr>华康俪金黑W8</vt:lpstr>
      <vt:lpstr>微软雅黑</vt:lpstr>
      <vt:lpstr>Arial</vt:lpstr>
      <vt:lpstr>Calibri</vt:lpstr>
      <vt:lpstr>Calibri Light</vt:lpstr>
      <vt:lpstr>1_Office 主题​​</vt:lpstr>
      <vt:lpstr>2_Office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Anzichen</dc:creator>
  <cp:lastModifiedBy> </cp:lastModifiedBy>
  <cp:revision>7</cp:revision>
  <dcterms:created xsi:type="dcterms:W3CDTF">2018-12-01T15:35:03Z</dcterms:created>
  <dcterms:modified xsi:type="dcterms:W3CDTF">2019-07-30T08:01:23Z</dcterms:modified>
</cp:coreProperties>
</file>